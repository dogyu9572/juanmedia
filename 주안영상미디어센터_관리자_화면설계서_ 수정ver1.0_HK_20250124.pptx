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6.xml" ContentType="application/vnd.openxmlformats-officedocument.presentationml.notesSlid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11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notesSlides/notesSlide12.xml" ContentType="application/vnd.openxmlformats-officedocument.presentationml.notesSlide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notesSlides/notesSlide13.xml" ContentType="application/vnd.openxmlformats-officedocument.presentationml.notesSlide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notesSlides/notesSlide14.xml" ContentType="application/vnd.openxmlformats-officedocument.presentationml.notesSlide+xml"/>
  <Override PartName="/ppt/tags/tag78.xml" ContentType="application/vnd.openxmlformats-officedocument.presentationml.tags+xml"/>
  <Override PartName="/ppt/notesSlides/notesSlide15.xml" ContentType="application/vnd.openxmlformats-officedocument.presentationml.notesSlide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16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notesSlides/notesSlide17.xml" ContentType="application/vnd.openxmlformats-officedocument.presentationml.notesSlide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notesSlides/notesSlide18.xml" ContentType="application/vnd.openxmlformats-officedocument.presentationml.notesSlide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notesSlides/notesSlide19.xml" ContentType="application/vnd.openxmlformats-officedocument.presentationml.notesSlide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0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notesSlides/notesSlide24.xml" ContentType="application/vnd.openxmlformats-officedocument.presentationml.notesSlide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notesSlides/notesSlide25.xml" ContentType="application/vnd.openxmlformats-officedocument.presentationml.notesSlide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notesSlides/notesSlide26.xml" ContentType="application/vnd.openxmlformats-officedocument.presentationml.notesSlide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notesSlides/notesSlide27.xml" ContentType="application/vnd.openxmlformats-officedocument.presentationml.notesSlide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30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notesSlides/notesSlide33.xml" ContentType="application/vnd.openxmlformats-officedocument.presentationml.notesSlide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notesSlides/notesSlide39.xml" ContentType="application/vnd.openxmlformats-officedocument.presentationml.notesSlide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notesSlides/notesSlide40.xml" ContentType="application/vnd.openxmlformats-officedocument.presentationml.notesSlide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notesSlides/notesSlide41.xml" ContentType="application/vnd.openxmlformats-officedocument.presentationml.notesSlide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notesSlides/notesSlide44.xml" ContentType="application/vnd.openxmlformats-officedocument.presentationml.notesSlide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notesSlides/notesSlide47.xml" ContentType="application/vnd.openxmlformats-officedocument.presentationml.notesSlide+xml"/>
  <Override PartName="/ppt/tags/tag192.xml" ContentType="application/vnd.openxmlformats-officedocument.presentationml.tags+xml"/>
  <Override PartName="/ppt/notesSlides/notesSlide48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notesSlides/notesSlide49.xml" ContentType="application/vnd.openxmlformats-officedocument.presentationml.notesSlide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notesSlides/notesSlide50.xml" ContentType="application/vnd.openxmlformats-officedocument.presentationml.notesSlide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notesSlides/notesSlide51.xml" ContentType="application/vnd.openxmlformats-officedocument.presentationml.notesSlide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notesSlides/notesSlide52.xml" ContentType="application/vnd.openxmlformats-officedocument.presentationml.notesSlide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notesSlides/notesSlide53.xml" ContentType="application/vnd.openxmlformats-officedocument.presentationml.notesSlide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notesSlides/notesSlide54.xml" ContentType="application/vnd.openxmlformats-officedocument.presentationml.notesSlide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55.xml" ContentType="application/vnd.openxmlformats-officedocument.presentationml.notesSlid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notesSlides/notesSlide60.xml" ContentType="application/vnd.openxmlformats-officedocument.presentationml.notesSlide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notesSlides/notesSlide6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>
  <p:sldMasterIdLst>
    <p:sldMasterId id="2147483648" r:id="rId1"/>
  </p:sldMasterIdLst>
  <p:notesMasterIdLst>
    <p:notesMasterId r:id="rId90"/>
  </p:notesMasterIdLst>
  <p:handoutMasterIdLst>
    <p:handoutMasterId r:id="rId91"/>
  </p:handoutMasterIdLst>
  <p:sldIdLst>
    <p:sldId id="257" r:id="rId2"/>
    <p:sldId id="2468" r:id="rId3"/>
    <p:sldId id="3227" r:id="rId4"/>
    <p:sldId id="3233" r:id="rId5"/>
    <p:sldId id="3373" r:id="rId6"/>
    <p:sldId id="3328" r:id="rId7"/>
    <p:sldId id="3374" r:id="rId8"/>
    <p:sldId id="3318" r:id="rId9"/>
    <p:sldId id="3369" r:id="rId10"/>
    <p:sldId id="3168" r:id="rId11"/>
    <p:sldId id="3260" r:id="rId12"/>
    <p:sldId id="3303" r:id="rId13"/>
    <p:sldId id="3330" r:id="rId14"/>
    <p:sldId id="3331" r:id="rId15"/>
    <p:sldId id="3332" r:id="rId16"/>
    <p:sldId id="3267" r:id="rId17"/>
    <p:sldId id="3268" r:id="rId18"/>
    <p:sldId id="3375" r:id="rId19"/>
    <p:sldId id="3387" r:id="rId20"/>
    <p:sldId id="2680" r:id="rId21"/>
    <p:sldId id="3184" r:id="rId22"/>
    <p:sldId id="3384" r:id="rId23"/>
    <p:sldId id="3333" r:id="rId24"/>
    <p:sldId id="3376" r:id="rId25"/>
    <p:sldId id="3334" r:id="rId26"/>
    <p:sldId id="3066" r:id="rId27"/>
    <p:sldId id="3146" r:id="rId28"/>
    <p:sldId id="3339" r:id="rId29"/>
    <p:sldId id="3340" r:id="rId30"/>
    <p:sldId id="3341" r:id="rId31"/>
    <p:sldId id="2802" r:id="rId32"/>
    <p:sldId id="3345" r:id="rId33"/>
    <p:sldId id="3389" r:id="rId34"/>
    <p:sldId id="3390" r:id="rId35"/>
    <p:sldId id="3393" r:id="rId36"/>
    <p:sldId id="3394" r:id="rId37"/>
    <p:sldId id="3064" r:id="rId38"/>
    <p:sldId id="3342" r:id="rId39"/>
    <p:sldId id="3378" r:id="rId40"/>
    <p:sldId id="3379" r:id="rId41"/>
    <p:sldId id="3349" r:id="rId42"/>
    <p:sldId id="3286" r:id="rId43"/>
    <p:sldId id="3287" r:id="rId44"/>
    <p:sldId id="3065" r:id="rId45"/>
    <p:sldId id="3350" r:id="rId46"/>
    <p:sldId id="3351" r:id="rId47"/>
    <p:sldId id="3380" r:id="rId48"/>
    <p:sldId id="3270" r:id="rId49"/>
    <p:sldId id="3288" r:id="rId50"/>
    <p:sldId id="3372" r:id="rId51"/>
    <p:sldId id="3071" r:id="rId52"/>
    <p:sldId id="3352" r:id="rId53"/>
    <p:sldId id="3353" r:id="rId54"/>
    <p:sldId id="3354" r:id="rId55"/>
    <p:sldId id="3311" r:id="rId56"/>
    <p:sldId id="3357" r:id="rId57"/>
    <p:sldId id="3063" r:id="rId58"/>
    <p:sldId id="3299" r:id="rId59"/>
    <p:sldId id="3312" r:id="rId60"/>
    <p:sldId id="3381" r:id="rId61"/>
    <p:sldId id="3360" r:id="rId62"/>
    <p:sldId id="3359" r:id="rId63"/>
    <p:sldId id="3361" r:id="rId64"/>
    <p:sldId id="3337" r:id="rId65"/>
    <p:sldId id="3282" r:id="rId66"/>
    <p:sldId id="3313" r:id="rId67"/>
    <p:sldId id="3314" r:id="rId68"/>
    <p:sldId id="3315" r:id="rId69"/>
    <p:sldId id="3326" r:id="rId70"/>
    <p:sldId id="3385" r:id="rId71"/>
    <p:sldId id="3386" r:id="rId72"/>
    <p:sldId id="3235" r:id="rId73"/>
    <p:sldId id="3370" r:id="rId74"/>
    <p:sldId id="3371" r:id="rId75"/>
    <p:sldId id="3241" r:id="rId76"/>
    <p:sldId id="3317" r:id="rId77"/>
    <p:sldId id="3316" r:id="rId78"/>
    <p:sldId id="3109" r:id="rId79"/>
    <p:sldId id="3362" r:id="rId80"/>
    <p:sldId id="3363" r:id="rId81"/>
    <p:sldId id="3364" r:id="rId82"/>
    <p:sldId id="3283" r:id="rId83"/>
    <p:sldId id="3297" r:id="rId84"/>
    <p:sldId id="3327" r:id="rId85"/>
    <p:sldId id="3365" r:id="rId86"/>
    <p:sldId id="3367" r:id="rId87"/>
    <p:sldId id="3368" r:id="rId88"/>
    <p:sldId id="3320" r:id="rId89"/>
  </p:sldIdLst>
  <p:sldSz cx="12192000" cy="6858000"/>
  <p:notesSz cx="9926638" cy="6797675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CFA7A86-9D18-4FDF-AF94-2A85687E64EB}">
          <p14:sldIdLst>
            <p14:sldId id="257"/>
            <p14:sldId id="2468"/>
            <p14:sldId id="3227"/>
          </p14:sldIdLst>
        </p14:section>
        <p14:section name="01. 기본설정" id="{51977A1B-C52C-4F7E-8A85-6FF822BAFB7B}">
          <p14:sldIdLst>
            <p14:sldId id="3233"/>
            <p14:sldId id="3373"/>
            <p14:sldId id="3328"/>
            <p14:sldId id="3374"/>
            <p14:sldId id="3318"/>
            <p14:sldId id="3369"/>
            <p14:sldId id="3168"/>
            <p14:sldId id="3260"/>
            <p14:sldId id="3303"/>
            <p14:sldId id="3330"/>
            <p14:sldId id="3331"/>
            <p14:sldId id="3332"/>
            <p14:sldId id="3267"/>
            <p14:sldId id="3268"/>
            <p14:sldId id="3375"/>
            <p14:sldId id="3387"/>
          </p14:sldIdLst>
        </p14:section>
        <p14:section name="03. 회원관리" id="{04856544-4696-4418-B6B4-517512329812}">
          <p14:sldIdLst>
            <p14:sldId id="2680"/>
            <p14:sldId id="3184"/>
            <p14:sldId id="3384"/>
            <p14:sldId id="3333"/>
            <p14:sldId id="3376"/>
            <p14:sldId id="3334"/>
          </p14:sldIdLst>
        </p14:section>
        <p14:section name="04. 교육관리" id="{461E4303-5202-416C-B639-C729D882CFBC}">
          <p14:sldIdLst>
            <p14:sldId id="3066"/>
            <p14:sldId id="3146"/>
            <p14:sldId id="3339"/>
            <p14:sldId id="3340"/>
            <p14:sldId id="3341"/>
            <p14:sldId id="2802"/>
            <p14:sldId id="3345"/>
            <p14:sldId id="3389"/>
            <p14:sldId id="3390"/>
            <p14:sldId id="3393"/>
            <p14:sldId id="3394"/>
          </p14:sldIdLst>
        </p14:section>
        <p14:section name="05. 장비관리" id="{45C50B92-D104-4AC1-AE3B-16936A15F694}">
          <p14:sldIdLst>
            <p14:sldId id="3064"/>
            <p14:sldId id="3342"/>
            <p14:sldId id="3378"/>
            <p14:sldId id="3379"/>
            <p14:sldId id="3349"/>
            <p14:sldId id="3286"/>
            <p14:sldId id="3287"/>
          </p14:sldIdLst>
        </p14:section>
        <p14:section name="06. 공간관리" id="{5F1E4701-7D37-4C3E-928B-6414EB2B54E1}">
          <p14:sldIdLst>
            <p14:sldId id="3065"/>
            <p14:sldId id="3350"/>
            <p14:sldId id="3351"/>
            <p14:sldId id="3380"/>
            <p14:sldId id="3270"/>
            <p14:sldId id="3288"/>
            <p14:sldId id="3372"/>
          </p14:sldIdLst>
        </p14:section>
        <p14:section name="07. 상영회 관리" id="{A410FBE5-0926-48D4-B86B-84DC35D2BC3E}">
          <p14:sldIdLst>
            <p14:sldId id="3071"/>
            <p14:sldId id="3352"/>
            <p14:sldId id="3353"/>
            <p14:sldId id="3354"/>
            <p14:sldId id="3311"/>
            <p14:sldId id="3357"/>
          </p14:sldIdLst>
        </p14:section>
        <p14:section name="08.미디어체험 관리" id="{97908A00-9C01-4361-BC87-01FB247A3843}">
          <p14:sldIdLst>
            <p14:sldId id="3063"/>
            <p14:sldId id="3299"/>
            <p14:sldId id="3312"/>
            <p14:sldId id="3381"/>
          </p14:sldIdLst>
        </p14:section>
        <p14:section name="결제관리" id="{596C5014-2DAD-439A-B6ED-D41ED882F94C}">
          <p14:sldIdLst>
            <p14:sldId id="3360"/>
            <p14:sldId id="3359"/>
            <p14:sldId id="3361"/>
            <p14:sldId id="3337"/>
          </p14:sldIdLst>
        </p14:section>
        <p14:section name="09. 게시판 관리" id="{9DC64997-8E37-418D-9081-3EDD385B4FC9}">
          <p14:sldIdLst>
            <p14:sldId id="3282"/>
            <p14:sldId id="3313"/>
            <p14:sldId id="3314"/>
            <p14:sldId id="3315"/>
            <p14:sldId id="3326"/>
            <p14:sldId id="3385"/>
            <p14:sldId id="3386"/>
          </p14:sldIdLst>
        </p14:section>
        <p14:section name="10. 홈페이지관리" id="{97401EF1-BC93-4019-A4CB-E10013755FE1}">
          <p14:sldIdLst>
            <p14:sldId id="3235"/>
            <p14:sldId id="3370"/>
            <p14:sldId id="3371"/>
            <p14:sldId id="3241"/>
            <p14:sldId id="3317"/>
            <p14:sldId id="3316"/>
            <p14:sldId id="3109"/>
            <p14:sldId id="3362"/>
            <p14:sldId id="3363"/>
            <p14:sldId id="3364"/>
          </p14:sldIdLst>
        </p14:section>
        <p14:section name="11.센터통계" id="{8A22C618-97DB-4CAC-A141-468D2C950668}">
          <p14:sldIdLst>
            <p14:sldId id="3283"/>
            <p14:sldId id="3297"/>
            <p14:sldId id="3327"/>
            <p14:sldId id="3365"/>
            <p14:sldId id="3367"/>
            <p14:sldId id="3368"/>
            <p14:sldId id="332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>
          <p15:clr>
            <a:srgbClr val="A4A3A4"/>
          </p15:clr>
        </p15:guide>
        <p15:guide id="2" pos="76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Kyle Harris" initials="KH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F7F7F"/>
    <a:srgbClr val="F2F2F2"/>
    <a:srgbClr val="FFFFFF"/>
    <a:srgbClr val="BFBFBF"/>
    <a:srgbClr val="5F5F5F"/>
    <a:srgbClr val="B1B1B1"/>
    <a:srgbClr val="98949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TxStyle/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TxStyle/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A488322-F2BA-4B5B-9748-0D474271808F}" styleName="보통 스타일 3 - 강조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8EC20E35-A176-4012-BC5E-935CFFF8708E}" styleName="보통 스타일 3">
    <a:wholeTbl>
      <a:tcTxStyle>
        <a:fontRef idx="minor">
          <a:schemeClr val="tx1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85BE263C-DBD7-4A20-BB59-AAB30ACAA65A}" styleName="보통 스타일 3 - 강조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E25E649-3F16-4E02-A733-19D2CDBF48F0}" styleName="보통 스타일 3 - 강조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TxStyle/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TxStyle/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TxStyle/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TxStyle/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EB344D84-9AFB-497E-A393-DC336BA19D2E}" styleName="보통 스타일 3 - 강조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74C1A8A3-306A-4EB7-A6B1-4F7E0EB9C5D6}" styleName="보통 스타일 3 - 강조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TxStyle/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TxStyle/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B9631B5-78F2-41C9-869B-9F39066F8104}" styleName="보통 스타일 3 - 강조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TxStyle/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030" autoAdjust="0"/>
    <p:restoredTop sz="96279" autoAdjust="0"/>
  </p:normalViewPr>
  <p:slideViewPr>
    <p:cSldViewPr snapToGrid="0" showGuides="1">
      <p:cViewPr varScale="1">
        <p:scale>
          <a:sx n="76" d="100"/>
          <a:sy n="76" d="100"/>
        </p:scale>
        <p:origin x="108" y="204"/>
      </p:cViewPr>
      <p:guideLst>
        <p:guide orient="horz"/>
        <p:guide pos="76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notesMaster" Target="notesMasters/notesMaster1.xml"/><Relationship Id="rId95" Type="http://schemas.openxmlformats.org/officeDocument/2006/relationships/theme" Target="theme/theme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handoutMaster" Target="handoutMasters/handoutMaster1.xml"/><Relationship Id="rId9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commentAuthors" Target="commentAuthor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>
            <a:extLst>
              <a:ext uri="{FF2B5EF4-FFF2-40B4-BE49-F238E27FC236}">
                <a16:creationId xmlns:a16="http://schemas.microsoft.com/office/drawing/2014/main" id="{8A3FDAD1-BD96-E304-E970-84C7ABFA32B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4302625" cy="34026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7CE6C228-58E0-5B25-E9CB-16D747B8279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5621696" y="0"/>
            <a:ext cx="4302625" cy="34026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11E0DF6-075D-4C7B-BFDE-169A3322415E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18373024-E087-91E5-33FA-87E101D8A77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6457410"/>
            <a:ext cx="4302625" cy="34026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82214AC-C5FE-D752-F1FE-30C64BC7C6C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5621696" y="6457410"/>
            <a:ext cx="4302625" cy="34026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D6BD54-F480-4790-82BA-F03E334451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25196505"/>
      </p:ext>
    </p:extLst>
  </p:cSld>
  <p:clrMap bg1="lt1" tx1="dk1" bg2="lt2" tx2="dk2" accent1="accent1" accent2="accent2" accent3="accent3" accent4="accent4" accent5="accent5" accent6="accent6" hlink="hlink" folHlink="folHlink"/>
  <p:hf hd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4301543" cy="34106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lvl="0"/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5622799" y="0"/>
            <a:ext cx="4301543" cy="34106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lvl="0"/>
            <a:fld id="{C436B2D6-64F4-4593-A9D2-96481A9733B8}" type="datetime1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2925763" y="850900"/>
            <a:ext cx="4075112" cy="22923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992665" y="3271381"/>
            <a:ext cx="7941310" cy="267658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1" y="6456612"/>
            <a:ext cx="4301543" cy="34106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lvl="0"/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5622799" y="6456612"/>
            <a:ext cx="4301543" cy="34106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lvl="0"/>
            <a:fld id="{10023AD0-6B9F-4277-9628-74BC268B977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6158965"/>
      </p:ext>
    </p:extLst>
  </p:cSld>
  <p:clrMap bg1="lt1" tx1="dk1" bg2="lt2" tx2="dk2" accent1="accent1" accent2="accent2" accent3="accent3" accent4="accent4" accent5="accent5" accent6="accent6" hlink="hlink" folHlink="folHlink"/>
  <p:hf hd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슬라이드 이미지 개체 틀 1">
            <a:extLst>
              <a:ext uri="{FF2B5EF4-FFF2-40B4-BE49-F238E27FC236}">
                <a16:creationId xmlns:a16="http://schemas.microsoft.com/office/drawing/2014/main" id="{00645AEA-4F32-4DE9-99A6-EFB4279F7C5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3" name="슬라이드 노트 개체 틀 2">
            <a:extLst>
              <a:ext uri="{FF2B5EF4-FFF2-40B4-BE49-F238E27FC236}">
                <a16:creationId xmlns:a16="http://schemas.microsoft.com/office/drawing/2014/main" id="{9947877C-6608-4A93-BE9A-B121C35A8C2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ko-KR" altLang="en-US" dirty="0"/>
          </a:p>
        </p:txBody>
      </p:sp>
      <p:sp>
        <p:nvSpPr>
          <p:cNvPr id="235524" name="슬라이드 번호 개체 틀 3">
            <a:extLst>
              <a:ext uri="{FF2B5EF4-FFF2-40B4-BE49-F238E27FC236}">
                <a16:creationId xmlns:a16="http://schemas.microsoft.com/office/drawing/2014/main" id="{F6C8F9ED-AC72-4C81-A781-07B36B3347C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139E6EAF-716B-49E7-AACE-F14A1C70BED0}" type="slidenum">
              <a:rPr kumimoji="0" lang="ko-KR" altLang="en-US"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1</a:t>
            </a:fld>
            <a:endParaRPr kumimoji="0"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바닥글 개체 틀 1">
            <a:extLst>
              <a:ext uri="{FF2B5EF4-FFF2-40B4-BE49-F238E27FC236}">
                <a16:creationId xmlns:a16="http://schemas.microsoft.com/office/drawing/2014/main" id="{404F3336-9582-B4E4-F8AB-A153E3B35787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슬라이드 이미지 개체 틀 1">
            <a:extLst>
              <a:ext uri="{FF2B5EF4-FFF2-40B4-BE49-F238E27FC236}">
                <a16:creationId xmlns:a16="http://schemas.microsoft.com/office/drawing/2014/main" id="{839A6F85-9D5B-4158-AED6-062AB1C026F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555" name="슬라이드 노트 개체 틀 2">
            <a:extLst>
              <a:ext uri="{FF2B5EF4-FFF2-40B4-BE49-F238E27FC236}">
                <a16:creationId xmlns:a16="http://schemas.microsoft.com/office/drawing/2014/main" id="{71161B39-BF5F-496F-B6E1-5278732023A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9704AF6-94E8-497F-A6A6-EC7B48D03C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D49C3E9C-3099-42A6-9B8F-80A31D2DAEBA}" type="slidenum">
              <a:rPr kumimoji="0" lang="ko-KR" altLang="en-US"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2</a:t>
            </a:fld>
            <a:endParaRPr kumimoji="0"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바닥글 개체 틀 1">
            <a:extLst>
              <a:ext uri="{FF2B5EF4-FFF2-40B4-BE49-F238E27FC236}">
                <a16:creationId xmlns:a16="http://schemas.microsoft.com/office/drawing/2014/main" id="{50DE0BE8-C45C-0FCE-E366-CF9F05DA519B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907918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3"/>
          <p:cNvSpPr>
            <a:spLocks noGrp="1" noRot="1" noChangeAspect="1" noTextEdit="1"/>
          </p:cNvSpPr>
          <p:nvPr>
            <p:ph type="sldImg" idx="2"/>
          </p:nvPr>
        </p:nvSpPr>
        <p:spPr/>
        <p:txBody>
          <a:bodyPr/>
          <a:lstStyle/>
          <a:p>
            <a:pPr lvl="0">
              <a:defRPr/>
            </a:pPr>
            <a:endParaRPr lang="ko-KR" altLang="en-US"/>
          </a:p>
        </p:txBody>
      </p:sp>
      <p:sp>
        <p:nvSpPr>
          <p:cNvPr id="3" name="슬라이드 노트 개체 틀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lvl="0">
              <a:defRPr/>
            </a:pPr>
            <a:endParaRPr lang="ko-KR" altLang="en-US" dirty="0"/>
          </a:p>
        </p:txBody>
      </p:sp>
      <p:sp>
        <p:nvSpPr>
          <p:cNvPr id="4" name="슬라이드 번호 개체 틀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>
              <a:defRPr/>
            </a:pPr>
            <a:fld id="{09F4262C-968C-4EE9-8164-CE16364706B3}" type="slidenum">
              <a:rPr lang="ko-KR" altLang="en-US"/>
              <a:pPr lvl="0">
                <a:defRPr/>
              </a:pPr>
              <a:t>5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364F610-B185-6333-A792-4D811B5D245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127BE9-D87E-723F-5EEF-BA90D32BF7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3">
            <a:extLst>
              <a:ext uri="{FF2B5EF4-FFF2-40B4-BE49-F238E27FC236}">
                <a16:creationId xmlns:a16="http://schemas.microsoft.com/office/drawing/2014/main" id="{730D88E6-4DAE-7102-B8C5-504A499416FF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/>
        <p:txBody>
          <a:bodyPr/>
          <a:lstStyle/>
          <a:p>
            <a:pPr lvl="0">
              <a:defRPr/>
            </a:pPr>
            <a:endParaRPr lang="ko-KR" altLang="en-US"/>
          </a:p>
        </p:txBody>
      </p:sp>
      <p:sp>
        <p:nvSpPr>
          <p:cNvPr id="3" name="슬라이드 노트 개체 틀 4">
            <a:extLst>
              <a:ext uri="{FF2B5EF4-FFF2-40B4-BE49-F238E27FC236}">
                <a16:creationId xmlns:a16="http://schemas.microsoft.com/office/drawing/2014/main" id="{3DB74D76-5C63-D37C-B8B3-E49DF259286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lvl="0">
              <a:defRPr/>
            </a:pPr>
            <a:endParaRPr lang="ko-KR" altLang="en-US"/>
          </a:p>
        </p:txBody>
      </p:sp>
      <p:sp>
        <p:nvSpPr>
          <p:cNvPr id="4" name="슬라이드 번호 개체 틀 6">
            <a:extLst>
              <a:ext uri="{FF2B5EF4-FFF2-40B4-BE49-F238E27FC236}">
                <a16:creationId xmlns:a16="http://schemas.microsoft.com/office/drawing/2014/main" id="{EFBE047E-1C2D-341F-2036-6F1999CBFE9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>
              <a:defRPr/>
            </a:pPr>
            <a:fld id="{09F4262C-968C-4EE9-8164-CE16364706B3}" type="slidenum">
              <a:rPr lang="ko-KR" altLang="en-US"/>
              <a:pPr lvl="0">
                <a:defRPr/>
              </a:pPr>
              <a:t>6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7EB0280-AA5E-D8E2-845C-3C0F96741A23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171453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3B0EC-09C9-5139-9EAD-1D31C21DE5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3">
            <a:extLst>
              <a:ext uri="{FF2B5EF4-FFF2-40B4-BE49-F238E27FC236}">
                <a16:creationId xmlns:a16="http://schemas.microsoft.com/office/drawing/2014/main" id="{2EF295B1-5242-F9BA-57E2-CE5AC1412B04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/>
        <p:txBody>
          <a:bodyPr/>
          <a:lstStyle/>
          <a:p>
            <a:pPr lvl="0">
              <a:defRPr/>
            </a:pPr>
            <a:endParaRPr lang="ko-KR" altLang="en-US"/>
          </a:p>
        </p:txBody>
      </p:sp>
      <p:sp>
        <p:nvSpPr>
          <p:cNvPr id="3" name="슬라이드 노트 개체 틀 4">
            <a:extLst>
              <a:ext uri="{FF2B5EF4-FFF2-40B4-BE49-F238E27FC236}">
                <a16:creationId xmlns:a16="http://schemas.microsoft.com/office/drawing/2014/main" id="{DF8688C9-C07E-6AE3-3F20-F618C66D8F0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lvl="0">
              <a:defRPr/>
            </a:pPr>
            <a:endParaRPr lang="ko-KR" altLang="en-US"/>
          </a:p>
        </p:txBody>
      </p:sp>
      <p:sp>
        <p:nvSpPr>
          <p:cNvPr id="4" name="슬라이드 번호 개체 틀 6">
            <a:extLst>
              <a:ext uri="{FF2B5EF4-FFF2-40B4-BE49-F238E27FC236}">
                <a16:creationId xmlns:a16="http://schemas.microsoft.com/office/drawing/2014/main" id="{552F6955-28E0-80D5-2923-9CAAF6EE7D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>
              <a:defRPr/>
            </a:pPr>
            <a:fld id="{09F4262C-968C-4EE9-8164-CE16364706B3}" type="slidenum">
              <a:rPr lang="ko-KR" altLang="en-US"/>
              <a:pPr lvl="0">
                <a:defRPr/>
              </a:pPr>
              <a:t>7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78B9706-EB66-822C-C721-AC402CBDDFC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893105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F70925-2777-1311-A4A8-470713A710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8821C5-F128-9756-0276-70CFACCA13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C3794BF-6055-D5AB-89C0-FC4C5670BB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C8DC7F0-F77A-F642-9F32-9FF61FEF01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73CD7EB-180E-518C-2101-B333208C115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2021094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FC069-87BE-26D3-74EC-F95B76A81B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C04355-88DD-D048-14A8-90C2D5E9FF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BDD29DE-B63A-4D37-E0DA-E4C11BEE06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3F6162-A6B9-1BEE-5365-5717A951FA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9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905A45ED-6108-9303-4F85-166F9034BBAB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9929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10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7CAA0F65-32C7-3624-8E49-17BEA5BB501C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4121272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58673-BDDD-26B8-09B5-7DCBA0A5C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2F4D757-DDE3-4293-D10E-C40AAA66AE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1B725B4-9DCF-3244-F69A-F97D51262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F301C91-3393-2831-1B7D-92572FC961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16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8C8F104-0D87-3406-BFD6-6E0F1F0A29D2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3819630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4A5E14-5B76-D5C6-C461-D5C62B513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B24B262-1BD9-0E6B-E333-ECA48A0863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A2CA40-8BE2-3C3B-06D3-C9ACD2EBD2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FE18457-6013-4AE3-153F-94FE8C94765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17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493F7A4-5AA3-FE3F-D29B-0F1BAC1E229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58614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/>
            <a:fld id="{10023AD0-6B9F-4277-9628-74BC268B9771}" type="slidenum">
              <a:rPr lang="ko-KR" altLang="en-US" smtClean="0"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261927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95FB41-88E6-530A-8AF7-BFC0FB03DE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636F1D-10CC-BEAF-AB1B-AB6F0D4821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DFD13FA-E201-F5B3-3414-8B802BBE4D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9C27143A-D100-54B2-935B-20F46120D6E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04AA4A00-228E-8246-51A4-AC14187E5B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/>
            <a:fld id="{10023AD0-6B9F-4277-9628-74BC268B9771}" type="slidenum">
              <a:rPr lang="ko-KR" altLang="en-US" smtClean="0"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9580146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D501290-8219-C260-A071-C55218558AC0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764627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27726-A95B-0CE0-2505-C370EE08BA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0F75FF-2BCB-A0CD-C093-C695B6A858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C9B74CB-713C-54A9-0281-43F40C568A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B6F85E9-1541-E8D2-099C-751CDE2FF7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A3455F98-7272-3DC0-FA21-6105A80937FF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2224786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1A00A0-DE44-D93F-67C7-DFC98A877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EDA1279-4CBF-4504-2B98-B8194634B5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8CA658-D3C0-F3D9-2D95-337C0DAFF8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73C3911-B91E-5CF2-00F5-D6C9296EE8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23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B6FFDB4-53B4-991B-A85A-416FA6224BE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160116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B433AE-98BA-9A61-9984-21913C01F6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43D787F-F862-613B-0239-B9B2A8AB50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486C2B-02C8-D351-6599-13F50B3C52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084E3BE-7C4C-D4A0-88FD-7BA4C7E839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4B7DF41-BB7B-5411-A378-6086A7EC2121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001669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8C9BB-E2F3-0023-455C-D3148B99C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28E5FFA-BFE7-9AB2-7B2F-4F200E7F68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6B20DBA-73F3-F06D-400C-E145BBDCF4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BD7E1A0-6BC4-1532-B1E9-E411193C7D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25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566B0AB-6CC6-0008-36DC-9F6CEA63DDD3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267837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8520C1-8282-D012-B8B5-BF7C973AC6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346621-8992-B414-13E8-9176612184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55EA32-20F2-BC90-412C-E91857F924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06200DF-D1B2-C406-B1F5-521B7B012E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27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7E54921-611B-C495-FA8F-B8A7329247AE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969641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52CCC0-7866-BC23-9A51-F9C7EE4A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DF13A7-5ED5-AA0A-4DB7-5B23734D15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44E97D-47DB-D1E5-4EE1-8A8CB7E2CA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DACBDE-C5D4-9877-0741-70350F3B4E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A987F006-A696-9976-856F-4A2A049A9DF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1941924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D15A58-C1C7-D9D6-F6C8-563B6BEF59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EAF5F9B-E0AE-5DEB-9C46-9A1E43AA08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18B2439-EEE5-6ECF-57F7-8426826FFF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3986DBB-7191-3304-B4CB-F6EAC96D48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29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F24E9D-9B87-F6E7-A98E-75D76350760D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5548269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E212F-B8E6-17B1-27FF-500DF8D6CC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C360CEE-D2ED-76CE-A190-EDB8D86A96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D049821-7148-A7FF-6170-5CADB70A28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65739F-EB1C-D4CA-4D8F-45037C9062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9A560741-9D07-023B-E374-FA58BB94A800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9737904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35CC9B7-D24B-232C-5A46-18F622380FD7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15074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B6741-A2FC-08DE-7753-33A82BE2CE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6F0C24-D12E-8DC9-1E4B-4F7E3460A6D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DBDE89D-A177-FE9F-EFF7-5A0D5AC01D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256F4D7-5586-4A60-BCE8-ECA846F9D3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/>
            <a:fld id="{10023AD0-6B9F-4277-9628-74BC268B9771}" type="slidenum">
              <a:rPr lang="ko-KR" altLang="en-US" smtClean="0"/>
              <a:t>32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037E773-DF56-AF16-D372-A7044D93817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205569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929A2E-DD08-4C6A-330B-E2616E130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DA4B57-1C58-70F8-1930-3F3BCB3C3C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F11DB7-9DF5-348C-AADC-67F753E666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AE8E661-3803-E26B-7C7B-433479A8F3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33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AE54E47-790C-B171-0016-CB2E15F501F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051367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61F8E0-7FB8-81B6-9323-161EB5035E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BC33B82-C7AF-5D43-D3D0-F9E5AB0428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E9C42B-FF6B-5A31-AD9A-BAAD7B85AC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ED02142-062E-28DB-4CDE-FE539BC72F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C84DDC8-C079-01B4-4ACB-9B903DCBF83E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440155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31BB8D-D3D9-08F2-F69C-1C4F1664A1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42DD50D-A281-3529-8E81-3AB0D38FE5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AB227E-D558-F7DD-D4BA-9AE31DBA6B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984D184-4B5B-3A2C-77FF-23368F43B39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35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44D472D-784C-003D-E5CE-CA39552239DB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1576088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449B0-473B-8E4D-DEF4-1810FFCB39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98BA9D4-83E9-850B-657E-744843DF70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DA43EE4-D3A8-CB2B-DEFD-C51673FBAF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9CFD9A1-BDD1-2A86-6D28-AFEB5BB67C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810F887-7EEE-FF90-471C-98152F47AA7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709973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633689-34AB-D98C-2DC1-DB6503EFFE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E4D6FC-56B3-4FB9-3519-F169DD24BB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10609D1-1691-83D4-8C57-ED1D5E1867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2CE0FF3-B9E0-CB7F-EF1A-8EF3CA9471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39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13A623D-DE0B-F4C9-5EC3-983BA59742B0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302983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5DEFDF-6C6D-3A1B-D6E6-1E64287AA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4B0BEAB-9DC0-DEA2-9396-0B7D034209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EE9735F-2882-6A63-825E-7670BA9838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85333-CAA7-CD87-1790-1AC9A4623E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ED65121-75C8-8D54-A923-9FE28B0C501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556392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F5EB5-E54C-4358-E677-5923778397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9DD2A3-A51F-DFDC-FD6F-AB7F2FEA88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09B72AE-A811-F270-7984-0C66E6B8BC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F9D133-161E-6214-AADC-6E8FEC4757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C103B95-DB55-CBEB-9E27-24EC22D96C7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2377964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240A7E-5CD9-6DD5-EB19-DE81C77FB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ACD78ED-727E-8384-5C14-C78782D605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3395085-102A-851E-1DD6-F24BFBAF4F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B8FE43-3874-33AD-2BC2-8B6A0DEE3C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938C9F2-767D-5620-13B0-888667A108D3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17175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04F322-2620-CAC6-06D7-43290D6165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AA100B-1917-C692-B4B6-8DF5EDCA2F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BF32AE-E352-58E0-41DD-E35EBB7C56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EB6546F-314E-3616-E618-48119AF912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43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F864E8F-E71E-8BA3-F0EA-35C66B9375A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9861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3A385-9CEF-7514-3073-28BF7708A2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AC20205-8674-4941-4F37-64E44E32C3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0125E18-518D-E2E4-7DE4-01FF7293F0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363BE5-CD14-7533-175D-2CBEBDB33D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45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3AA3617-C638-8D52-27B5-6DD52A3EDA2D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2166033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7D42F1-7DFB-DB84-94C2-E8F648C3D1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4AAB7D-4E71-BFC1-C362-B480E955B1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B8E18F-69ED-56DC-968C-B64535CC2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6B6135-E838-64D7-FB61-9901B735A9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46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47F74D1-F9ED-232E-1F70-1384A7BB609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267613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A5A40B-54FF-24F9-2AA6-95EDAEE75E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35AE9D6-E291-4EF0-FDE1-41806430FC7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D620A72-DB78-7752-D769-8F618F6942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8AE973-12BA-B9CC-50BA-7426015123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47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326FAA-7974-B416-45DF-572F9C1116EB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8716539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C83D9B-B586-78DF-4F5D-B6FA9EB58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F249164-4BD9-3716-8917-FB6E724EB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A9F92D-96FF-9930-3C07-6B70E51E4A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7C78E5B-D2DA-F407-FECC-46BE796E52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9C432A4-F77B-C430-BE3B-BB98DB5CDC4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8684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609AD-DAC6-2745-2903-50FF33014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C67FD9F-B293-02AD-D35E-6DC8C4ABB6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14617-13EE-CCEF-029D-6EEACC8484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377470-2969-CF58-9E6F-1C97D231BA2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49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65D90AF-3727-75C2-ECE7-855C85B279E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743417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651A0D-4A61-C328-C26B-2716FEC868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FCE78A9-281D-87F6-E049-411B73DEC1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C24E441-8CE8-7F93-2181-24ACBBE2C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01E5B6-187C-8864-4B26-3FB2B65A79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9CADCC86-AB57-65A5-FC4B-20233C408AB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431219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76B5D6-4C4A-827A-450C-BBE5FDD03B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21CFEC1-CDDC-DCAB-2F57-357E00CC49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213627-BBA6-F5DD-A63E-96E9D33F62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57E4E0A-4A55-B551-7343-9C59F68C61C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8305BB5-AD94-ACE1-674C-1E9BD589AED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397600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34F8E6-183A-70A9-0D29-6909EF9DEC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B87F071-D0FD-C202-67CE-EB3DD4B6CB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E5CF6F-5EA3-6560-F5A8-F33FDF165E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8070FD-DAC6-184B-4901-01E1EBF8682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53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E921A11-40B2-DC5A-0A7A-82F4FE0DB9F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623851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429301-FF17-8BA0-5D70-078CCB5252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0E823C2-17A3-2EFD-3750-E2F2FAD923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CACECA-68FC-6022-0F94-3254C3BBA4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BA7CF5C-5467-1A8F-6E76-994C825921E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7BC37E3-E094-2ABA-BE17-6EDD0A145C43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269427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0B2EAE-DC58-EEFF-8120-BFD08B6AC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50E95-0166-1897-5908-A996D16D94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A615B6-451C-35FF-891D-2B5FB10852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1235E48-5A08-65B3-B15E-225E80CEAD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55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949DFFD-0FE5-A23D-E9D0-9B6DC411399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66865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2813F-7A78-AA6B-7C52-6B0B45668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849843-8A14-A09E-F41F-2DA123E8B92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E89C1E-A74B-F843-4AA0-780E7541F3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924A44E-79A6-0673-8A96-62E44F0DC8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/>
            <a:fld id="{10023AD0-6B9F-4277-9628-74BC268B9771}" type="slidenum">
              <a:rPr lang="ko-KR" altLang="en-US" smtClean="0"/>
              <a:t>56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8D925B6-9A8C-18C3-A330-09EA3A5F0FD1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493123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4ED073-80AA-6C91-C478-5A4C59653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C6E8BE8-596F-96BA-21DA-9A677EFD8B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E8E4AD7-65A8-A4DC-C3F1-252C7AB088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1250C7E-2971-A48E-2790-82F626F6AF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9EDACE5E-4396-87D5-D07A-26A75B9E15B1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3676438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8928E3-B9C5-9630-555D-26DC040072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EF5249-D0D4-F294-78AB-504B5BA8F5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DACB632-605F-3A96-8069-4DF31EEBE7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6BDCFE4-A05C-840A-5F1B-394A0CD0CA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59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0C4505D-178A-0C84-538B-81615FEB8F4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10529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179552-2668-F60F-D6C3-C30BD2B86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DE3FD8-2620-E37D-391C-35263CC22E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A8C5497-2665-0D2D-FB72-5EE497639D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BD9CCD3-9B7C-1287-5B17-3EDE9D26DA5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6C1F7FA-D742-7164-9E34-6F8B46BDAAC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83234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3553E-4A0F-0556-3B2F-5319E57B7B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9560D5F-320C-3C9D-21C4-8EC0C15610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9ACF161-9D94-8A7D-28A1-8C95FD44DC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75426D-1343-6395-1130-BD0127ED57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39101FB-8C5B-7B2F-E940-33AE62882F6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1885068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F2CFC6-1500-B338-ED30-8F8D26C915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2750F0A-8DB1-49EE-FD7B-AFD3C2E434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2B9092-3255-0654-6897-5A9BD76CB7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E994548-E643-9FDD-F9DF-57E93B5492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63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73006CB6-892E-F494-768C-9CBA80E55CAC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1848883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6D3CC0-B6C3-701C-0DEA-138DEEBC50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7C07F76-B430-739E-0015-4F0326F0E5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EC357B-AC47-508E-7984-B73647D639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B7BD21-2401-21D3-2824-90805B4664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51AAF86-5031-BFA0-16F6-D0855B7E3A6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412211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A91A73-DE39-7135-C8E9-4C183E87DE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7650E73-9A47-91B2-24E2-AF0D1E8DBD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D7D7F81-2BE5-6200-88A2-54FCD01B28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36F757A-AD4F-29C2-3590-6113BDBF4B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66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A781E10C-F6DF-9DB5-C49E-AAD00067D7F3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15404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7709F-9327-26B3-7871-8B1D2A1C47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2484D4D-9588-73E0-4A97-EAE62C0797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90D539B-F158-EE57-B03B-A71D6FC9C9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33103C4-7355-9313-F92C-E6B48EA961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67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921B515-0F61-8FAD-A663-EEB90BBFF785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426353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0C4E7D-5251-C513-BD0A-B15A529A69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0FED36F-DB9E-5A97-911A-5806CB7CC8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3C754D-A16E-3C3A-C2DA-19C92FAF39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D7E786-A1C8-915A-C4A6-CAD3B78F7D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68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A6C2BB2-5E14-8A1D-BE71-CAF2DFA11157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47891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657F8-DBEF-81C6-8C3B-C90B3456AD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2CBA316-0DD2-A034-9C46-FAF7675B6B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978890-182A-A6B7-8B12-A73BD45111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0AFB3D8-A75A-136F-0108-BE33FA4F97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151CE65-9DF1-F673-C599-C364884D61BB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231151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FEE92C-A91D-A9A8-6D9F-C39D5A4DC0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E66767F-016B-3F01-0EB0-D7B7DF01CC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C87DCE9-3D7F-8507-A1FA-DC20BF864A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CC7A6E-4CDA-7A3E-EE3A-C8979A7152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73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6C476F3-8410-F048-78EE-284C21D119B3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6909312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75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6992AFE-8606-A566-8993-2F556FBBC4A9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915150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EE61D-6262-B0E6-1982-EC2BE0ECB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DC29FC3-45EA-235B-D509-11620386CE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7E6D68-3D61-D051-C2B2-0B55623BDD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eriod"/>
            </a:pPr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6C82D6-4DC9-4C72-035B-2E8377DAB85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76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5424E81-96EC-E920-8C23-F1A8458A0A15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866119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72FCBB-990B-55C4-188C-E80484B820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08FACF6-68E6-4E72-73B1-08A46D1036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FDEAA3-5BAF-C2FA-8E3B-4CD3E43F5D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0B8455-3FB0-0604-5C99-CD247FD15E5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77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B8255A5-245D-BF9B-566A-C5811C1E8F4A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283411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068DA2-1877-FA5B-4D79-FA8371D0DB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D421BF-9B2F-4DAF-DCD3-85CCE44131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27DEEF-1961-D311-56F7-922D0BCD1D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eriod"/>
            </a:pPr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BCA09FE-F383-A9A3-308D-E17DCC0209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78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5C9489A-4984-670D-79DD-451AEE24D2BC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6261874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477EBD-8FC7-7E12-EF88-4CA28F84D9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066A732-DE79-9C50-58BA-5EBCE3BE0E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CA79F7-794C-448E-D881-F3742F3A8A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A6A619-3555-B39A-F0D3-FFD16E0CEA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79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E916D6C-F56F-82B9-C9B7-6886273482D6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789677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8FDFC-8962-F01F-DC6F-31F9F217EC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A190CD-0920-1771-C54B-9FEADB7556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FDB67F-AE79-D90F-B517-BFCA74925C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59A7F28-57F4-D077-FED0-E19FE12177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80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3EB9555-5D83-D75D-1E6D-D204F78FFAE1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344256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1C41EB-450F-36CA-7EFB-73642CA4C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D325A5D-4E4D-4721-0EEC-83F0AFA229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000E07-FF44-01AA-82D8-AB124E74D5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1818EC7-611C-C964-4DC4-26C1D130E7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023AD0-6B9F-4277-9628-74BC268B9771}" type="slidenum">
              <a:rPr lang="ko-KR" altLang="en-US" smtClean="0"/>
              <a:t>81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4A826D4-C82E-96C2-B14B-6C5D680EC4EF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86349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831BA18-B6D6-4BB4-A3BF-61C57990D93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3E4B6821-0687-4409-B564-814AE0384DA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ED1229F-4D4B-4BD2-8BFE-D8B3C2EDF9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91010C2-995B-4674-8727-EE067352CC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A06D3981-71AF-4B17-A0B9-E2A08DA11C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2026315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A569D47-3561-4305-8733-0A69915DAD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2F35A26-FDCF-4762-B295-5098F126B8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CA86642-3BFF-4807-9135-7EB0257496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BA98EA0-A0B9-4ECC-BA65-D2A92C8230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EB12BF85-9447-4541-AC6D-7BD8CFBC9F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9696912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4EEADC9-1781-49F2-8681-4E15181DCA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905C2474-94DA-4953-B458-B0679E1D36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777B8BB-B744-4D87-97BA-6D8192C705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AEC2E3F4-E7D6-45A8-8FFB-22C7F08248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5F2D3AA3-75B6-4232-B69C-770F8B485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254545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61D80E3-4DE0-4348-B578-50796EBA6E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D85B97B-5BCA-459B-AC8D-F219EB4E457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19253568-C2B3-4E71-B8AD-6BE9F9610C9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A9B4E5AB-0E12-47AC-AA1F-39921BA869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7E60F9F-A6E6-4C11-84EF-B18F43A2B6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5452FF11-7D36-4AB5-B0B2-1B8B3AC272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005208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75CFA17-EBD6-4E8F-9D0B-D152E57AC7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B273E3D4-9F6B-49C7-8F50-390D2E7C39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20DA30E3-63DA-4B2C-90BA-471C33B8582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68FF5DA-E30C-439B-ADEF-B71BC4D14C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30CE6929-093A-4AD5-AAA8-C2B58B1EAD5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DF6FF15F-883A-44EE-86AF-06B1D7D1EC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29B9801F-33F0-4CA6-B3BA-DB1F5C708F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CFF52AE0-7129-48F2-9698-6965E9F3D2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52182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9748A8C-7F04-4007-9E40-AC3C7E3218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DB119E23-C1C1-490C-9DD2-29A978E24F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ECD51D19-626B-4955-A598-A75E0706EF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5535CB87-2CC4-4BDE-A0B0-A585F7DCDB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46275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BF8C87AF-CBE8-435F-A545-04A1C7100D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2B3E5F1C-2F9C-4D87-840D-768468E031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2A0137-E547-4034-A2B1-225F9CC4FB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992273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5B03195-92BA-46E9-B15F-586D085716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768CE92-6186-42D0-A9C1-FCF1A3B2F66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29735BEA-5E1A-4593-A3F3-3BCC52FB9CE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B86D6B6-0F21-4B32-A45A-22C0F3013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08EF0FA-835A-48B4-BBD5-BABB1FFACF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F86E90DC-9525-4029-B577-B406B5F95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13753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D43D822-DB7A-4B91-A2DE-0BEE7BF151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D9830FB2-B41B-4EAD-8C45-D360C1AD2AF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B085F4EC-C63A-4FF7-98E8-7691732E76B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DD05E4FE-F0CA-4447-9379-C658634EB5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EADA02DD-67CD-4C48-8FAE-96B80A639D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B2A5D9AB-C159-4002-A054-27428D1CF6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507255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24C3E42-4C0E-41AD-8441-75FBC8400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446301D-783D-4E6E-9E63-31D0CDE24A9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DF69B217-542E-4C24-A00F-A46319A246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73BDC15-B829-4F34-BAAB-C27D21B66A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D646808-7167-48F0-991D-99D94E99B6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979743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0AEC5AF3-5A07-4A90-ADDB-12EBA01E41C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A0E58417-ACAE-4C28-9A90-4810A6705B5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F0D4F8E5-CBB0-40C9-BAC8-1DC6E64799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A9004C5D-360C-445C-B604-A9C12E3507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6B6A7229-0F4A-4406-8ECF-1E5AB23DA6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185014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C2B3283E-AB29-4449-BCC4-F1A0CFC3EA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61291" y="6396038"/>
            <a:ext cx="177828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9196939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5">
            <a:extLst>
              <a:ext uri="{FF2B5EF4-FFF2-40B4-BE49-F238E27FC236}">
                <a16:creationId xmlns:a16="http://schemas.microsoft.com/office/drawing/2014/main" id="{17B7675E-8FA1-43A6-9A61-BC578F137EBA}"/>
              </a:ext>
            </a:extLst>
          </p:cNvPr>
          <p:cNvSpPr txBox="1">
            <a:spLocks/>
          </p:cNvSpPr>
          <p:nvPr userDrawn="1"/>
        </p:nvSpPr>
        <p:spPr>
          <a:xfrm>
            <a:off x="7513743" y="333376"/>
            <a:ext cx="990758" cy="220663"/>
          </a:xfrm>
          <a:prstGeom prst="rect">
            <a:avLst/>
          </a:prstGeom>
        </p:spPr>
        <p:txBody>
          <a:bodyPr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1" hangingPunct="1"/>
            <a:fld id="{56388065-B4F3-4C38-9CEB-25FBCFC7F5E7}" type="slidenum">
              <a:rPr kumimoji="0"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pPr eaLnBrk="1" latinLnBrk="1" hangingPunct="1"/>
              <a:t>‹#›</a:t>
            </a:fld>
            <a:endParaRPr kumimoji="0" lang="ko-KR" altLang="en-US" sz="9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" name="Group 47">
            <a:extLst>
              <a:ext uri="{FF2B5EF4-FFF2-40B4-BE49-F238E27FC236}">
                <a16:creationId xmlns:a16="http://schemas.microsoft.com/office/drawing/2014/main" id="{0F89BCD8-FC7D-4EA6-83C6-DD45DC0669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539090"/>
              </p:ext>
            </p:extLst>
          </p:nvPr>
        </p:nvGraphicFramePr>
        <p:xfrm>
          <a:off x="1" y="0"/>
          <a:ext cx="12193955" cy="6858000"/>
        </p:xfrm>
        <a:graphic>
          <a:graphicData uri="http://schemas.openxmlformats.org/drawingml/2006/table">
            <a:tbl>
              <a:tblPr>
                <a:tableStyleId>{E8B1032C-EA38-4F05-BA0D-38AFFFC7BED3}</a:tableStyleId>
              </a:tblPr>
              <a:tblGrid>
                <a:gridCol w="11577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470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56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895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5038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878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화면 명</a:t>
                      </a:r>
                      <a:endParaRPr lang="en-US" altLang="ko-KR" sz="8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는 달라질 수 있습니다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endParaRPr kumimoji="1" lang="ko-KR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outline</a:t>
                      </a:r>
                      <a:endParaRPr lang="ko-KR" altLang="ko-KR" sz="9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80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카테고리</a:t>
                      </a:r>
                      <a:endParaRPr lang="en-US" altLang="ko-KR" sz="8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lvl="0" indent="-93663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PN</a:t>
                      </a: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9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83368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9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9065" marR="49065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93663" marR="0" lvl="0" indent="-93663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600" marR="39600" marT="18000" marB="18000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9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9600" marR="39600" marT="18000" marB="18000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600" marR="39600" marT="18000" marB="18000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9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9861" marR="39861" marT="18119" marB="18119" anchor="ctr" horzOverflow="overflow">
                    <a:lnL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슬라이드 번호 개체 틀 5">
            <a:extLst>
              <a:ext uri="{FF2B5EF4-FFF2-40B4-BE49-F238E27FC236}">
                <a16:creationId xmlns:a16="http://schemas.microsoft.com/office/drawing/2014/main" id="{C5EA7760-3B64-4698-8CD4-634A0363D43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491352" y="6572251"/>
            <a:ext cx="2585352" cy="220663"/>
          </a:xfrm>
        </p:spPr>
        <p:txBody>
          <a:bodyPr/>
          <a:lstStyle>
            <a:lvl1pPr>
              <a:defRPr sz="1000"/>
            </a:lvl1pPr>
          </a:lstStyle>
          <a:p>
            <a:fld id="{36877DEF-D236-4117-B26A-87430DFE5DAB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950010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957330A-7084-46C0-9BC1-CCE1814588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8CBCDA5F-F3EF-4C35-A4FE-3A51358775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822EE58-346E-4A68-94B9-EC1262B671A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5BFA33C-E9F2-4322-9E02-5D07715684F9}" type="datetimeFigureOut">
              <a:rPr lang="ko-KR" altLang="en-US" smtClean="0"/>
              <a:t>2025-01-24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9440261-0475-48EE-AF95-9AC82436C30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520B8284-9F5D-4DC4-B275-5B6A8F49846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1AD0278-3AEC-472C-98BA-2EF6D553C22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04705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4" Type="http://schemas.openxmlformats.org/officeDocument/2006/relationships/notesSlide" Target="../notesSlides/notesSlide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4.xml"/><Relationship Id="rId1" Type="http://schemas.openxmlformats.org/officeDocument/2006/relationships/tags" Target="../tags/tag3.xml"/><Relationship Id="rId4" Type="http://schemas.openxmlformats.org/officeDocument/2006/relationships/notesSlide" Target="../notesSlides/notesSlide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4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tags" Target="../tags/tag10.xml"/><Relationship Id="rId2" Type="http://schemas.openxmlformats.org/officeDocument/2006/relationships/tags" Target="../tags/tag9.xml"/><Relationship Id="rId1" Type="http://schemas.openxmlformats.org/officeDocument/2006/relationships/tags" Target="../tags/tag8.xml"/><Relationship Id="rId6" Type="http://schemas.openxmlformats.org/officeDocument/2006/relationships/slideLayout" Target="../slideLayouts/slideLayout13.xml"/><Relationship Id="rId5" Type="http://schemas.openxmlformats.org/officeDocument/2006/relationships/tags" Target="../tags/tag12.xml"/><Relationship Id="rId4" Type="http://schemas.openxmlformats.org/officeDocument/2006/relationships/tags" Target="../tags/tag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tags" Target="../tags/tag15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4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7.xml"/><Relationship Id="rId1" Type="http://schemas.openxmlformats.org/officeDocument/2006/relationships/tags" Target="../tags/tag16.xml"/><Relationship Id="rId5" Type="http://schemas.openxmlformats.org/officeDocument/2006/relationships/image" Target="../media/image3.emf"/><Relationship Id="rId4" Type="http://schemas.openxmlformats.org/officeDocument/2006/relationships/notesSlide" Target="../notesSlides/notesSlide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tags" Target="../tags/tag25.xml"/><Relationship Id="rId13" Type="http://schemas.openxmlformats.org/officeDocument/2006/relationships/tags" Target="../tags/tag30.xml"/><Relationship Id="rId18" Type="http://schemas.openxmlformats.org/officeDocument/2006/relationships/tags" Target="../tags/tag35.xml"/><Relationship Id="rId3" Type="http://schemas.openxmlformats.org/officeDocument/2006/relationships/tags" Target="../tags/tag20.xml"/><Relationship Id="rId21" Type="http://schemas.openxmlformats.org/officeDocument/2006/relationships/tags" Target="../tags/tag38.xml"/><Relationship Id="rId7" Type="http://schemas.openxmlformats.org/officeDocument/2006/relationships/tags" Target="../tags/tag24.xml"/><Relationship Id="rId12" Type="http://schemas.openxmlformats.org/officeDocument/2006/relationships/tags" Target="../tags/tag29.xml"/><Relationship Id="rId17" Type="http://schemas.openxmlformats.org/officeDocument/2006/relationships/tags" Target="../tags/tag34.xml"/><Relationship Id="rId2" Type="http://schemas.openxmlformats.org/officeDocument/2006/relationships/tags" Target="../tags/tag19.xml"/><Relationship Id="rId16" Type="http://schemas.openxmlformats.org/officeDocument/2006/relationships/tags" Target="../tags/tag33.xml"/><Relationship Id="rId20" Type="http://schemas.openxmlformats.org/officeDocument/2006/relationships/tags" Target="../tags/tag37.xml"/><Relationship Id="rId1" Type="http://schemas.openxmlformats.org/officeDocument/2006/relationships/tags" Target="../tags/tag18.xml"/><Relationship Id="rId6" Type="http://schemas.openxmlformats.org/officeDocument/2006/relationships/tags" Target="../tags/tag23.xml"/><Relationship Id="rId11" Type="http://schemas.openxmlformats.org/officeDocument/2006/relationships/tags" Target="../tags/tag28.xml"/><Relationship Id="rId5" Type="http://schemas.openxmlformats.org/officeDocument/2006/relationships/tags" Target="../tags/tag22.xml"/><Relationship Id="rId15" Type="http://schemas.openxmlformats.org/officeDocument/2006/relationships/tags" Target="../tags/tag32.xml"/><Relationship Id="rId23" Type="http://schemas.openxmlformats.org/officeDocument/2006/relationships/notesSlide" Target="../notesSlides/notesSlide11.xml"/><Relationship Id="rId10" Type="http://schemas.openxmlformats.org/officeDocument/2006/relationships/tags" Target="../tags/tag27.xml"/><Relationship Id="rId19" Type="http://schemas.openxmlformats.org/officeDocument/2006/relationships/tags" Target="../tags/tag36.xml"/><Relationship Id="rId4" Type="http://schemas.openxmlformats.org/officeDocument/2006/relationships/tags" Target="../tags/tag21.xml"/><Relationship Id="rId9" Type="http://schemas.openxmlformats.org/officeDocument/2006/relationships/tags" Target="../tags/tag26.xml"/><Relationship Id="rId14" Type="http://schemas.openxmlformats.org/officeDocument/2006/relationships/tags" Target="../tags/tag31.xml"/><Relationship Id="rId22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.xml"/><Relationship Id="rId3" Type="http://schemas.openxmlformats.org/officeDocument/2006/relationships/tags" Target="../tags/tag41.xml"/><Relationship Id="rId7" Type="http://schemas.openxmlformats.org/officeDocument/2006/relationships/slideLayout" Target="../slideLayouts/slideLayout13.xml"/><Relationship Id="rId2" Type="http://schemas.openxmlformats.org/officeDocument/2006/relationships/tags" Target="../tags/tag40.xml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5" Type="http://schemas.openxmlformats.org/officeDocument/2006/relationships/tags" Target="../tags/tag43.xml"/><Relationship Id="rId4" Type="http://schemas.openxmlformats.org/officeDocument/2006/relationships/tags" Target="../tags/tag4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tags" Target="../tags/tag52.xml"/><Relationship Id="rId13" Type="http://schemas.openxmlformats.org/officeDocument/2006/relationships/tags" Target="../tags/tag57.xml"/><Relationship Id="rId18" Type="http://schemas.openxmlformats.org/officeDocument/2006/relationships/image" Target="../media/image3.emf"/><Relationship Id="rId3" Type="http://schemas.openxmlformats.org/officeDocument/2006/relationships/tags" Target="../tags/tag47.xml"/><Relationship Id="rId7" Type="http://schemas.openxmlformats.org/officeDocument/2006/relationships/tags" Target="../tags/tag51.xml"/><Relationship Id="rId12" Type="http://schemas.openxmlformats.org/officeDocument/2006/relationships/tags" Target="../tags/tag56.xml"/><Relationship Id="rId17" Type="http://schemas.openxmlformats.org/officeDocument/2006/relationships/notesSlide" Target="../notesSlides/notesSlide13.xml"/><Relationship Id="rId2" Type="http://schemas.openxmlformats.org/officeDocument/2006/relationships/tags" Target="../tags/tag46.xml"/><Relationship Id="rId16" Type="http://schemas.openxmlformats.org/officeDocument/2006/relationships/slideLayout" Target="../slideLayouts/slideLayout13.xml"/><Relationship Id="rId1" Type="http://schemas.openxmlformats.org/officeDocument/2006/relationships/tags" Target="../tags/tag45.xml"/><Relationship Id="rId6" Type="http://schemas.openxmlformats.org/officeDocument/2006/relationships/tags" Target="../tags/tag50.xml"/><Relationship Id="rId11" Type="http://schemas.openxmlformats.org/officeDocument/2006/relationships/tags" Target="../tags/tag55.xml"/><Relationship Id="rId5" Type="http://schemas.openxmlformats.org/officeDocument/2006/relationships/tags" Target="../tags/tag49.xml"/><Relationship Id="rId15" Type="http://schemas.openxmlformats.org/officeDocument/2006/relationships/tags" Target="../tags/tag59.xml"/><Relationship Id="rId10" Type="http://schemas.openxmlformats.org/officeDocument/2006/relationships/tags" Target="../tags/tag54.xml"/><Relationship Id="rId4" Type="http://schemas.openxmlformats.org/officeDocument/2006/relationships/tags" Target="../tags/tag48.xml"/><Relationship Id="rId9" Type="http://schemas.openxmlformats.org/officeDocument/2006/relationships/tags" Target="../tags/tag53.xml"/><Relationship Id="rId14" Type="http://schemas.openxmlformats.org/officeDocument/2006/relationships/tags" Target="../tags/tag5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67.xml"/><Relationship Id="rId13" Type="http://schemas.openxmlformats.org/officeDocument/2006/relationships/tags" Target="../tags/tag72.xml"/><Relationship Id="rId18" Type="http://schemas.openxmlformats.org/officeDocument/2006/relationships/tags" Target="../tags/tag77.xml"/><Relationship Id="rId3" Type="http://schemas.openxmlformats.org/officeDocument/2006/relationships/tags" Target="../tags/tag62.xml"/><Relationship Id="rId21" Type="http://schemas.openxmlformats.org/officeDocument/2006/relationships/image" Target="../media/image3.emf"/><Relationship Id="rId7" Type="http://schemas.openxmlformats.org/officeDocument/2006/relationships/tags" Target="../tags/tag66.xml"/><Relationship Id="rId12" Type="http://schemas.openxmlformats.org/officeDocument/2006/relationships/tags" Target="../tags/tag71.xml"/><Relationship Id="rId17" Type="http://schemas.openxmlformats.org/officeDocument/2006/relationships/tags" Target="../tags/tag76.xml"/><Relationship Id="rId2" Type="http://schemas.openxmlformats.org/officeDocument/2006/relationships/tags" Target="../tags/tag61.xml"/><Relationship Id="rId16" Type="http://schemas.openxmlformats.org/officeDocument/2006/relationships/tags" Target="../tags/tag75.xml"/><Relationship Id="rId20" Type="http://schemas.openxmlformats.org/officeDocument/2006/relationships/notesSlide" Target="../notesSlides/notesSlide14.xml"/><Relationship Id="rId1" Type="http://schemas.openxmlformats.org/officeDocument/2006/relationships/tags" Target="../tags/tag60.xml"/><Relationship Id="rId6" Type="http://schemas.openxmlformats.org/officeDocument/2006/relationships/tags" Target="../tags/tag65.xml"/><Relationship Id="rId11" Type="http://schemas.openxmlformats.org/officeDocument/2006/relationships/tags" Target="../tags/tag70.xml"/><Relationship Id="rId5" Type="http://schemas.openxmlformats.org/officeDocument/2006/relationships/tags" Target="../tags/tag64.xml"/><Relationship Id="rId15" Type="http://schemas.openxmlformats.org/officeDocument/2006/relationships/tags" Target="../tags/tag74.xml"/><Relationship Id="rId10" Type="http://schemas.openxmlformats.org/officeDocument/2006/relationships/tags" Target="../tags/tag69.xml"/><Relationship Id="rId19" Type="http://schemas.openxmlformats.org/officeDocument/2006/relationships/slideLayout" Target="../slideLayouts/slideLayout13.xml"/><Relationship Id="rId4" Type="http://schemas.openxmlformats.org/officeDocument/2006/relationships/tags" Target="../tags/tag63.xml"/><Relationship Id="rId9" Type="http://schemas.openxmlformats.org/officeDocument/2006/relationships/tags" Target="../tags/tag68.xml"/><Relationship Id="rId14" Type="http://schemas.openxmlformats.org/officeDocument/2006/relationships/tags" Target="../tags/tag7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7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tags" Target="../tags/tag81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notesSlide" Target="../notesSlides/notesSlide1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8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5" Type="http://schemas.openxmlformats.org/officeDocument/2006/relationships/notesSlide" Target="../notesSlides/notesSlide17.xml"/><Relationship Id="rId4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tags" Target="../tags/tag93.xml"/><Relationship Id="rId13" Type="http://schemas.openxmlformats.org/officeDocument/2006/relationships/slideLayout" Target="../slideLayouts/slideLayout13.xml"/><Relationship Id="rId3" Type="http://schemas.openxmlformats.org/officeDocument/2006/relationships/tags" Target="../tags/tag88.xml"/><Relationship Id="rId7" Type="http://schemas.openxmlformats.org/officeDocument/2006/relationships/tags" Target="../tags/tag92.xml"/><Relationship Id="rId12" Type="http://schemas.openxmlformats.org/officeDocument/2006/relationships/tags" Target="../tags/tag97.xml"/><Relationship Id="rId2" Type="http://schemas.openxmlformats.org/officeDocument/2006/relationships/tags" Target="../tags/tag87.xml"/><Relationship Id="rId1" Type="http://schemas.openxmlformats.org/officeDocument/2006/relationships/tags" Target="../tags/tag86.xml"/><Relationship Id="rId6" Type="http://schemas.openxmlformats.org/officeDocument/2006/relationships/tags" Target="../tags/tag91.xml"/><Relationship Id="rId11" Type="http://schemas.openxmlformats.org/officeDocument/2006/relationships/tags" Target="../tags/tag96.xml"/><Relationship Id="rId5" Type="http://schemas.openxmlformats.org/officeDocument/2006/relationships/tags" Target="../tags/tag90.xml"/><Relationship Id="rId15" Type="http://schemas.openxmlformats.org/officeDocument/2006/relationships/image" Target="../media/image3.emf"/><Relationship Id="rId10" Type="http://schemas.openxmlformats.org/officeDocument/2006/relationships/tags" Target="../tags/tag95.xml"/><Relationship Id="rId4" Type="http://schemas.openxmlformats.org/officeDocument/2006/relationships/tags" Target="../tags/tag89.xml"/><Relationship Id="rId9" Type="http://schemas.openxmlformats.org/officeDocument/2006/relationships/tags" Target="../tags/tag94.xml"/><Relationship Id="rId14" Type="http://schemas.openxmlformats.org/officeDocument/2006/relationships/notesSlide" Target="../notesSlides/notesSlide1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99.xml"/><Relationship Id="rId1" Type="http://schemas.openxmlformats.org/officeDocument/2006/relationships/tags" Target="../tags/tag98.xml"/><Relationship Id="rId4" Type="http://schemas.openxmlformats.org/officeDocument/2006/relationships/notesSlide" Target="../notesSlides/notesSlide1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102.xml"/><Relationship Id="rId7" Type="http://schemas.openxmlformats.org/officeDocument/2006/relationships/image" Target="../media/image3.emf"/><Relationship Id="rId2" Type="http://schemas.openxmlformats.org/officeDocument/2006/relationships/tags" Target="../tags/tag101.xml"/><Relationship Id="rId1" Type="http://schemas.openxmlformats.org/officeDocument/2006/relationships/tags" Target="../tags/tag100.xml"/><Relationship Id="rId6" Type="http://schemas.openxmlformats.org/officeDocument/2006/relationships/notesSlide" Target="../notesSlides/notesSlide20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103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3" Type="http://schemas.openxmlformats.org/officeDocument/2006/relationships/tags" Target="../tags/tag106.xml"/><Relationship Id="rId7" Type="http://schemas.openxmlformats.org/officeDocument/2006/relationships/tags" Target="../tags/tag110.xml"/><Relationship Id="rId2" Type="http://schemas.openxmlformats.org/officeDocument/2006/relationships/tags" Target="../tags/tag105.xml"/><Relationship Id="rId1" Type="http://schemas.openxmlformats.org/officeDocument/2006/relationships/tags" Target="../tags/tag104.xml"/><Relationship Id="rId6" Type="http://schemas.openxmlformats.org/officeDocument/2006/relationships/tags" Target="../tags/tag109.xml"/><Relationship Id="rId5" Type="http://schemas.openxmlformats.org/officeDocument/2006/relationships/tags" Target="../tags/tag108.xml"/><Relationship Id="rId4" Type="http://schemas.openxmlformats.org/officeDocument/2006/relationships/tags" Target="../tags/tag107.xml"/><Relationship Id="rId9" Type="http://schemas.openxmlformats.org/officeDocument/2006/relationships/notesSlide" Target="../notesSlides/notesSlide2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3" Type="http://schemas.openxmlformats.org/officeDocument/2006/relationships/tags" Target="../tags/tag113.xml"/><Relationship Id="rId7" Type="http://schemas.openxmlformats.org/officeDocument/2006/relationships/tags" Target="../tags/tag117.xml"/><Relationship Id="rId2" Type="http://schemas.openxmlformats.org/officeDocument/2006/relationships/tags" Target="../tags/tag112.xml"/><Relationship Id="rId1" Type="http://schemas.openxmlformats.org/officeDocument/2006/relationships/tags" Target="../tags/tag111.xml"/><Relationship Id="rId6" Type="http://schemas.openxmlformats.org/officeDocument/2006/relationships/tags" Target="../tags/tag116.xml"/><Relationship Id="rId5" Type="http://schemas.openxmlformats.org/officeDocument/2006/relationships/tags" Target="../tags/tag115.xml"/><Relationship Id="rId10" Type="http://schemas.openxmlformats.org/officeDocument/2006/relationships/image" Target="../media/image3.emf"/><Relationship Id="rId4" Type="http://schemas.openxmlformats.org/officeDocument/2006/relationships/tags" Target="../tags/tag114.xml"/><Relationship Id="rId9" Type="http://schemas.openxmlformats.org/officeDocument/2006/relationships/notesSlide" Target="../notesSlides/notesSlide2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tags" Target="../tags/tag120.xml"/><Relationship Id="rId2" Type="http://schemas.openxmlformats.org/officeDocument/2006/relationships/tags" Target="../tags/tag119.xml"/><Relationship Id="rId1" Type="http://schemas.openxmlformats.org/officeDocument/2006/relationships/tags" Target="../tags/tag118.xml"/><Relationship Id="rId5" Type="http://schemas.openxmlformats.org/officeDocument/2006/relationships/notesSlide" Target="../notesSlides/notesSlide25.xml"/><Relationship Id="rId4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22.xml"/><Relationship Id="rId1" Type="http://schemas.openxmlformats.org/officeDocument/2006/relationships/tags" Target="../tags/tag121.xml"/><Relationship Id="rId4" Type="http://schemas.openxmlformats.org/officeDocument/2006/relationships/notesSlide" Target="../notesSlides/notesSlide26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27.xml"/><Relationship Id="rId3" Type="http://schemas.openxmlformats.org/officeDocument/2006/relationships/tags" Target="../tags/tag125.xml"/><Relationship Id="rId7" Type="http://schemas.openxmlformats.org/officeDocument/2006/relationships/slideLayout" Target="../slideLayouts/slideLayout13.xml"/><Relationship Id="rId2" Type="http://schemas.openxmlformats.org/officeDocument/2006/relationships/tags" Target="../tags/tag124.xml"/><Relationship Id="rId1" Type="http://schemas.openxmlformats.org/officeDocument/2006/relationships/tags" Target="../tags/tag123.xml"/><Relationship Id="rId6" Type="http://schemas.openxmlformats.org/officeDocument/2006/relationships/tags" Target="../tags/tag128.xml"/><Relationship Id="rId5" Type="http://schemas.openxmlformats.org/officeDocument/2006/relationships/tags" Target="../tags/tag127.xml"/><Relationship Id="rId4" Type="http://schemas.openxmlformats.org/officeDocument/2006/relationships/tags" Target="../tags/tag126.xml"/><Relationship Id="rId9" Type="http://schemas.openxmlformats.org/officeDocument/2006/relationships/image" Target="../media/image3.emf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tags" Target="../tags/tag131.xml"/><Relationship Id="rId7" Type="http://schemas.openxmlformats.org/officeDocument/2006/relationships/notesSlide" Target="../notesSlides/notesSlide28.xml"/><Relationship Id="rId2" Type="http://schemas.openxmlformats.org/officeDocument/2006/relationships/tags" Target="../tags/tag130.xml"/><Relationship Id="rId1" Type="http://schemas.openxmlformats.org/officeDocument/2006/relationships/tags" Target="../tags/tag129.xml"/><Relationship Id="rId6" Type="http://schemas.openxmlformats.org/officeDocument/2006/relationships/slideLayout" Target="../slideLayouts/slideLayout13.xml"/><Relationship Id="rId5" Type="http://schemas.openxmlformats.org/officeDocument/2006/relationships/tags" Target="../tags/tag133.xml"/><Relationship Id="rId4" Type="http://schemas.openxmlformats.org/officeDocument/2006/relationships/tags" Target="../tags/tag13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35.xml"/><Relationship Id="rId1" Type="http://schemas.openxmlformats.org/officeDocument/2006/relationships/tags" Target="../tags/tag134.xml"/><Relationship Id="rId5" Type="http://schemas.openxmlformats.org/officeDocument/2006/relationships/image" Target="../media/image3.emf"/><Relationship Id="rId4" Type="http://schemas.openxmlformats.org/officeDocument/2006/relationships/notesSlide" Target="../notesSlides/notesSlide30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tags" Target="../tags/tag138.xml"/><Relationship Id="rId2" Type="http://schemas.openxmlformats.org/officeDocument/2006/relationships/tags" Target="../tags/tag137.xml"/><Relationship Id="rId1" Type="http://schemas.openxmlformats.org/officeDocument/2006/relationships/tags" Target="../tags/tag136.xml"/><Relationship Id="rId5" Type="http://schemas.openxmlformats.org/officeDocument/2006/relationships/notesSlide" Target="../notesSlides/notesSlide31.xml"/><Relationship Id="rId4" Type="http://schemas.openxmlformats.org/officeDocument/2006/relationships/slideLayout" Target="../slideLayouts/slideLayout1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3.xml"/><Relationship Id="rId3" Type="http://schemas.openxmlformats.org/officeDocument/2006/relationships/tags" Target="../tags/tag141.xml"/><Relationship Id="rId7" Type="http://schemas.openxmlformats.org/officeDocument/2006/relationships/slideLayout" Target="../slideLayouts/slideLayout13.xml"/><Relationship Id="rId2" Type="http://schemas.openxmlformats.org/officeDocument/2006/relationships/tags" Target="../tags/tag140.xml"/><Relationship Id="rId1" Type="http://schemas.openxmlformats.org/officeDocument/2006/relationships/tags" Target="../tags/tag139.xml"/><Relationship Id="rId6" Type="http://schemas.openxmlformats.org/officeDocument/2006/relationships/tags" Target="../tags/tag144.xml"/><Relationship Id="rId5" Type="http://schemas.openxmlformats.org/officeDocument/2006/relationships/tags" Target="../tags/tag143.xml"/><Relationship Id="rId4" Type="http://schemas.openxmlformats.org/officeDocument/2006/relationships/tags" Target="../tags/tag142.xml"/><Relationship Id="rId9" Type="http://schemas.openxmlformats.org/officeDocument/2006/relationships/image" Target="../media/image3.emf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3" Type="http://schemas.openxmlformats.org/officeDocument/2006/relationships/tags" Target="../tags/tag147.xml"/><Relationship Id="rId7" Type="http://schemas.openxmlformats.org/officeDocument/2006/relationships/tags" Target="../tags/tag151.xml"/><Relationship Id="rId2" Type="http://schemas.openxmlformats.org/officeDocument/2006/relationships/tags" Target="../tags/tag146.xml"/><Relationship Id="rId1" Type="http://schemas.openxmlformats.org/officeDocument/2006/relationships/tags" Target="../tags/tag145.xml"/><Relationship Id="rId6" Type="http://schemas.openxmlformats.org/officeDocument/2006/relationships/tags" Target="../tags/tag150.xml"/><Relationship Id="rId5" Type="http://schemas.openxmlformats.org/officeDocument/2006/relationships/tags" Target="../tags/tag149.xml"/><Relationship Id="rId4" Type="http://schemas.openxmlformats.org/officeDocument/2006/relationships/tags" Target="../tags/tag148.xml"/><Relationship Id="rId9" Type="http://schemas.openxmlformats.org/officeDocument/2006/relationships/notesSlide" Target="../notesSlides/notesSlide34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tags" Target="../tags/tag154.xml"/><Relationship Id="rId2" Type="http://schemas.openxmlformats.org/officeDocument/2006/relationships/tags" Target="../tags/tag153.xml"/><Relationship Id="rId1" Type="http://schemas.openxmlformats.org/officeDocument/2006/relationships/tags" Target="../tags/tag152.xml"/><Relationship Id="rId6" Type="http://schemas.openxmlformats.org/officeDocument/2006/relationships/notesSlide" Target="../notesSlides/notesSlide37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15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9.xml"/><Relationship Id="rId3" Type="http://schemas.openxmlformats.org/officeDocument/2006/relationships/tags" Target="../tags/tag158.xml"/><Relationship Id="rId7" Type="http://schemas.openxmlformats.org/officeDocument/2006/relationships/slideLayout" Target="../slideLayouts/slideLayout13.xml"/><Relationship Id="rId2" Type="http://schemas.openxmlformats.org/officeDocument/2006/relationships/tags" Target="../tags/tag157.xml"/><Relationship Id="rId1" Type="http://schemas.openxmlformats.org/officeDocument/2006/relationships/tags" Target="../tags/tag156.xml"/><Relationship Id="rId6" Type="http://schemas.openxmlformats.org/officeDocument/2006/relationships/tags" Target="../tags/tag161.xml"/><Relationship Id="rId5" Type="http://schemas.openxmlformats.org/officeDocument/2006/relationships/tags" Target="../tags/tag160.xml"/><Relationship Id="rId4" Type="http://schemas.openxmlformats.org/officeDocument/2006/relationships/tags" Target="../tags/tag159.xml"/><Relationship Id="rId9" Type="http://schemas.openxmlformats.org/officeDocument/2006/relationships/image" Target="../media/image3.emf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63.xml"/><Relationship Id="rId1" Type="http://schemas.openxmlformats.org/officeDocument/2006/relationships/tags" Target="../tags/tag162.xml"/><Relationship Id="rId4" Type="http://schemas.openxmlformats.org/officeDocument/2006/relationships/notesSlide" Target="../notesSlides/notesSlide40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65.xml"/><Relationship Id="rId1" Type="http://schemas.openxmlformats.org/officeDocument/2006/relationships/tags" Target="../tags/tag164.xml"/><Relationship Id="rId5" Type="http://schemas.openxmlformats.org/officeDocument/2006/relationships/image" Target="../media/image3.emf"/><Relationship Id="rId4" Type="http://schemas.openxmlformats.org/officeDocument/2006/relationships/notesSlide" Target="../notesSlides/notesSlide41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67.xml"/><Relationship Id="rId1" Type="http://schemas.openxmlformats.org/officeDocument/2006/relationships/tags" Target="../tags/tag166.xml"/><Relationship Id="rId5" Type="http://schemas.openxmlformats.org/officeDocument/2006/relationships/image" Target="../media/image4.emf"/><Relationship Id="rId4" Type="http://schemas.openxmlformats.org/officeDocument/2006/relationships/notesSlide" Target="../notesSlides/notesSlide4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69.xml"/><Relationship Id="rId1" Type="http://schemas.openxmlformats.org/officeDocument/2006/relationships/tags" Target="../tags/tag168.xml"/><Relationship Id="rId5" Type="http://schemas.openxmlformats.org/officeDocument/2006/relationships/image" Target="../media/image3.emf"/><Relationship Id="rId4" Type="http://schemas.openxmlformats.org/officeDocument/2006/relationships/notesSlide" Target="../notesSlides/notesSlide44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177.xml"/><Relationship Id="rId3" Type="http://schemas.openxmlformats.org/officeDocument/2006/relationships/tags" Target="../tags/tag172.xml"/><Relationship Id="rId7" Type="http://schemas.openxmlformats.org/officeDocument/2006/relationships/tags" Target="../tags/tag176.xml"/><Relationship Id="rId12" Type="http://schemas.openxmlformats.org/officeDocument/2006/relationships/notesSlide" Target="../notesSlides/notesSlide45.xml"/><Relationship Id="rId2" Type="http://schemas.openxmlformats.org/officeDocument/2006/relationships/tags" Target="../tags/tag171.xml"/><Relationship Id="rId1" Type="http://schemas.openxmlformats.org/officeDocument/2006/relationships/tags" Target="../tags/tag170.xml"/><Relationship Id="rId6" Type="http://schemas.openxmlformats.org/officeDocument/2006/relationships/tags" Target="../tags/tag175.xml"/><Relationship Id="rId11" Type="http://schemas.openxmlformats.org/officeDocument/2006/relationships/slideLayout" Target="../slideLayouts/slideLayout13.xml"/><Relationship Id="rId5" Type="http://schemas.openxmlformats.org/officeDocument/2006/relationships/tags" Target="../tags/tag174.xml"/><Relationship Id="rId10" Type="http://schemas.openxmlformats.org/officeDocument/2006/relationships/tags" Target="../tags/tag179.xml"/><Relationship Id="rId4" Type="http://schemas.openxmlformats.org/officeDocument/2006/relationships/tags" Target="../tags/tag173.xml"/><Relationship Id="rId9" Type="http://schemas.openxmlformats.org/officeDocument/2006/relationships/tags" Target="../tags/tag178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87.xml"/><Relationship Id="rId13" Type="http://schemas.openxmlformats.org/officeDocument/2006/relationships/slideLayout" Target="../slideLayouts/slideLayout13.xml"/><Relationship Id="rId3" Type="http://schemas.openxmlformats.org/officeDocument/2006/relationships/tags" Target="../tags/tag182.xml"/><Relationship Id="rId7" Type="http://schemas.openxmlformats.org/officeDocument/2006/relationships/tags" Target="../tags/tag186.xml"/><Relationship Id="rId12" Type="http://schemas.openxmlformats.org/officeDocument/2006/relationships/tags" Target="../tags/tag191.xml"/><Relationship Id="rId2" Type="http://schemas.openxmlformats.org/officeDocument/2006/relationships/tags" Target="../tags/tag181.xml"/><Relationship Id="rId1" Type="http://schemas.openxmlformats.org/officeDocument/2006/relationships/tags" Target="../tags/tag180.xml"/><Relationship Id="rId6" Type="http://schemas.openxmlformats.org/officeDocument/2006/relationships/tags" Target="../tags/tag185.xml"/><Relationship Id="rId11" Type="http://schemas.openxmlformats.org/officeDocument/2006/relationships/tags" Target="../tags/tag190.xml"/><Relationship Id="rId5" Type="http://schemas.openxmlformats.org/officeDocument/2006/relationships/tags" Target="../tags/tag184.xml"/><Relationship Id="rId15" Type="http://schemas.openxmlformats.org/officeDocument/2006/relationships/image" Target="../media/image3.emf"/><Relationship Id="rId10" Type="http://schemas.openxmlformats.org/officeDocument/2006/relationships/tags" Target="../tags/tag189.xml"/><Relationship Id="rId4" Type="http://schemas.openxmlformats.org/officeDocument/2006/relationships/tags" Target="../tags/tag183.xml"/><Relationship Id="rId9" Type="http://schemas.openxmlformats.org/officeDocument/2006/relationships/tags" Target="../tags/tag188.xml"/><Relationship Id="rId14" Type="http://schemas.openxmlformats.org/officeDocument/2006/relationships/notesSlide" Target="../notesSlides/notesSlide4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19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94.xml"/><Relationship Id="rId1" Type="http://schemas.openxmlformats.org/officeDocument/2006/relationships/tags" Target="../tags/tag193.xml"/><Relationship Id="rId4" Type="http://schemas.openxmlformats.org/officeDocument/2006/relationships/notesSlide" Target="../notesSlides/notesSlide49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96.xml"/><Relationship Id="rId1" Type="http://schemas.openxmlformats.org/officeDocument/2006/relationships/tags" Target="../tags/tag195.xml"/><Relationship Id="rId4" Type="http://schemas.openxmlformats.org/officeDocument/2006/relationships/notesSlide" Target="../notesSlides/notesSlide50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198.xml"/><Relationship Id="rId1" Type="http://schemas.openxmlformats.org/officeDocument/2006/relationships/tags" Target="../tags/tag197.xml"/><Relationship Id="rId4" Type="http://schemas.openxmlformats.org/officeDocument/2006/relationships/notesSlide" Target="../notesSlides/notesSlide51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200.xml"/><Relationship Id="rId1" Type="http://schemas.openxmlformats.org/officeDocument/2006/relationships/tags" Target="../tags/tag199.xml"/><Relationship Id="rId4" Type="http://schemas.openxmlformats.org/officeDocument/2006/relationships/notesSlide" Target="../notesSlides/notesSlide5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202.xml"/><Relationship Id="rId1" Type="http://schemas.openxmlformats.org/officeDocument/2006/relationships/tags" Target="../tags/tag201.xml"/><Relationship Id="rId4" Type="http://schemas.openxmlformats.org/officeDocument/2006/relationships/notesSlide" Target="../notesSlides/notesSlide5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4.xml"/><Relationship Id="rId3" Type="http://schemas.openxmlformats.org/officeDocument/2006/relationships/tags" Target="../tags/tag205.xml"/><Relationship Id="rId7" Type="http://schemas.openxmlformats.org/officeDocument/2006/relationships/slideLayout" Target="../slideLayouts/slideLayout13.xml"/><Relationship Id="rId2" Type="http://schemas.openxmlformats.org/officeDocument/2006/relationships/tags" Target="../tags/tag204.xml"/><Relationship Id="rId1" Type="http://schemas.openxmlformats.org/officeDocument/2006/relationships/tags" Target="../tags/tag203.xml"/><Relationship Id="rId6" Type="http://schemas.openxmlformats.org/officeDocument/2006/relationships/tags" Target="../tags/tag208.xml"/><Relationship Id="rId5" Type="http://schemas.openxmlformats.org/officeDocument/2006/relationships/tags" Target="../tags/tag207.xml"/><Relationship Id="rId4" Type="http://schemas.openxmlformats.org/officeDocument/2006/relationships/tags" Target="../tags/tag206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13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5.xml"/><Relationship Id="rId3" Type="http://schemas.openxmlformats.org/officeDocument/2006/relationships/tags" Target="../tags/tag211.xml"/><Relationship Id="rId7" Type="http://schemas.openxmlformats.org/officeDocument/2006/relationships/slideLayout" Target="../slideLayouts/slideLayout13.xml"/><Relationship Id="rId2" Type="http://schemas.openxmlformats.org/officeDocument/2006/relationships/tags" Target="../tags/tag210.xml"/><Relationship Id="rId1" Type="http://schemas.openxmlformats.org/officeDocument/2006/relationships/tags" Target="../tags/tag209.xml"/><Relationship Id="rId6" Type="http://schemas.openxmlformats.org/officeDocument/2006/relationships/tags" Target="../tags/tag214.xml"/><Relationship Id="rId5" Type="http://schemas.openxmlformats.org/officeDocument/2006/relationships/tags" Target="../tags/tag213.xml"/><Relationship Id="rId4" Type="http://schemas.openxmlformats.org/officeDocument/2006/relationships/tags" Target="../tags/tag21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notesSlide" Target="../notesSlides/notesSlide5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tags" Target="../tags/tag219.xml"/><Relationship Id="rId2" Type="http://schemas.openxmlformats.org/officeDocument/2006/relationships/tags" Target="../tags/tag218.xml"/><Relationship Id="rId1" Type="http://schemas.openxmlformats.org/officeDocument/2006/relationships/tags" Target="../tags/tag217.xml"/><Relationship Id="rId6" Type="http://schemas.openxmlformats.org/officeDocument/2006/relationships/notesSlide" Target="../notesSlides/notesSlide58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220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tags" Target="../tags/tag222.xml"/><Relationship Id="rId1" Type="http://schemas.openxmlformats.org/officeDocument/2006/relationships/tags" Target="../tags/tag221.xml"/><Relationship Id="rId5" Type="http://schemas.openxmlformats.org/officeDocument/2006/relationships/image" Target="../media/image3.emf"/><Relationship Id="rId4" Type="http://schemas.openxmlformats.org/officeDocument/2006/relationships/notesSlide" Target="../notesSlides/notesSlide60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tags" Target="../tags/tag225.xml"/><Relationship Id="rId7" Type="http://schemas.openxmlformats.org/officeDocument/2006/relationships/image" Target="../media/image3.emf"/><Relationship Id="rId2" Type="http://schemas.openxmlformats.org/officeDocument/2006/relationships/tags" Target="../tags/tag224.xml"/><Relationship Id="rId1" Type="http://schemas.openxmlformats.org/officeDocument/2006/relationships/tags" Target="../tags/tag223.xml"/><Relationship Id="rId6" Type="http://schemas.openxmlformats.org/officeDocument/2006/relationships/notesSlide" Target="../notesSlides/notesSlide61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22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1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1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1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1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9C15A7E8-BC8E-4680-98DA-66D2DBD19859}"/>
              </a:ext>
            </a:extLst>
          </p:cNvPr>
          <p:cNvSpPr txBox="1"/>
          <p:nvPr/>
        </p:nvSpPr>
        <p:spPr>
          <a:xfrm>
            <a:off x="2463419" y="1116418"/>
            <a:ext cx="7265161" cy="1643818"/>
          </a:xfrm>
          <a:prstGeom prst="rect">
            <a:avLst/>
          </a:prstGeom>
          <a:noFill/>
        </p:spPr>
        <p:txBody>
          <a:bodyPr anchor="ctr"/>
          <a:lstStyle/>
          <a:p>
            <a:pPr algn="ctr">
              <a:spcAft>
                <a:spcPts val="300"/>
              </a:spcAft>
              <a:buSzPct val="80000"/>
              <a:defRPr/>
            </a:pPr>
            <a:r>
              <a:rPr lang="ko-KR" altLang="en-US" sz="4000" b="1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주안영상미디어센터</a:t>
            </a:r>
            <a:endParaRPr lang="en-US" altLang="ko-KR" sz="4000" b="1" dirty="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ea"/>
              <a:ea typeface="+mj-ea"/>
              <a:cs typeface="+mj-cs"/>
            </a:endParaRPr>
          </a:p>
          <a:p>
            <a:pPr algn="ctr">
              <a:spcAft>
                <a:spcPts val="300"/>
              </a:spcAft>
              <a:buSzPct val="80000"/>
              <a:defRPr/>
            </a:pPr>
            <a:r>
              <a:rPr lang="ko-KR" altLang="en-US" sz="4000" b="1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홈페이지 구축</a:t>
            </a:r>
            <a:endParaRPr lang="en-US" altLang="ko-KR" sz="4000" b="1" dirty="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ea"/>
              <a:ea typeface="+mj-ea"/>
              <a:cs typeface="+mj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E28190E-A4C1-4F6D-8ABE-43CE8BFB8E28}"/>
              </a:ext>
            </a:extLst>
          </p:cNvPr>
          <p:cNvSpPr txBox="1"/>
          <p:nvPr/>
        </p:nvSpPr>
        <p:spPr>
          <a:xfrm>
            <a:off x="2485347" y="3188900"/>
            <a:ext cx="7265161" cy="596779"/>
          </a:xfrm>
          <a:prstGeom prst="rect">
            <a:avLst/>
          </a:prstGeom>
          <a:noFill/>
        </p:spPr>
        <p:txBody>
          <a:bodyPr anchor="ctr"/>
          <a:lstStyle/>
          <a:p>
            <a:pPr algn="ctr">
              <a:spcAft>
                <a:spcPts val="300"/>
              </a:spcAft>
              <a:buSzPct val="80000"/>
              <a:defRPr/>
            </a:pPr>
            <a:r>
              <a:rPr lang="en-US" altLang="ko-KR" sz="20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[</a:t>
            </a:r>
            <a:r>
              <a:rPr lang="ko-KR" altLang="en-US" sz="20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관리자</a:t>
            </a:r>
            <a:r>
              <a:rPr lang="en-US" altLang="ko-KR" sz="20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 </a:t>
            </a:r>
            <a:r>
              <a:rPr lang="ko-KR" altLang="en-US" sz="20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화면 설계서</a:t>
            </a:r>
            <a:r>
              <a:rPr lang="en-US" altLang="ko-KR" sz="20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ea"/>
                <a:ea typeface="+mj-ea"/>
                <a:cs typeface="+mj-cs"/>
              </a:rPr>
              <a:t>]</a:t>
            </a: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CE2E7F0F-C67A-4F04-A564-1AF6306823E3}"/>
              </a:ext>
            </a:extLst>
          </p:cNvPr>
          <p:cNvCxnSpPr>
            <a:cxnSpLocks/>
          </p:cNvCxnSpPr>
          <p:nvPr/>
        </p:nvCxnSpPr>
        <p:spPr>
          <a:xfrm>
            <a:off x="3201195" y="2960088"/>
            <a:ext cx="5832475" cy="0"/>
          </a:xfrm>
          <a:prstGeom prst="line">
            <a:avLst/>
          </a:prstGeom>
          <a:ln w="28575">
            <a:solidFill>
              <a:srgbClr val="DA505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461" name="그룹 30">
            <a:extLst>
              <a:ext uri="{FF2B5EF4-FFF2-40B4-BE49-F238E27FC236}">
                <a16:creationId xmlns:a16="http://schemas.microsoft.com/office/drawing/2014/main" id="{F6DF6F1C-E0E5-46F8-8BDD-E99F1106C4B8}"/>
              </a:ext>
            </a:extLst>
          </p:cNvPr>
          <p:cNvGrpSpPr>
            <a:grpSpLocks/>
          </p:cNvGrpSpPr>
          <p:nvPr/>
        </p:nvGrpSpPr>
        <p:grpSpPr bwMode="auto">
          <a:xfrm>
            <a:off x="1343820" y="4649788"/>
            <a:ext cx="9548813" cy="1441450"/>
            <a:chOff x="181586" y="5013176"/>
            <a:chExt cx="9548908" cy="1440233"/>
          </a:xfrm>
        </p:grpSpPr>
        <p:grpSp>
          <p:nvGrpSpPr>
            <p:cNvPr id="19462" name="그룹 31">
              <a:extLst>
                <a:ext uri="{FF2B5EF4-FFF2-40B4-BE49-F238E27FC236}">
                  <a16:creationId xmlns:a16="http://schemas.microsoft.com/office/drawing/2014/main" id="{6AD39E2A-B39F-47AC-8A87-1C4759E995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86" y="5013176"/>
              <a:ext cx="2227070" cy="1440233"/>
              <a:chOff x="631726" y="4369173"/>
              <a:chExt cx="2227070" cy="1440233"/>
            </a:xfrm>
          </p:grpSpPr>
          <p:sp>
            <p:nvSpPr>
              <p:cNvPr id="42" name="Oval 23">
                <a:extLst>
                  <a:ext uri="{FF2B5EF4-FFF2-40B4-BE49-F238E27FC236}">
                    <a16:creationId xmlns:a16="http://schemas.microsoft.com/office/drawing/2014/main" id="{DA978D7C-1F4C-4FCC-B4D5-997A68D4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26" y="4509120"/>
                <a:ext cx="2227070" cy="1300286"/>
              </a:xfrm>
              <a:prstGeom prst="rect">
                <a:avLst/>
              </a:prstGeom>
              <a:gradFill>
                <a:gsLst>
                  <a:gs pos="42000">
                    <a:schemeClr val="bg1">
                      <a:lumMod val="99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2700000" scaled="1"/>
              </a:gradFill>
              <a:ln w="3175">
                <a:noFill/>
              </a:ln>
              <a:effectLst>
                <a:outerShdw blurRad="444500" dist="1016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72000" bIns="0"/>
              <a:lstStyle/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  <a:cs typeface="+mj-cs"/>
                </a:endParaRP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  <a:cs typeface="+mj-cs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  <a:ea typeface="+mj-ea"/>
                  </a:rPr>
                  <a:t>작성일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  <a:ea typeface="+mj-ea"/>
                  </a:rPr>
                  <a:t>: 2024.10.28</a:t>
                </a: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  <a:ea typeface="+mj-ea"/>
                  <a:cs typeface="+mj-cs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수정 내역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: </a:t>
                </a: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최초 작성 </a:t>
                </a: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  <a:ea typeface="+mj-ea"/>
                  <a:cs typeface="+mj-cs"/>
                </a:endParaRP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  <a:ea typeface="+mj-ea"/>
                  <a:cs typeface="+mj-cs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작성자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: </a:t>
                </a: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㈜</a:t>
                </a:r>
                <a:r>
                  <a:rPr lang="ko-KR" altLang="en-US" sz="1000" dirty="0" err="1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홈페이지코리아</a:t>
                </a: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>
                      <a:alpha val="70000"/>
                    </a:srgbClr>
                  </a:solidFill>
                  <a:latin typeface="+mj-ea"/>
                  <a:ea typeface="+mj-ea"/>
                  <a:cs typeface="+mj-cs"/>
                </a:endParaRPr>
              </a:p>
            </p:txBody>
          </p:sp>
          <p:sp>
            <p:nvSpPr>
              <p:cNvPr id="43" name="직사각형 125">
                <a:extLst>
                  <a:ext uri="{FF2B5EF4-FFF2-40B4-BE49-F238E27FC236}">
                    <a16:creationId xmlns:a16="http://schemas.microsoft.com/office/drawing/2014/main" id="{8D68D9CC-0771-4912-A95F-3E86D37DC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967" y="4369173"/>
                <a:ext cx="525365" cy="360000"/>
              </a:xfrm>
              <a:prstGeom prst="rect">
                <a:avLst/>
              </a:prstGeom>
              <a:solidFill>
                <a:srgbClr val="DA505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algn="ctr">
                  <a:tabLst>
                    <a:tab pos="1079500" algn="l"/>
                    <a:tab pos="1701800" algn="l"/>
                  </a:tabLst>
                  <a:defRPr/>
                </a:pPr>
                <a:r>
                  <a:rPr lang="en-US" altLang="ko-KR"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+mj-ea"/>
                    <a:ea typeface="+mj-ea"/>
                    <a:cs typeface="+mj-cs"/>
                  </a:rPr>
                  <a:t>Ver1.0</a:t>
                </a:r>
              </a:p>
            </p:txBody>
          </p:sp>
        </p:grpSp>
        <p:grpSp>
          <p:nvGrpSpPr>
            <p:cNvPr id="19463" name="그룹 32">
              <a:extLst>
                <a:ext uri="{FF2B5EF4-FFF2-40B4-BE49-F238E27FC236}">
                  <a16:creationId xmlns:a16="http://schemas.microsoft.com/office/drawing/2014/main" id="{D2682D75-260E-4B88-8D43-F9DD41EA78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20902" y="5013176"/>
              <a:ext cx="2227070" cy="1440233"/>
              <a:chOff x="631726" y="4369173"/>
              <a:chExt cx="2227070" cy="1440233"/>
            </a:xfrm>
          </p:grpSpPr>
          <p:sp>
            <p:nvSpPr>
              <p:cNvPr id="40" name="Oval 23">
                <a:extLst>
                  <a:ext uri="{FF2B5EF4-FFF2-40B4-BE49-F238E27FC236}">
                    <a16:creationId xmlns:a16="http://schemas.microsoft.com/office/drawing/2014/main" id="{DA978D7C-1F4C-4FCC-B4D5-997A68D4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26" y="4509120"/>
                <a:ext cx="2227070" cy="1300286"/>
              </a:xfrm>
              <a:prstGeom prst="rect">
                <a:avLst/>
              </a:prstGeom>
              <a:gradFill>
                <a:gsLst>
                  <a:gs pos="42000">
                    <a:schemeClr val="bg1">
                      <a:lumMod val="99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2700000" scaled="1"/>
              </a:gradFill>
              <a:ln w="3175">
                <a:noFill/>
              </a:ln>
              <a:effectLst>
                <a:outerShdw blurRad="444500" dist="1016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72000" bIns="0"/>
              <a:lstStyle/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</a:endParaRPr>
              </a:p>
              <a:p>
                <a:pPr algn="ctr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</a:rPr>
                  <a:t>작성일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</a:rPr>
                  <a:t>: 2024.11.20</a:t>
                </a:r>
              </a:p>
              <a:p>
                <a:pPr algn="ctr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수정 내역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: </a:t>
                </a: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고객사 피드백 반영</a:t>
                </a: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작성자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: </a:t>
                </a: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㈜</a:t>
                </a:r>
                <a:r>
                  <a:rPr lang="ko-KR" altLang="en-US" sz="1000" dirty="0" err="1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  <a:cs typeface="+mj-cs"/>
                  </a:rPr>
                  <a:t>홈페이지코리아</a:t>
                </a: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>
                      <a:alpha val="70000"/>
                    </a:srgbClr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1" name="직사각형 125">
                <a:extLst>
                  <a:ext uri="{FF2B5EF4-FFF2-40B4-BE49-F238E27FC236}">
                    <a16:creationId xmlns:a16="http://schemas.microsoft.com/office/drawing/2014/main" id="{8D68D9CC-0771-4912-A95F-3E86D37DC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967" y="4369173"/>
                <a:ext cx="525365" cy="360000"/>
              </a:xfrm>
              <a:prstGeom prst="rect">
                <a:avLst/>
              </a:prstGeom>
              <a:solidFill>
                <a:srgbClr val="DA505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algn="ctr">
                  <a:tabLst>
                    <a:tab pos="1079500" algn="l"/>
                    <a:tab pos="1701800" algn="l"/>
                  </a:tabLst>
                  <a:defRPr/>
                </a:pPr>
                <a:r>
                  <a:rPr lang="en-US" altLang="ko-KR" sz="12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+mj-ea"/>
                    <a:ea typeface="+mj-ea"/>
                    <a:cs typeface="+mj-cs"/>
                  </a:rPr>
                  <a:t>Ver2.0</a:t>
                </a:r>
              </a:p>
            </p:txBody>
          </p:sp>
        </p:grpSp>
        <p:grpSp>
          <p:nvGrpSpPr>
            <p:cNvPr id="19464" name="그룹 33">
              <a:extLst>
                <a:ext uri="{FF2B5EF4-FFF2-40B4-BE49-F238E27FC236}">
                  <a16:creationId xmlns:a16="http://schemas.microsoft.com/office/drawing/2014/main" id="{A9C8F274-9ADF-44AF-8F4E-04D3908402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0218" y="5013176"/>
              <a:ext cx="2227070" cy="1440233"/>
              <a:chOff x="631726" y="4369173"/>
              <a:chExt cx="2227070" cy="1440233"/>
            </a:xfrm>
          </p:grpSpPr>
          <p:sp>
            <p:nvSpPr>
              <p:cNvPr id="38" name="Oval 23">
                <a:extLst>
                  <a:ext uri="{FF2B5EF4-FFF2-40B4-BE49-F238E27FC236}">
                    <a16:creationId xmlns:a16="http://schemas.microsoft.com/office/drawing/2014/main" id="{DA978D7C-1F4C-4FCC-B4D5-997A68D4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26" y="4509120"/>
                <a:ext cx="2227070" cy="1300286"/>
              </a:xfrm>
              <a:prstGeom prst="rect">
                <a:avLst/>
              </a:prstGeom>
              <a:gradFill>
                <a:gsLst>
                  <a:gs pos="42000">
                    <a:schemeClr val="bg1">
                      <a:lumMod val="99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2700000" scaled="1"/>
              </a:gradFill>
              <a:ln w="3175">
                <a:noFill/>
              </a:ln>
              <a:effectLst>
                <a:outerShdw blurRad="444500" dist="1016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72000" bIns="0"/>
              <a:lstStyle/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</a:rPr>
                  <a:t>작성일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</a:rPr>
                  <a:t>: </a:t>
                </a: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수정 내역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:</a:t>
                </a: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작성자</a:t>
                </a:r>
                <a:r>
                  <a:rPr lang="en-US" altLang="ko-KR" sz="1000" dirty="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</a:rPr>
                  <a:t>:</a:t>
                </a: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>
                      <a:alpha val="70000"/>
                    </a:srgbClr>
                  </a:solidFill>
                  <a:latin typeface="+mj-ea"/>
                </a:endParaRPr>
              </a:p>
              <a:p>
                <a:pPr algn="ctr" eaLnBrk="1" latinLnBrk="1" hangingPunct="1">
                  <a:defRPr/>
                </a:pPr>
                <a:endParaRPr lang="en-US" altLang="ko-KR" sz="1000" dirty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</a:endParaRPr>
              </a:p>
            </p:txBody>
          </p:sp>
          <p:sp>
            <p:nvSpPr>
              <p:cNvPr id="39" name="직사각형 125">
                <a:extLst>
                  <a:ext uri="{FF2B5EF4-FFF2-40B4-BE49-F238E27FC236}">
                    <a16:creationId xmlns:a16="http://schemas.microsoft.com/office/drawing/2014/main" id="{8D68D9CC-0771-4912-A95F-3E86D37DC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967" y="4369173"/>
                <a:ext cx="525365" cy="360000"/>
              </a:xfrm>
              <a:prstGeom prst="rect">
                <a:avLst/>
              </a:prstGeom>
              <a:solidFill>
                <a:srgbClr val="DA505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algn="ctr">
                  <a:tabLst>
                    <a:tab pos="1079500" algn="l"/>
                    <a:tab pos="1701800" algn="l"/>
                  </a:tabLst>
                  <a:defRPr/>
                </a:pPr>
                <a:r>
                  <a:rPr lang="en-US" altLang="ko-KR"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+mj-ea"/>
                    <a:ea typeface="+mj-ea"/>
                    <a:cs typeface="+mj-cs"/>
                  </a:rPr>
                  <a:t>Ver</a:t>
                </a:r>
              </a:p>
            </p:txBody>
          </p:sp>
        </p:grpSp>
        <p:grpSp>
          <p:nvGrpSpPr>
            <p:cNvPr id="19465" name="그룹 34">
              <a:extLst>
                <a:ext uri="{FF2B5EF4-FFF2-40B4-BE49-F238E27FC236}">
                  <a16:creationId xmlns:a16="http://schemas.microsoft.com/office/drawing/2014/main" id="{BF54F758-DB42-4C40-B50E-B35416EAF8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03424" y="5013176"/>
              <a:ext cx="2227070" cy="1440233"/>
              <a:chOff x="631726" y="4369173"/>
              <a:chExt cx="2227070" cy="1440233"/>
            </a:xfrm>
          </p:grpSpPr>
          <p:sp>
            <p:nvSpPr>
              <p:cNvPr id="36" name="Oval 23">
                <a:extLst>
                  <a:ext uri="{FF2B5EF4-FFF2-40B4-BE49-F238E27FC236}">
                    <a16:creationId xmlns:a16="http://schemas.microsoft.com/office/drawing/2014/main" id="{DA978D7C-1F4C-4FCC-B4D5-997A68D4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26" y="4509120"/>
                <a:ext cx="2227070" cy="1300286"/>
              </a:xfrm>
              <a:prstGeom prst="rect">
                <a:avLst/>
              </a:prstGeom>
              <a:gradFill>
                <a:gsLst>
                  <a:gs pos="42000">
                    <a:schemeClr val="bg1">
                      <a:lumMod val="99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2700000" scaled="1"/>
              </a:gradFill>
              <a:ln w="3175">
                <a:noFill/>
              </a:ln>
              <a:effectLst>
                <a:outerShdw blurRad="444500" dist="1016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72000" bIns="0"/>
              <a:lstStyle/>
              <a:p>
                <a:pPr algn="ctr" eaLnBrk="1" latinLnBrk="1" hangingPunct="1">
                  <a:defRPr/>
                </a:pPr>
                <a:endParaRPr lang="en-US" altLang="ko-KR" sz="100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eaLnBrk="1" latinLnBrk="1" hangingPunct="1">
                  <a:defRPr/>
                </a:pPr>
                <a:endParaRPr lang="en-US" altLang="ko-KR" sz="100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  <a:ea typeface="+mj-ea"/>
                  </a:rPr>
                  <a:t>작성일</a:t>
                </a:r>
                <a:r>
                  <a:rPr lang="en-US" altLang="ko-KR" sz="10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j-ea"/>
                    <a:ea typeface="+mj-ea"/>
                  </a:rPr>
                  <a:t>:</a:t>
                </a:r>
              </a:p>
              <a:p>
                <a:pPr algn="ctr" eaLnBrk="1" latinLnBrk="1" hangingPunct="1">
                  <a:defRPr/>
                </a:pPr>
                <a:endParaRPr lang="en-US" altLang="ko-KR" sz="100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  <a:ea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</a:rPr>
                  <a:t>수정 내역</a:t>
                </a:r>
                <a:r>
                  <a:rPr lang="en-US" altLang="ko-KR" sz="10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</a:rPr>
                  <a:t>:</a:t>
                </a:r>
              </a:p>
              <a:p>
                <a:pPr algn="ctr" eaLnBrk="1" latinLnBrk="1" hangingPunct="1">
                  <a:defRPr/>
                </a:pPr>
                <a:endParaRPr lang="en-US" altLang="ko-KR" sz="100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/>
                  </a:solidFill>
                  <a:latin typeface="+mj-ea"/>
                  <a:ea typeface="+mj-ea"/>
                </a:endParaRPr>
              </a:p>
              <a:p>
                <a:pPr algn="ctr" eaLnBrk="1" latinLnBrk="1" hangingPunct="1">
                  <a:defRPr/>
                </a:pPr>
                <a:r>
                  <a:rPr lang="ko-KR" altLang="en-US" sz="10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</a:rPr>
                  <a:t>작성자</a:t>
                </a:r>
                <a:r>
                  <a:rPr lang="en-US" altLang="ko-KR" sz="10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1D1D1B"/>
                    </a:solidFill>
                    <a:latin typeface="+mj-ea"/>
                    <a:ea typeface="+mj-ea"/>
                  </a:rPr>
                  <a:t>:</a:t>
                </a:r>
                <a:endParaRPr lang="en-US" altLang="ko-KR" sz="100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1D1D1B">
                      <a:alpha val="70000"/>
                    </a:srgbClr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7" name="직사각형 125">
                <a:extLst>
                  <a:ext uri="{FF2B5EF4-FFF2-40B4-BE49-F238E27FC236}">
                    <a16:creationId xmlns:a16="http://schemas.microsoft.com/office/drawing/2014/main" id="{8D68D9CC-0771-4912-A95F-3E86D37DC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967" y="4369173"/>
                <a:ext cx="525365" cy="360000"/>
              </a:xfrm>
              <a:prstGeom prst="rect">
                <a:avLst/>
              </a:prstGeom>
              <a:solidFill>
                <a:srgbClr val="DA505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algn="ctr">
                  <a:tabLst>
                    <a:tab pos="1079500" algn="l"/>
                    <a:tab pos="1701800" algn="l"/>
                  </a:tabLst>
                  <a:defRPr/>
                </a:pPr>
                <a:r>
                  <a:rPr lang="en-US" altLang="ko-KR" sz="1200" err="1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+mj-ea"/>
                    <a:ea typeface="+mj-ea"/>
                    <a:cs typeface="+mj-cs"/>
                  </a:rPr>
                  <a:t>Ver</a:t>
                </a:r>
                <a:endParaRPr lang="en-US" altLang="ko-KR" sz="120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  <a:cs typeface="+mj-cs"/>
                </a:endParaRPr>
              </a:p>
            </p:txBody>
          </p:sp>
        </p:grp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DB465048-7C34-4D4A-A765-86B13B273443}"/>
              </a:ext>
            </a:extLst>
          </p:cNvPr>
          <p:cNvSpPr/>
          <p:nvPr/>
        </p:nvSpPr>
        <p:spPr>
          <a:xfrm>
            <a:off x="3899219" y="1070413"/>
            <a:ext cx="1714500" cy="300038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58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anchor="ctr"/>
          <a:lstStyle/>
          <a:p>
            <a:pPr algn="ctr" eaLnBrk="1" latinLnBrk="1" hangingPunct="1">
              <a:lnSpc>
                <a:spcPts val="1200"/>
              </a:lnSpc>
              <a:defRPr/>
            </a:pPr>
            <a:r>
              <a:rPr lang="en-US" altLang="ko-KR" sz="800" b="1" dirty="0">
                <a:solidFill>
                  <a:schemeClr val="bg1"/>
                </a:solidFill>
              </a:rPr>
              <a:t>Log-in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CF1EDF5-570E-4ED1-9310-F8BF26694CFD}"/>
              </a:ext>
            </a:extLst>
          </p:cNvPr>
          <p:cNvSpPr/>
          <p:nvPr/>
        </p:nvSpPr>
        <p:spPr>
          <a:xfrm>
            <a:off x="3552580" y="115202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E581A91-9705-45B8-ACA2-C18E174AB295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메뉴구성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E09FBC4-F5DF-4494-B2E8-30013515C8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페이지구성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528360B8-976E-8AED-6DA3-3742CA37DD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8753573"/>
              </p:ext>
            </p:extLst>
          </p:nvPr>
        </p:nvGraphicFramePr>
        <p:xfrm>
          <a:off x="4098942" y="1857395"/>
          <a:ext cx="1236287" cy="866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287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장비 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신청내역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6788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장비 목록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411983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9702FEA-5826-F51B-B904-CC7DF808FE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323568"/>
              </p:ext>
            </p:extLst>
          </p:nvPr>
        </p:nvGraphicFramePr>
        <p:xfrm>
          <a:off x="1485702" y="1857395"/>
          <a:ext cx="1192453" cy="866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 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회원목록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탈퇴회원목록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30122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AED8186-6D58-4042-F201-C720282D1A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054643"/>
              </p:ext>
            </p:extLst>
          </p:nvPr>
        </p:nvGraphicFramePr>
        <p:xfrm>
          <a:off x="5427479" y="1857395"/>
          <a:ext cx="1236287" cy="866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287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공간 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신청내역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6788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공간 목록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411983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FA461D0-5594-6D2F-9B39-559ABAFE90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1393855"/>
              </p:ext>
            </p:extLst>
          </p:nvPr>
        </p:nvGraphicFramePr>
        <p:xfrm>
          <a:off x="6756016" y="1857395"/>
          <a:ext cx="1236287" cy="866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287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상영회 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신청내역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6788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상영회 목록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411983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05478F7-2B87-BF64-6060-6C23EF86BD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242208"/>
              </p:ext>
            </p:extLst>
          </p:nvPr>
        </p:nvGraphicFramePr>
        <p:xfrm>
          <a:off x="2771033" y="4155398"/>
          <a:ext cx="1192453" cy="18412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홈페이지 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문자</a:t>
                      </a:r>
                      <a:r>
                        <a:rPr lang="en-US" altLang="ko-KR" sz="800" dirty="0"/>
                        <a:t>&amp;</a:t>
                      </a:r>
                      <a:r>
                        <a:rPr lang="ko-KR" altLang="en-US" sz="800" dirty="0"/>
                        <a:t>메일 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4020490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배너 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팝업 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30122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패밀리사이트관리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9157886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매출 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341158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세부실적 내역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788867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C759D3E-AF8F-4B7D-3BB4-9C07988854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401181"/>
              </p:ext>
            </p:extLst>
          </p:nvPr>
        </p:nvGraphicFramePr>
        <p:xfrm>
          <a:off x="2770405" y="1857395"/>
          <a:ext cx="1236287" cy="13540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287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교육 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신청내역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6788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교육목록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41198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수료증 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276347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강사지원 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6296695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0DBD130B-39FE-BC98-C504-23978925F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7008201"/>
              </p:ext>
            </p:extLst>
          </p:nvPr>
        </p:nvGraphicFramePr>
        <p:xfrm>
          <a:off x="1485702" y="4155398"/>
          <a:ext cx="1192453" cy="13540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게시판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공지사항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자료실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30122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자유게시판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9157886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주영상 유튜브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9367840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2A0C125-B11C-41EF-D10D-3821A24035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964071"/>
              </p:ext>
            </p:extLst>
          </p:nvPr>
        </p:nvGraphicFramePr>
        <p:xfrm>
          <a:off x="201000" y="1857395"/>
          <a:ext cx="1192453" cy="20849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기본 설정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센터 전체일정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관리자 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30122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메뉴 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2071261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카테고리 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9289685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할인관리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122373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강사관리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780978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환경 설정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0078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64CC211-6DE6-BBDF-B8BD-6178A48F4C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7585514"/>
              </p:ext>
            </p:extLst>
          </p:nvPr>
        </p:nvGraphicFramePr>
        <p:xfrm>
          <a:off x="8084553" y="1849941"/>
          <a:ext cx="1192453" cy="6230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미디어체험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신청내역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4F52CD4-D6B1-7D4A-7895-DC87AE1BCB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2991548"/>
              </p:ext>
            </p:extLst>
          </p:nvPr>
        </p:nvGraphicFramePr>
        <p:xfrm>
          <a:off x="4055735" y="4155398"/>
          <a:ext cx="1192453" cy="15976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통계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전체 통계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성별 </a:t>
                      </a:r>
                      <a:r>
                        <a:rPr lang="en-US" altLang="ko-KR" sz="800" dirty="0"/>
                        <a:t>/ </a:t>
                      </a:r>
                      <a:r>
                        <a:rPr lang="ko-KR" altLang="en-US" sz="800" dirty="0"/>
                        <a:t>나이 통계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6078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교육 통계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30122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장비 통계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9157886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공간 통계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9175078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44FF49E-D1F5-C8B0-B92D-A8D32ECB2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471604"/>
              </p:ext>
            </p:extLst>
          </p:nvPr>
        </p:nvGraphicFramePr>
        <p:xfrm>
          <a:off x="9689622" y="300249"/>
          <a:ext cx="2476500" cy="77131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76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/>
                        <a:t>메뉴 구성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F956A11-5DC3-3C7C-EB00-6FBEC42D20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3328077"/>
              </p:ext>
            </p:extLst>
          </p:nvPr>
        </p:nvGraphicFramePr>
        <p:xfrm>
          <a:off x="9692828" y="1074509"/>
          <a:ext cx="2498082" cy="49550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82">
                  <a:extLst>
                    <a:ext uri="{9D8B030D-6E8A-4147-A177-3AD203B41FA5}">
                      <a16:colId xmlns:a16="http://schemas.microsoft.com/office/drawing/2014/main" val="4076383221"/>
                    </a:ext>
                  </a:extLst>
                </a:gridCol>
              </a:tblGrid>
              <a:tr h="4955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1. Login(</a:t>
                      </a:r>
                      <a:r>
                        <a:rPr lang="ko-KR" altLang="en-US" sz="900" b="1" baseline="0" dirty="0">
                          <a:latin typeface="+mn-ea"/>
                          <a:ea typeface="+mn-ea"/>
                        </a:rPr>
                        <a:t>관리자 접속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8850617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6FC365-2053-A575-8E63-5A8D983B0F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5804902"/>
              </p:ext>
            </p:extLst>
          </p:nvPr>
        </p:nvGraphicFramePr>
        <p:xfrm>
          <a:off x="200371" y="4155398"/>
          <a:ext cx="1192453" cy="6230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37945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결제관리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결제내역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9668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34749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79FAD0C-ABC6-D17B-5961-7B0FADC9934D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관리자 페이지 기본 화면 구성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26A5E2-9C82-FB30-7DE8-1A87B0F56C55}"/>
              </a:ext>
            </a:extLst>
          </p:cNvPr>
          <p:cNvSpPr/>
          <p:nvPr/>
        </p:nvSpPr>
        <p:spPr>
          <a:xfrm>
            <a:off x="147918" y="658181"/>
            <a:ext cx="9448240" cy="26511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r">
              <a:lnSpc>
                <a:spcPts val="1000"/>
              </a:lnSpc>
              <a:defRPr/>
            </a:pPr>
            <a:r>
              <a:rPr lang="ko-KR" altLang="en-US" sz="800" dirty="0">
                <a:solidFill>
                  <a:schemeClr val="bg1"/>
                </a:solidFill>
              </a:rPr>
              <a:t>관리자님 로그인 중입니다</a:t>
            </a:r>
            <a:r>
              <a:rPr lang="en-US" altLang="ko-KR" sz="800" dirty="0">
                <a:solidFill>
                  <a:schemeClr val="bg1"/>
                </a:solidFill>
              </a:rPr>
              <a:t>.                                           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B5CF0A0-93A8-3EF3-F6AB-B17FF4A1E1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4114843"/>
              </p:ext>
            </p:extLst>
          </p:nvPr>
        </p:nvGraphicFramePr>
        <p:xfrm>
          <a:off x="139290" y="3133397"/>
          <a:ext cx="1568739" cy="11414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8739">
                  <a:extLst>
                    <a:ext uri="{9D8B030D-6E8A-4147-A177-3AD203B41FA5}">
                      <a16:colId xmlns:a16="http://schemas.microsoft.com/office/drawing/2014/main" val="1610695726"/>
                    </a:ext>
                  </a:extLst>
                </a:gridCol>
              </a:tblGrid>
              <a:tr h="342149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/>
                        <a:t>2024/09/28 10:00:00</a:t>
                      </a:r>
                      <a:endParaRPr lang="ko-KR" altLang="en-US" sz="800" dirty="0"/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103165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dirty="0"/>
                        <a:t>오늘방문</a:t>
                      </a:r>
                      <a:r>
                        <a:rPr lang="en-US" altLang="ko-KR" sz="800" dirty="0"/>
                        <a:t> : 246</a:t>
                      </a:r>
                      <a:r>
                        <a:rPr lang="ko-KR" altLang="en-US" sz="800" dirty="0"/>
                        <a:t>명</a:t>
                      </a:r>
                      <a:endParaRPr lang="en-US" altLang="ko-KR" sz="8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dirty="0"/>
                        <a:t>어제방문</a:t>
                      </a:r>
                      <a:r>
                        <a:rPr lang="en-US" altLang="ko-KR" sz="800" dirty="0"/>
                        <a:t> : 185</a:t>
                      </a:r>
                      <a:r>
                        <a:rPr lang="ko-KR" altLang="en-US" sz="800" dirty="0"/>
                        <a:t>명</a:t>
                      </a:r>
                      <a:endParaRPr lang="en-US" altLang="ko-KR" sz="8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dirty="0"/>
                        <a:t>이달방문 </a:t>
                      </a:r>
                      <a:r>
                        <a:rPr lang="en-US" altLang="ko-KR" sz="800" dirty="0"/>
                        <a:t>: 1,893</a:t>
                      </a:r>
                      <a:r>
                        <a:rPr lang="ko-KR" altLang="en-US" sz="800" dirty="0"/>
                        <a:t>명</a:t>
                      </a:r>
                      <a:endParaRPr lang="en-US" altLang="ko-KR" sz="8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ko-KR" altLang="en-US" sz="800" dirty="0"/>
                        <a:t>총방문객 </a:t>
                      </a:r>
                      <a:r>
                        <a:rPr lang="en-US" altLang="ko-KR" sz="800" dirty="0"/>
                        <a:t>: 23,119</a:t>
                      </a:r>
                      <a:r>
                        <a:rPr lang="ko-KR" altLang="en-US" sz="800" dirty="0"/>
                        <a:t>명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627496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0B007FB-C8FC-484F-0AFC-B4865D5AD3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9463132"/>
              </p:ext>
            </p:extLst>
          </p:nvPr>
        </p:nvGraphicFramePr>
        <p:xfrm>
          <a:off x="139290" y="985521"/>
          <a:ext cx="9456870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945687">
                  <a:extLst>
                    <a:ext uri="{9D8B030D-6E8A-4147-A177-3AD203B41FA5}">
                      <a16:colId xmlns:a16="http://schemas.microsoft.com/office/drawing/2014/main" val="2643689841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2394691735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1873057201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175154376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3820323300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2708536216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497386878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783796692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2058163522"/>
                    </a:ext>
                  </a:extLst>
                </a:gridCol>
                <a:gridCol w="945687">
                  <a:extLst>
                    <a:ext uri="{9D8B030D-6E8A-4147-A177-3AD203B41FA5}">
                      <a16:colId xmlns:a16="http://schemas.microsoft.com/office/drawing/2014/main" val="71495128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설정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 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 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장비 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공간 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상영회 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행사 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홈페이지관리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 통계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06422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83E6A2C-5339-726B-3813-E7D99BF7C6CB}"/>
              </a:ext>
            </a:extLst>
          </p:cNvPr>
          <p:cNvSpPr/>
          <p:nvPr/>
        </p:nvSpPr>
        <p:spPr>
          <a:xfrm>
            <a:off x="8162239" y="718507"/>
            <a:ext cx="358775" cy="14446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8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Home</a:t>
            </a:r>
            <a:endParaRPr lang="ko-KR" altLang="en-US" sz="800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CC31DF-480A-C858-F62E-DC1F7DE944C2}"/>
              </a:ext>
            </a:extLst>
          </p:cNvPr>
          <p:cNvSpPr/>
          <p:nvPr/>
        </p:nvSpPr>
        <p:spPr>
          <a:xfrm>
            <a:off x="8580685" y="718507"/>
            <a:ext cx="431800" cy="14446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ko-KR" altLang="en-US" sz="8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홈페이지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07344EE-D6CD-D596-E662-A6DC2966E5AE}"/>
              </a:ext>
            </a:extLst>
          </p:cNvPr>
          <p:cNvSpPr/>
          <p:nvPr/>
        </p:nvSpPr>
        <p:spPr>
          <a:xfrm>
            <a:off x="9054904" y="718507"/>
            <a:ext cx="480866" cy="14446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ko-KR" altLang="en-US" sz="8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로그아웃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9097F51-3E1E-1A63-27BC-A206175A62EA}"/>
              </a:ext>
            </a:extLst>
          </p:cNvPr>
          <p:cNvSpPr/>
          <p:nvPr/>
        </p:nvSpPr>
        <p:spPr>
          <a:xfrm>
            <a:off x="6483589" y="72615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663C0CA-A5FD-87EE-4407-95441C9FB087}"/>
              </a:ext>
            </a:extLst>
          </p:cNvPr>
          <p:cNvGraphicFramePr>
            <a:graphicFrameLocks noGrp="1"/>
          </p:cNvGraphicFramePr>
          <p:nvPr/>
        </p:nvGraphicFramePr>
        <p:xfrm>
          <a:off x="9706874" y="300249"/>
          <a:ext cx="2476500" cy="98236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76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8915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관리자 페이지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정보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접속 정보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최초 관리자 접속화면 바로가기 버튼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(Home)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홈페이지 바로가기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 페이지 바로가기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로그아웃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B0356BE0-6C64-12D8-306E-588510B301EF}"/>
              </a:ext>
            </a:extLst>
          </p:cNvPr>
          <p:cNvSpPr/>
          <p:nvPr/>
        </p:nvSpPr>
        <p:spPr>
          <a:xfrm>
            <a:off x="1818748" y="1408061"/>
            <a:ext cx="7760154" cy="5321410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ko-KR" altLang="en-US" sz="8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기능 영역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3C0C44D-01D5-B34C-7445-E58C74085A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852635"/>
              </p:ext>
            </p:extLst>
          </p:nvPr>
        </p:nvGraphicFramePr>
        <p:xfrm>
          <a:off x="130665" y="1418587"/>
          <a:ext cx="1568739" cy="15603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8739">
                  <a:extLst>
                    <a:ext uri="{9D8B030D-6E8A-4147-A177-3AD203B41FA5}">
                      <a16:colId xmlns:a16="http://schemas.microsoft.com/office/drawing/2014/main" val="1610695726"/>
                    </a:ext>
                  </a:extLst>
                </a:gridCol>
              </a:tblGrid>
              <a:tr h="342149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/>
                        <a:t>기본 설정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103165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센터 전체일정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627496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관리자 관리</a:t>
                      </a:r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337415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메뉴 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2002010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메뉴 관리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020883"/>
                  </a:ext>
                </a:extLst>
              </a:tr>
              <a:tr h="24363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환경 설정</a:t>
                      </a:r>
                      <a:endParaRPr lang="en-US" altLang="ko-KR" sz="800" dirty="0"/>
                    </a:p>
                  </a:txBody>
                  <a:tcPr marL="91524" marR="91524" marT="45682" marB="45682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2298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347347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5" y="2312989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1.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기본설정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895871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EEEC31C-5A76-3854-F733-444130D04F8A}"/>
              </a:ext>
            </a:extLst>
          </p:cNvPr>
          <p:cNvGraphicFramePr>
            <a:graphicFrameLocks noGrp="1"/>
          </p:cNvGraphicFramePr>
          <p:nvPr/>
        </p:nvGraphicFramePr>
        <p:xfrm>
          <a:off x="538485" y="1097858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5235829-19D2-3D9B-E4EE-DB39E0046770}"/>
              </a:ext>
            </a:extLst>
          </p:cNvPr>
          <p:cNvGraphicFramePr>
            <a:graphicFrameLocks noGrp="1"/>
          </p:cNvGraphicFramePr>
          <p:nvPr/>
        </p:nvGraphicFramePr>
        <p:xfrm>
          <a:off x="1660766" y="1097858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교육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320BAFE-8078-40BD-15A7-F71D6C458F56}"/>
              </a:ext>
            </a:extLst>
          </p:cNvPr>
          <p:cNvGraphicFramePr>
            <a:graphicFrameLocks noGrp="1"/>
          </p:cNvGraphicFramePr>
          <p:nvPr/>
        </p:nvGraphicFramePr>
        <p:xfrm>
          <a:off x="2783047" y="1097858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장비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8535979-B6F4-BE15-D772-E7E2FBB353BE}"/>
              </a:ext>
            </a:extLst>
          </p:cNvPr>
          <p:cNvGraphicFramePr>
            <a:graphicFrameLocks noGrp="1"/>
          </p:cNvGraphicFramePr>
          <p:nvPr/>
        </p:nvGraphicFramePr>
        <p:xfrm>
          <a:off x="3978357" y="1096384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공간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3DD574C-1043-6EEA-78C8-6A2F33DB12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3901278"/>
              </p:ext>
            </p:extLst>
          </p:nvPr>
        </p:nvGraphicFramePr>
        <p:xfrm>
          <a:off x="5114156" y="1095460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체험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991A0C2-B9EA-4552-C206-547DCB2A1553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센터 전체일정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3753695-279B-5D94-BC44-D8FEBF3C2D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1111905"/>
              </p:ext>
            </p:extLst>
          </p:nvPr>
        </p:nvGraphicFramePr>
        <p:xfrm>
          <a:off x="6249957" y="1094536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상영회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DA80A4-7028-4BDA-1AF0-FF0008777398}"/>
              </a:ext>
            </a:extLst>
          </p:cNvPr>
          <p:cNvGraphicFramePr>
            <a:graphicFrameLocks noGrp="1"/>
          </p:cNvGraphicFramePr>
          <p:nvPr/>
        </p:nvGraphicFramePr>
        <p:xfrm>
          <a:off x="538485" y="1910730"/>
          <a:ext cx="5380795" cy="386489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68685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651622174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093942947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496194511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4062231979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663414550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189276815"/>
                    </a:ext>
                  </a:extLst>
                </a:gridCol>
              </a:tblGrid>
              <a:tr h="48088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일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월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화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수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목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금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토</a:t>
                      </a:r>
                    </a:p>
                  </a:txBody>
                  <a:tcPr marL="91524" marR="91524" marT="45682" marB="45682" anchor="ctr"/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4272230437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358704819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697162086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527680140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722582847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07D7F0A8-108C-A8C7-D0CD-347642721B7F}"/>
              </a:ext>
            </a:extLst>
          </p:cNvPr>
          <p:cNvGrpSpPr/>
          <p:nvPr/>
        </p:nvGrpSpPr>
        <p:grpSpPr>
          <a:xfrm>
            <a:off x="2704533" y="1420515"/>
            <a:ext cx="1320927" cy="369332"/>
            <a:chOff x="2778986" y="1773120"/>
            <a:chExt cx="1320927" cy="369332"/>
          </a:xfrm>
        </p:grpSpPr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E0457D3B-2EDD-D36B-FB6C-F0F18E11085C}"/>
                </a:ext>
              </a:extLst>
            </p:cNvPr>
            <p:cNvGrpSpPr/>
            <p:nvPr/>
          </p:nvGrpSpPr>
          <p:grpSpPr>
            <a:xfrm>
              <a:off x="2810694" y="1803898"/>
              <a:ext cx="1289219" cy="307777"/>
              <a:chOff x="2801353" y="1881052"/>
              <a:chExt cx="1289219" cy="307777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8BFABD4-090F-B702-F271-CE819DD0946F}"/>
                  </a:ext>
                </a:extLst>
              </p:cNvPr>
              <p:cNvSpPr txBox="1"/>
              <p:nvPr/>
            </p:nvSpPr>
            <p:spPr>
              <a:xfrm>
                <a:off x="3035433" y="1881052"/>
                <a:ext cx="821059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2024.09</a:t>
                </a:r>
                <a:endParaRPr lang="ko-KR" altLang="en-US" sz="1400" dirty="0"/>
              </a:p>
            </p:txBody>
          </p:sp>
          <p:sp>
            <p:nvSpPr>
              <p:cNvPr id="18" name="Button">
                <a:extLst>
                  <a:ext uri="{FF2B5EF4-FFF2-40B4-BE49-F238E27FC236}">
                    <a16:creationId xmlns:a16="http://schemas.microsoft.com/office/drawing/2014/main" id="{FDC6E971-23A9-CCE2-47C8-97EB421A8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909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Button">
                <a:extLst>
                  <a:ext uri="{FF2B5EF4-FFF2-40B4-BE49-F238E27FC236}">
                    <a16:creationId xmlns:a16="http://schemas.microsoft.com/office/drawing/2014/main" id="{52297907-62D2-B1E6-5C6D-24701F61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C99E2DE-F630-A7E6-321C-4E61FF8EB466}"/>
                </a:ext>
              </a:extLst>
            </p:cNvPr>
            <p:cNvSpPr txBox="1"/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3418E18-C8BF-24EC-B53D-37EA154F945C}"/>
                </a:ext>
              </a:extLst>
            </p:cNvPr>
            <p:cNvSpPr txBox="1"/>
            <p:nvPr/>
          </p:nvSpPr>
          <p:spPr>
            <a:xfrm>
              <a:off x="387689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C42614A0-51BA-16D4-49D3-FB6BC0D10B62}"/>
              </a:ext>
            </a:extLst>
          </p:cNvPr>
          <p:cNvGraphicFramePr>
            <a:graphicFrameLocks noGrp="1"/>
          </p:cNvGraphicFramePr>
          <p:nvPr/>
        </p:nvGraphicFramePr>
        <p:xfrm>
          <a:off x="538485" y="1909806"/>
          <a:ext cx="5380795" cy="384927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68685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651622174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093942947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496194511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4062231979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663414550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189276815"/>
                    </a:ext>
                  </a:extLst>
                </a:gridCol>
              </a:tblGrid>
              <a:tr h="47893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R w="12700" cmpd="sng">
                      <a:noFill/>
                    </a:ln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R w="12700" cmpd="sng">
                      <a:noFill/>
                    </a:ln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2230437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8704819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7162086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7680140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2582847"/>
                  </a:ext>
                </a:extLst>
              </a:tr>
            </a:tbl>
          </a:graphicData>
        </a:graphic>
      </p:graphicFrame>
      <p:grpSp>
        <p:nvGrpSpPr>
          <p:cNvPr id="51" name="그룹 50">
            <a:extLst>
              <a:ext uri="{FF2B5EF4-FFF2-40B4-BE49-F238E27FC236}">
                <a16:creationId xmlns:a16="http://schemas.microsoft.com/office/drawing/2014/main" id="{384B74C4-20CC-329D-C0EA-6833B73F8CE5}"/>
              </a:ext>
            </a:extLst>
          </p:cNvPr>
          <p:cNvGrpSpPr/>
          <p:nvPr/>
        </p:nvGrpSpPr>
        <p:grpSpPr>
          <a:xfrm>
            <a:off x="2556095" y="4429290"/>
            <a:ext cx="296876" cy="220207"/>
            <a:chOff x="2968404" y="6288376"/>
            <a:chExt cx="296876" cy="220207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1BA95981-C9BF-BAA7-6655-5E5E9659D5BF}"/>
                </a:ext>
              </a:extLst>
            </p:cNvPr>
            <p:cNvSpPr/>
            <p:nvPr/>
          </p:nvSpPr>
          <p:spPr>
            <a:xfrm>
              <a:off x="3004357" y="6293139"/>
              <a:ext cx="215444" cy="215444"/>
            </a:xfrm>
            <a:prstGeom prst="ellipse">
              <a:avLst/>
            </a:prstGeom>
            <a:solidFill>
              <a:schemeClr val="bg2">
                <a:lumMod val="50000"/>
              </a:schemeClr>
            </a:solidFill>
          </p:spPr>
          <p:style>
            <a:lnRef idx="2">
              <a:schemeClr val="accent3">
                <a:shade val="15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9BA22855-8BA8-93D6-0CE4-40985E4D772B}"/>
                </a:ext>
              </a:extLst>
            </p:cNvPr>
            <p:cNvSpPr txBox="1"/>
            <p:nvPr/>
          </p:nvSpPr>
          <p:spPr>
            <a:xfrm>
              <a:off x="2968404" y="6288376"/>
              <a:ext cx="29687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solidFill>
                    <a:schemeClr val="bg1"/>
                  </a:solidFill>
                </a:rPr>
                <a:t>24</a:t>
              </a:r>
              <a:endParaRPr lang="ko-KR" altLang="en-US" sz="800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D5224A59-12ED-BC96-8A11-DA23B26714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8491018"/>
              </p:ext>
            </p:extLst>
          </p:nvPr>
        </p:nvGraphicFramePr>
        <p:xfrm>
          <a:off x="6096000" y="1949009"/>
          <a:ext cx="3050551" cy="463822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0344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2447108">
                  <a:extLst>
                    <a:ext uri="{9D8B030D-6E8A-4147-A177-3AD203B41FA5}">
                      <a16:colId xmlns:a16="http://schemas.microsoft.com/office/drawing/2014/main" val="75125243"/>
                    </a:ext>
                  </a:extLst>
                </a:gridCol>
              </a:tblGrid>
              <a:tr h="46382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09/24</a:t>
                      </a:r>
                      <a:endParaRPr lang="ko-KR" altLang="en-US" sz="800" dirty="0"/>
                    </a:p>
                  </a:txBody>
                  <a:tcPr marL="91524" marR="91524" marT="45682" marB="45682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73811321-C156-CBEF-347F-20C00DE930E3}"/>
              </a:ext>
            </a:extLst>
          </p:cNvPr>
          <p:cNvSpPr txBox="1"/>
          <p:nvPr/>
        </p:nvSpPr>
        <p:spPr>
          <a:xfrm>
            <a:off x="430477" y="651270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defRPr/>
            </a:pPr>
            <a:r>
              <a:rPr lang="ko-KR" altLang="en-US" b="1" dirty="0"/>
              <a:t>센터 전체일정</a:t>
            </a:r>
            <a:r>
              <a:rPr lang="ko-KR" altLang="en-US" sz="900" b="1" dirty="0">
                <a:latin typeface="+mn-ea"/>
              </a:rPr>
              <a:t> </a:t>
            </a:r>
          </a:p>
        </p:txBody>
      </p:sp>
      <p:sp>
        <p:nvSpPr>
          <p:cNvPr id="17" name="Button">
            <a:extLst>
              <a:ext uri="{FF2B5EF4-FFF2-40B4-BE49-F238E27FC236}">
                <a16:creationId xmlns:a16="http://schemas.microsoft.com/office/drawing/2014/main" id="{4F776255-E047-81C1-866B-15C416F2EA51}"/>
              </a:ext>
            </a:extLst>
          </p:cNvPr>
          <p:cNvSpPr>
            <a:spLocks/>
          </p:cNvSpPr>
          <p:nvPr/>
        </p:nvSpPr>
        <p:spPr bwMode="auto">
          <a:xfrm>
            <a:off x="538485" y="5834271"/>
            <a:ext cx="979764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휴관일 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6797615" y="2294626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교육명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D839313C-E0ED-F01D-677A-3B35BF035501}"/>
              </a:ext>
            </a:extLst>
          </p:cNvPr>
          <p:cNvSpPr/>
          <p:nvPr/>
        </p:nvSpPr>
        <p:spPr>
          <a:xfrm>
            <a:off x="6797615" y="1979458"/>
            <a:ext cx="888521" cy="207034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교육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E6ACF934-220C-58DF-897C-B4D96890F4AA}"/>
              </a:ext>
            </a:extLst>
          </p:cNvPr>
          <p:cNvSpPr/>
          <p:nvPr/>
        </p:nvSpPr>
        <p:spPr>
          <a:xfrm>
            <a:off x="6797615" y="2675333"/>
            <a:ext cx="888521" cy="20703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장비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397E599A-BB06-6A61-A0E9-21C80836DD09}"/>
              </a:ext>
            </a:extLst>
          </p:cNvPr>
          <p:cNvSpPr/>
          <p:nvPr/>
        </p:nvSpPr>
        <p:spPr>
          <a:xfrm>
            <a:off x="6797615" y="4063044"/>
            <a:ext cx="888521" cy="207034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공간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5469E021-9FA3-C54D-DCFB-2431B95506EB}"/>
              </a:ext>
            </a:extLst>
          </p:cNvPr>
          <p:cNvSpPr/>
          <p:nvPr/>
        </p:nvSpPr>
        <p:spPr>
          <a:xfrm>
            <a:off x="6797615" y="5338133"/>
            <a:ext cx="888521" cy="207034"/>
          </a:xfrm>
          <a:prstGeom prst="round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상영회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66484580-A474-86BA-2CD8-89070776C0C5}"/>
              </a:ext>
            </a:extLst>
          </p:cNvPr>
          <p:cNvSpPr/>
          <p:nvPr/>
        </p:nvSpPr>
        <p:spPr>
          <a:xfrm>
            <a:off x="6797615" y="5973158"/>
            <a:ext cx="888521" cy="207034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휴관일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6797614" y="2973360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2" name="직사각형 31"/>
          <p:cNvSpPr/>
          <p:nvPr/>
        </p:nvSpPr>
        <p:spPr>
          <a:xfrm>
            <a:off x="6797613" y="3338785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3" name="직사각형 32"/>
          <p:cNvSpPr/>
          <p:nvPr/>
        </p:nvSpPr>
        <p:spPr>
          <a:xfrm>
            <a:off x="6797612" y="3697197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4" name="직사각형 33"/>
          <p:cNvSpPr/>
          <p:nvPr/>
        </p:nvSpPr>
        <p:spPr>
          <a:xfrm>
            <a:off x="6797611" y="4324292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공간명</a:t>
            </a:r>
          </a:p>
        </p:txBody>
      </p:sp>
      <p:sp>
        <p:nvSpPr>
          <p:cNvPr id="35" name="직사각형 34"/>
          <p:cNvSpPr/>
          <p:nvPr/>
        </p:nvSpPr>
        <p:spPr>
          <a:xfrm>
            <a:off x="6798707" y="5591839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상영회명</a:t>
            </a:r>
          </a:p>
        </p:txBody>
      </p:sp>
      <p:sp>
        <p:nvSpPr>
          <p:cNvPr id="36" name="직사각형 35"/>
          <p:cNvSpPr/>
          <p:nvPr/>
        </p:nvSpPr>
        <p:spPr>
          <a:xfrm>
            <a:off x="6797610" y="6212408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휴관일명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A28BB2A7-D39C-7465-54CF-987FBF213F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166263"/>
              </p:ext>
            </p:extLst>
          </p:nvPr>
        </p:nvGraphicFramePr>
        <p:xfrm>
          <a:off x="9671720" y="294299"/>
          <a:ext cx="2498015" cy="614472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맑은 고딕" panose="020B0503020000020004" pitchFamily="50" charset="-127"/>
                        <a:buNone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센터 전체일정을 확인 할 수 있는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맑은 고딕" panose="020B0503020000020004" pitchFamily="50" charset="-127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특정 날짜 클릭 시 해당 일정을 리스트로 확인 가능하며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기본으로는 당일 날짜로 리스트가 확인이 가능합니다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</a:rPr>
                        <a:t>탭기능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탭 종류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공간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상영회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휴관일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휴관일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휴관일 신규등록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팝업창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화면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휴관일 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팝업창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화면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휴관일 등록 시 해당일에 모든 신청 불가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229484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</a:rPr>
                        <a:t>교육명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교육관리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교육신청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리스트으로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이동하고 해당 교육 신청자만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필터하여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표시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특정 날짜를 클릭 시 오른쪽 리스트에 상세 내용 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372587"/>
                  </a:ext>
                </a:extLst>
              </a:tr>
              <a:tr h="229484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이름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장비명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신청내역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상세로 이동하고 해당 신청자 정보를 표시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0426562"/>
                  </a:ext>
                </a:extLst>
              </a:tr>
              <a:tr h="229484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공간명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신청내역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상세로 이동하고 해당 신청자 정보를 표시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8537"/>
                  </a:ext>
                </a:extLst>
              </a:tr>
              <a:tr h="229484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6.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체험명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체험신청 내역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상세로 이동하고 해당 신청자 정보를 표시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2940720"/>
                  </a:ext>
                </a:extLst>
              </a:tr>
              <a:tr h="2294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7.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상영회명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신청내역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상세로 이동하고 해당 신청자 정보를 표시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7382143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1E785C23-F898-DC25-B87E-5D1D7E4C5C28}"/>
              </a:ext>
            </a:extLst>
          </p:cNvPr>
          <p:cNvSpPr/>
          <p:nvPr/>
        </p:nvSpPr>
        <p:spPr>
          <a:xfrm>
            <a:off x="430477" y="100181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B8A30EF-3C08-E8F6-968C-19A5C8623BFB}"/>
              </a:ext>
            </a:extLst>
          </p:cNvPr>
          <p:cNvSpPr/>
          <p:nvPr/>
        </p:nvSpPr>
        <p:spPr>
          <a:xfrm>
            <a:off x="399325" y="577030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04360EA-F6F6-A11C-387D-1D3BE246C7E6}"/>
              </a:ext>
            </a:extLst>
          </p:cNvPr>
          <p:cNvSpPr/>
          <p:nvPr/>
        </p:nvSpPr>
        <p:spPr>
          <a:xfrm>
            <a:off x="7788510" y="220873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B369BAD-7CD7-1B03-B9CA-5EE0CAE76D78}"/>
              </a:ext>
            </a:extLst>
          </p:cNvPr>
          <p:cNvSpPr/>
          <p:nvPr/>
        </p:nvSpPr>
        <p:spPr>
          <a:xfrm>
            <a:off x="2372264" y="4429290"/>
            <a:ext cx="480707" cy="677548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" name="연결선: 꺾임 24">
            <a:extLst>
              <a:ext uri="{FF2B5EF4-FFF2-40B4-BE49-F238E27FC236}">
                <a16:creationId xmlns:a16="http://schemas.microsoft.com/office/drawing/2014/main" id="{0335EE0A-2C08-1D43-0FD8-AFD29389121B}"/>
              </a:ext>
            </a:extLst>
          </p:cNvPr>
          <p:cNvCxnSpPr>
            <a:cxnSpLocks/>
            <a:stCxn id="12" idx="3"/>
            <a:endCxn id="45" idx="1"/>
          </p:cNvCxnSpPr>
          <p:nvPr/>
        </p:nvCxnSpPr>
        <p:spPr>
          <a:xfrm flipV="1">
            <a:off x="2852971" y="4268120"/>
            <a:ext cx="3243029" cy="499944"/>
          </a:xfrm>
          <a:prstGeom prst="bentConnector3">
            <a:avLst>
              <a:gd name="adj1" fmla="val 50000"/>
            </a:avLst>
          </a:prstGeom>
          <a:ln w="1905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/>
          <p:cNvSpPr/>
          <p:nvPr/>
        </p:nvSpPr>
        <p:spPr>
          <a:xfrm>
            <a:off x="6078670" y="1940695"/>
            <a:ext cx="3085210" cy="4646535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30">
            <a:extLst>
              <a:ext uri="{FF2B5EF4-FFF2-40B4-BE49-F238E27FC236}">
                <a16:creationId xmlns:a16="http://schemas.microsoft.com/office/drawing/2014/main" id="{A5928BF3-F528-1FBC-1E07-D32789223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센터 전체일정</a:t>
            </a:r>
          </a:p>
        </p:txBody>
      </p:sp>
      <p:sp>
        <p:nvSpPr>
          <p:cNvPr id="14" name="Button">
            <a:extLst>
              <a:ext uri="{FF2B5EF4-FFF2-40B4-BE49-F238E27FC236}">
                <a16:creationId xmlns:a16="http://schemas.microsoft.com/office/drawing/2014/main" id="{98D28ACF-9EC1-5C83-2C8F-800ECEED2616}"/>
              </a:ext>
            </a:extLst>
          </p:cNvPr>
          <p:cNvSpPr>
            <a:spLocks/>
          </p:cNvSpPr>
          <p:nvPr/>
        </p:nvSpPr>
        <p:spPr bwMode="auto">
          <a:xfrm>
            <a:off x="1576331" y="5834271"/>
            <a:ext cx="979764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휴관일 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B652136-02CE-00AD-EA4D-5F6F7F15AD66}"/>
              </a:ext>
            </a:extLst>
          </p:cNvPr>
          <p:cNvSpPr/>
          <p:nvPr/>
        </p:nvSpPr>
        <p:spPr>
          <a:xfrm>
            <a:off x="7792899" y="287849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316DDA8-C3A1-D624-009E-8A6A254E690F}"/>
              </a:ext>
            </a:extLst>
          </p:cNvPr>
          <p:cNvSpPr/>
          <p:nvPr/>
        </p:nvSpPr>
        <p:spPr>
          <a:xfrm>
            <a:off x="7788510" y="419480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576D8C0-976C-CDBF-3126-3860B22D4B25}"/>
              </a:ext>
            </a:extLst>
          </p:cNvPr>
          <p:cNvSpPr/>
          <p:nvPr/>
        </p:nvSpPr>
        <p:spPr>
          <a:xfrm>
            <a:off x="7788510" y="549096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7</a:t>
            </a:r>
            <a:endParaRPr lang="ko-KR" altLang="en-US" sz="1050" b="1" dirty="0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0D502FE5-41E0-A747-1A04-71E8A52DEBFE}"/>
              </a:ext>
            </a:extLst>
          </p:cNvPr>
          <p:cNvSpPr/>
          <p:nvPr/>
        </p:nvSpPr>
        <p:spPr>
          <a:xfrm>
            <a:off x="6797610" y="4692110"/>
            <a:ext cx="888521" cy="207034"/>
          </a:xfrm>
          <a:prstGeom prst="round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체험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94E3CDE-8436-F45F-FA3A-B65E289E477A}"/>
              </a:ext>
            </a:extLst>
          </p:cNvPr>
          <p:cNvSpPr/>
          <p:nvPr/>
        </p:nvSpPr>
        <p:spPr>
          <a:xfrm>
            <a:off x="6798702" y="4945816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체험명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2AC2853-5440-0B2A-5C53-6FAE0820AD3E}"/>
              </a:ext>
            </a:extLst>
          </p:cNvPr>
          <p:cNvSpPr/>
          <p:nvPr/>
        </p:nvSpPr>
        <p:spPr>
          <a:xfrm>
            <a:off x="7788505" y="484494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F8DCC7F0-E877-20B0-D482-E2E110BBD9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160662"/>
              </p:ext>
            </p:extLst>
          </p:nvPr>
        </p:nvGraphicFramePr>
        <p:xfrm>
          <a:off x="7382629" y="1091035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휴관일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55746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561766-D3AA-416B-FEE2-35B30EE21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Button">
            <a:extLst>
              <a:ext uri="{FF2B5EF4-FFF2-40B4-BE49-F238E27FC236}">
                <a16:creationId xmlns:a16="http://schemas.microsoft.com/office/drawing/2014/main" id="{143350DD-99A9-FD90-3A28-8AB3A9EAEE15}"/>
              </a:ext>
            </a:extLst>
          </p:cNvPr>
          <p:cNvSpPr>
            <a:spLocks/>
          </p:cNvSpPr>
          <p:nvPr/>
        </p:nvSpPr>
        <p:spPr bwMode="auto">
          <a:xfrm>
            <a:off x="538485" y="5834271"/>
            <a:ext cx="979764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휴관일 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" name="Button">
            <a:extLst>
              <a:ext uri="{FF2B5EF4-FFF2-40B4-BE49-F238E27FC236}">
                <a16:creationId xmlns:a16="http://schemas.microsoft.com/office/drawing/2014/main" id="{53E130D2-4C38-5748-1B14-68278EFAB2CE}"/>
              </a:ext>
            </a:extLst>
          </p:cNvPr>
          <p:cNvSpPr>
            <a:spLocks/>
          </p:cNvSpPr>
          <p:nvPr/>
        </p:nvSpPr>
        <p:spPr bwMode="auto">
          <a:xfrm>
            <a:off x="1576331" y="5834271"/>
            <a:ext cx="979764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휴관일 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9C71FD8-F04B-F816-1BB2-C732A64DB66C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38485" y="1097858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63A0EFF-47CC-3810-0EC1-A95D7827BFE6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1660766" y="1097858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교육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9B83108-5BA2-4EEA-52B9-E8C3E3B7A3EC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2783047" y="1097858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장비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6474048-3039-B4FB-D911-682C7C3D6FE3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3978357" y="1096384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공간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41060A8-3250-63EB-4015-D6E34DEF29B8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114156" y="1095460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상영회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245B93A-9614-DF3B-866E-070A20B26ECD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6249957" y="1094536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휴관일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E8064796-1C89-FF98-A3CC-24071EC02D96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38485" y="1910730"/>
          <a:ext cx="5380795" cy="386489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68685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651622174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093942947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496194511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4062231979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663414550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189276815"/>
                    </a:ext>
                  </a:extLst>
                </a:gridCol>
              </a:tblGrid>
              <a:tr h="48088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일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월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화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수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목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금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토</a:t>
                      </a:r>
                    </a:p>
                  </a:txBody>
                  <a:tcPr marL="91524" marR="91524" marT="45682" marB="45682" anchor="ctr"/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4272230437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358704819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697162086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527680140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722582847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ADC236CD-622B-FEB4-4DDF-45904D460767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2704533" y="1420515"/>
            <a:ext cx="1320927" cy="369332"/>
            <a:chOff x="2778986" y="1773120"/>
            <a:chExt cx="1320927" cy="369332"/>
          </a:xfrm>
        </p:grpSpPr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10456AF8-4E35-CCF1-72DE-2E2EB48EC696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2810694" y="1803898"/>
              <a:ext cx="1289219" cy="307777"/>
              <a:chOff x="2801353" y="1881052"/>
              <a:chExt cx="1289219" cy="307777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3011B4A-0C1C-3D2D-4DBE-015252D9B40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35433" y="1881052"/>
                <a:ext cx="821059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2024.09</a:t>
                </a:r>
                <a:endParaRPr lang="ko-KR" altLang="en-US" sz="1400" dirty="0"/>
              </a:p>
            </p:txBody>
          </p:sp>
          <p:sp>
            <p:nvSpPr>
              <p:cNvPr id="18" name="Button">
                <a:extLst>
                  <a:ext uri="{FF2B5EF4-FFF2-40B4-BE49-F238E27FC236}">
                    <a16:creationId xmlns:a16="http://schemas.microsoft.com/office/drawing/2014/main" id="{4A082B17-E1F0-37D6-FF79-4AA2719DF75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 bwMode="auto">
              <a:xfrm>
                <a:off x="3896909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Button">
                <a:extLst>
                  <a:ext uri="{FF2B5EF4-FFF2-40B4-BE49-F238E27FC236}">
                    <a16:creationId xmlns:a16="http://schemas.microsoft.com/office/drawing/2014/main" id="{048E1964-5965-0F87-B5AC-082C6A1F0F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E28C82D-CADD-F1A5-783A-304565CF5526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BAEAC55-0E9B-2CE4-C8EC-70E112A7046E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7689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942D184E-0272-9064-3EF1-92C0620B0F82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38485" y="1909806"/>
          <a:ext cx="5380795" cy="384927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68685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651622174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093942947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496194511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4062231979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663414550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189276815"/>
                    </a:ext>
                  </a:extLst>
                </a:gridCol>
              </a:tblGrid>
              <a:tr h="47893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R w="12700" cmpd="sng">
                      <a:noFill/>
                    </a:ln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R w="12700" cmpd="sng">
                      <a:noFill/>
                    </a:ln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2230437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8704819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7162086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7680140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2582847"/>
                  </a:ext>
                </a:extLst>
              </a:tr>
            </a:tbl>
          </a:graphicData>
        </a:graphic>
      </p:graphicFrame>
      <p:grpSp>
        <p:nvGrpSpPr>
          <p:cNvPr id="51" name="그룹 50">
            <a:extLst>
              <a:ext uri="{FF2B5EF4-FFF2-40B4-BE49-F238E27FC236}">
                <a16:creationId xmlns:a16="http://schemas.microsoft.com/office/drawing/2014/main" id="{06C98D71-8C6D-9DD3-8F8D-269E40549C01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2556095" y="4429290"/>
            <a:ext cx="296876" cy="220207"/>
            <a:chOff x="2968404" y="6288376"/>
            <a:chExt cx="296876" cy="220207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2F71A621-2AB0-3A25-9E50-B78258C0E6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004357" y="6293139"/>
              <a:ext cx="215444" cy="215444"/>
            </a:xfrm>
            <a:prstGeom prst="ellipse">
              <a:avLst/>
            </a:prstGeom>
            <a:solidFill>
              <a:schemeClr val="bg2">
                <a:lumMod val="50000"/>
              </a:schemeClr>
            </a:solidFill>
          </p:spPr>
          <p:style>
            <a:lnRef idx="2">
              <a:schemeClr val="accent3">
                <a:shade val="15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B28EF3E2-261E-A27A-2E83-1D1517E263A1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968404" y="6288376"/>
              <a:ext cx="29687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solidFill>
                    <a:schemeClr val="bg1"/>
                  </a:solidFill>
                </a:rPr>
                <a:t>24</a:t>
              </a:r>
              <a:endParaRPr lang="ko-KR" altLang="en-US" sz="800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C6C593EF-3EE9-FD27-1625-DA074DA1C287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6096000" y="1949009"/>
          <a:ext cx="3050551" cy="385447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0344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2447108">
                  <a:extLst>
                    <a:ext uri="{9D8B030D-6E8A-4147-A177-3AD203B41FA5}">
                      <a16:colId xmlns:a16="http://schemas.microsoft.com/office/drawing/2014/main" val="75125243"/>
                    </a:ext>
                  </a:extLst>
                </a:gridCol>
              </a:tblGrid>
              <a:tr h="385447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09/24</a:t>
                      </a:r>
                      <a:endParaRPr lang="ko-KR" altLang="en-US" sz="800" dirty="0"/>
                    </a:p>
                  </a:txBody>
                  <a:tcPr marL="91524" marR="91524" marT="45682" marB="45682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E68D8B5E-2C1D-75AB-7EEE-B42D2C627921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430477" y="651270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defRPr/>
            </a:pPr>
            <a:r>
              <a:rPr lang="ko-KR" altLang="en-US" b="1" dirty="0"/>
              <a:t>센터 전체일정</a:t>
            </a:r>
            <a:r>
              <a:rPr lang="ko-KR" altLang="en-US" sz="900" b="1" dirty="0">
                <a:latin typeface="+mn-ea"/>
              </a:rPr>
              <a:t> 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46B6760-F262-18F9-8A5C-5EDBE4F7BBA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2294626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교육명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1EC7236A-C4F4-E55B-EFB0-43221EDF500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1979458"/>
            <a:ext cx="888521" cy="207034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교육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56F036AF-D6EC-0555-6A18-76BBD2D9C70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2675333"/>
            <a:ext cx="888521" cy="20703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장비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00126B01-3E81-28F9-BE42-34649479691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4063044"/>
            <a:ext cx="888521" cy="207034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공간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937785B2-376D-DC8C-B974-18A5BF87442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4654551"/>
            <a:ext cx="888521" cy="207034"/>
          </a:xfrm>
          <a:prstGeom prst="round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상영회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F4C047DE-BF48-1B5A-E0F4-D519C52C7F7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5227432"/>
            <a:ext cx="888521" cy="207034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휴관일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7505C090-A303-085E-B4E6-F669154A58C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4" y="2973360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DBD2349D-7955-54D6-9369-468C6857611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3" y="3338785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983AAB0F-F60D-D95F-2C87-3BB572F1D0D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2" y="3697197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D7E13F6F-1F37-C20B-9DDD-C1EEA89A42D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1" y="4324292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공간명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62F8104-9D4D-059A-61CE-ACF549C472C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8707" y="4908257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상영회명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BC7DE72-97C2-F861-A338-B984073F022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0" y="5466682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휴관명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1000569-5617-F805-743B-2F4DD499576F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센터 전체일정 </a:t>
            </a:r>
            <a:r>
              <a:rPr lang="en-US" altLang="ko-KR" sz="900" dirty="0">
                <a:latin typeface="+mn-ea"/>
              </a:rPr>
              <a:t>(</a:t>
            </a:r>
            <a:r>
              <a:rPr lang="ko-KR" altLang="en-US" sz="900" dirty="0" err="1">
                <a:latin typeface="+mn-ea"/>
              </a:rPr>
              <a:t>팝업창</a:t>
            </a:r>
            <a:r>
              <a:rPr lang="en-US" altLang="ko-KR" sz="900" dirty="0">
                <a:latin typeface="+mn-ea"/>
              </a:rPr>
              <a:t>)</a:t>
            </a:r>
            <a:endParaRPr lang="ko-KR" altLang="en-US" sz="900" dirty="0">
              <a:latin typeface="+mn-ea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E361A673-6CBC-4ADF-6367-219786C7D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1148591"/>
              </p:ext>
            </p:extLst>
          </p:nvPr>
        </p:nvGraphicFramePr>
        <p:xfrm>
          <a:off x="9693985" y="296809"/>
          <a:ext cx="2498015" cy="36512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맑은 고딕" panose="020B0503020000020004" pitchFamily="50" charset="-127"/>
                        <a:buNone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휴관일 신규등록 클릭 시 신규등록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팝업창화면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리스트의 휴관일명으로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휴관일 매주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checkbox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일정 요일을 체크하면 매주 휴관일로 설정할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휴관일 특정일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캘린더를 사용하여 특정일 지정하여 휴관일을 설정할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비고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취소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등록 후 리스트로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5884491"/>
                  </a:ext>
                </a:extLst>
              </a:tr>
            </a:tbl>
          </a:graphicData>
        </a:graphic>
      </p:graphicFrame>
      <p:sp>
        <p:nvSpPr>
          <p:cNvPr id="47" name="TextBox 30">
            <a:extLst>
              <a:ext uri="{FF2B5EF4-FFF2-40B4-BE49-F238E27FC236}">
                <a16:creationId xmlns:a16="http://schemas.microsoft.com/office/drawing/2014/main" id="{81BBE9C4-24ED-FF4E-24E5-ED352E05D0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989" y="296809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센터 전체일정</a:t>
            </a:r>
            <a:r>
              <a:rPr lang="en-US" altLang="ko-KR" sz="900" dirty="0"/>
              <a:t> &gt; </a:t>
            </a:r>
            <a:r>
              <a:rPr lang="ko-KR" altLang="en-US" sz="900" dirty="0"/>
              <a:t>휴관일 신규등록</a:t>
            </a:r>
            <a:r>
              <a:rPr lang="en-US" altLang="ko-KR" sz="900" dirty="0"/>
              <a:t>(</a:t>
            </a:r>
            <a:r>
              <a:rPr lang="ko-KR" altLang="en-US" sz="900" dirty="0" err="1"/>
              <a:t>팝업창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DB9A70D-3791-12AC-77C1-B8CE20B4366E}"/>
              </a:ext>
            </a:extLst>
          </p:cNvPr>
          <p:cNvSpPr>
            <a:spLocks/>
          </p:cNvSpPr>
          <p:nvPr/>
        </p:nvSpPr>
        <p:spPr>
          <a:xfrm>
            <a:off x="0" y="572689"/>
            <a:ext cx="9693985" cy="6285312"/>
          </a:xfrm>
          <a:prstGeom prst="rect">
            <a:avLst/>
          </a:prstGeom>
          <a:solidFill>
            <a:schemeClr val="tx1">
              <a:lumMod val="75000"/>
              <a:lumOff val="25000"/>
              <a:alpha val="53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6DEB4C0-76F7-D2CB-4DE0-4C20B1AA9643}"/>
              </a:ext>
            </a:extLst>
          </p:cNvPr>
          <p:cNvSpPr/>
          <p:nvPr/>
        </p:nvSpPr>
        <p:spPr>
          <a:xfrm>
            <a:off x="1891684" y="2123617"/>
            <a:ext cx="5794452" cy="2426177"/>
          </a:xfrm>
          <a:prstGeom prst="rect">
            <a:avLst/>
          </a:prstGeom>
          <a:solidFill>
            <a:schemeClr val="bg1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3C8565FF-D9C6-080D-06CB-21E509FE70EB}"/>
              </a:ext>
            </a:extLst>
          </p:cNvPr>
          <p:cNvGraphicFramePr>
            <a:graphicFrameLocks noGrp="1"/>
          </p:cNvGraphicFramePr>
          <p:nvPr/>
        </p:nvGraphicFramePr>
        <p:xfrm>
          <a:off x="2057353" y="2526792"/>
          <a:ext cx="5476345" cy="1568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157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605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제목</a:t>
                      </a:r>
                      <a:r>
                        <a:rPr lang="en-US" altLang="ko-KR" sz="800" b="0" dirty="0"/>
                        <a:t>          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휴관일 매주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휴관일 특정일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74762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419934"/>
                  </a:ext>
                </a:extLst>
              </a:tr>
            </a:tbl>
          </a:graphicData>
        </a:graphic>
      </p:graphicFrame>
      <p:sp>
        <p:nvSpPr>
          <p:cNvPr id="42" name="직사각형 41">
            <a:extLst>
              <a:ext uri="{FF2B5EF4-FFF2-40B4-BE49-F238E27FC236}">
                <a16:creationId xmlns:a16="http://schemas.microsoft.com/office/drawing/2014/main" id="{445012F8-2A2E-9996-B518-231738F8CDB1}"/>
              </a:ext>
            </a:extLst>
          </p:cNvPr>
          <p:cNvSpPr/>
          <p:nvPr/>
        </p:nvSpPr>
        <p:spPr>
          <a:xfrm>
            <a:off x="3252261" y="2570094"/>
            <a:ext cx="3558221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AED6544-1098-FE5F-CB58-02F648799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5126" y="226726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휴관일 신규 등록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0AEDD75-1DBF-8015-DCD8-5FB2069FBDD0}"/>
              </a:ext>
            </a:extLst>
          </p:cNvPr>
          <p:cNvSpPr/>
          <p:nvPr/>
        </p:nvSpPr>
        <p:spPr>
          <a:xfrm>
            <a:off x="3252261" y="3820121"/>
            <a:ext cx="3558221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50BB3C6B-82A6-9488-F379-D7E7E0870552}"/>
              </a:ext>
            </a:extLst>
          </p:cNvPr>
          <p:cNvGrpSpPr/>
          <p:nvPr/>
        </p:nvGrpSpPr>
        <p:grpSpPr>
          <a:xfrm>
            <a:off x="3252261" y="3184257"/>
            <a:ext cx="2286789" cy="246221"/>
            <a:chOff x="2108003" y="5164991"/>
            <a:chExt cx="2286789" cy="246221"/>
          </a:xfrm>
        </p:grpSpPr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422DA5F2-78A7-5D0C-416A-D19BD1480BA7}"/>
                </a:ext>
              </a:extLst>
            </p:cNvPr>
            <p:cNvGrpSpPr/>
            <p:nvPr/>
          </p:nvGrpSpPr>
          <p:grpSpPr>
            <a:xfrm>
              <a:off x="2108003" y="5167555"/>
              <a:ext cx="1005892" cy="241092"/>
              <a:chOff x="2153685" y="2540395"/>
              <a:chExt cx="1005892" cy="241092"/>
            </a:xfrm>
          </p:grpSpPr>
          <p:sp>
            <p:nvSpPr>
              <p:cNvPr id="56" name="Text Box">
                <a:extLst>
                  <a:ext uri="{FF2B5EF4-FFF2-40B4-BE49-F238E27FC236}">
                    <a16:creationId xmlns:a16="http://schemas.microsoft.com/office/drawing/2014/main" id="{0C473FDC-9F1C-65E8-B782-D1BA8A4E506D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Calendar">
                <a:extLst>
                  <a:ext uri="{FF2B5EF4-FFF2-40B4-BE49-F238E27FC236}">
                    <a16:creationId xmlns:a16="http://schemas.microsoft.com/office/drawing/2014/main" id="{20726B78-CB26-CCB8-C9C0-7EE97C53E80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D26700CC-AA40-2854-6342-E1069ACDEE02}"/>
                </a:ext>
              </a:extLst>
            </p:cNvPr>
            <p:cNvGrpSpPr/>
            <p:nvPr/>
          </p:nvGrpSpPr>
          <p:grpSpPr>
            <a:xfrm>
              <a:off x="3388900" y="5167555"/>
              <a:ext cx="1005892" cy="241092"/>
              <a:chOff x="2153685" y="2540395"/>
              <a:chExt cx="1005892" cy="241092"/>
            </a:xfrm>
          </p:grpSpPr>
          <p:sp>
            <p:nvSpPr>
              <p:cNvPr id="54" name="Text Box">
                <a:extLst>
                  <a:ext uri="{FF2B5EF4-FFF2-40B4-BE49-F238E27FC236}">
                    <a16:creationId xmlns:a16="http://schemas.microsoft.com/office/drawing/2014/main" id="{E211813A-68FC-E5CD-2C73-6F40D54E6A00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" name="Calendar">
                <a:extLst>
                  <a:ext uri="{FF2B5EF4-FFF2-40B4-BE49-F238E27FC236}">
                    <a16:creationId xmlns:a16="http://schemas.microsoft.com/office/drawing/2014/main" id="{3F116AA8-817D-664F-D113-AAF8BC78038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C8DA084-97F3-A4B1-F3A6-4540A758F151}"/>
                </a:ext>
              </a:extLst>
            </p:cNvPr>
            <p:cNvSpPr txBox="1"/>
            <p:nvPr/>
          </p:nvSpPr>
          <p:spPr>
            <a:xfrm>
              <a:off x="3114181" y="5164991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</p:grpSp>
      <p:sp>
        <p:nvSpPr>
          <p:cNvPr id="58" name="Button">
            <a:extLst>
              <a:ext uri="{FF2B5EF4-FFF2-40B4-BE49-F238E27FC236}">
                <a16:creationId xmlns:a16="http://schemas.microsoft.com/office/drawing/2014/main" id="{44EEC03C-7D44-059F-5645-38D163C15A7F}"/>
              </a:ext>
            </a:extLst>
          </p:cNvPr>
          <p:cNvSpPr>
            <a:spLocks/>
          </p:cNvSpPr>
          <p:nvPr/>
        </p:nvSpPr>
        <p:spPr bwMode="auto">
          <a:xfrm>
            <a:off x="6064218" y="417174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Button">
            <a:extLst>
              <a:ext uri="{FF2B5EF4-FFF2-40B4-BE49-F238E27FC236}">
                <a16:creationId xmlns:a16="http://schemas.microsoft.com/office/drawing/2014/main" id="{970A91E9-DAD5-A31A-AA91-7948ED6532E3}"/>
              </a:ext>
            </a:extLst>
          </p:cNvPr>
          <p:cNvSpPr>
            <a:spLocks/>
          </p:cNvSpPr>
          <p:nvPr/>
        </p:nvSpPr>
        <p:spPr bwMode="auto">
          <a:xfrm>
            <a:off x="6869168" y="4171746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BE64B2AE-67A0-207C-F617-CD0449881979}"/>
              </a:ext>
            </a:extLst>
          </p:cNvPr>
          <p:cNvGrpSpPr/>
          <p:nvPr/>
        </p:nvGrpSpPr>
        <p:grpSpPr>
          <a:xfrm>
            <a:off x="3252261" y="2894532"/>
            <a:ext cx="2745082" cy="212366"/>
            <a:chOff x="2031395" y="1365900"/>
            <a:chExt cx="2745082" cy="212366"/>
          </a:xfrm>
        </p:grpSpPr>
        <p:sp>
          <p:nvSpPr>
            <p:cNvPr id="62" name="Box">
              <a:extLst>
                <a:ext uri="{FF2B5EF4-FFF2-40B4-BE49-F238E27FC236}">
                  <a16:creationId xmlns:a16="http://schemas.microsoft.com/office/drawing/2014/main" id="{E03C9AF0-78ED-4B2F-F1C7-41C3723FA778}"/>
                </a:ext>
              </a:extLst>
            </p:cNvPr>
            <p:cNvSpPr/>
            <p:nvPr/>
          </p:nvSpPr>
          <p:spPr>
            <a:xfrm>
              <a:off x="2031395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Label">
              <a:extLst>
                <a:ext uri="{FF2B5EF4-FFF2-40B4-BE49-F238E27FC236}">
                  <a16:creationId xmlns:a16="http://schemas.microsoft.com/office/drawing/2014/main" id="{9AA17955-6CAB-2BFF-6661-BFF807204E9C}"/>
                </a:ext>
              </a:extLst>
            </p:cNvPr>
            <p:cNvSpPr txBox="1"/>
            <p:nvPr/>
          </p:nvSpPr>
          <p:spPr>
            <a:xfrm>
              <a:off x="2162951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월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Box">
              <a:extLst>
                <a:ext uri="{FF2B5EF4-FFF2-40B4-BE49-F238E27FC236}">
                  <a16:creationId xmlns:a16="http://schemas.microsoft.com/office/drawing/2014/main" id="{4A3A4323-F6EF-02AB-1BB2-63C38C62FB9E}"/>
                </a:ext>
              </a:extLst>
            </p:cNvPr>
            <p:cNvSpPr/>
            <p:nvPr/>
          </p:nvSpPr>
          <p:spPr>
            <a:xfrm>
              <a:off x="2814853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Label">
              <a:extLst>
                <a:ext uri="{FF2B5EF4-FFF2-40B4-BE49-F238E27FC236}">
                  <a16:creationId xmlns:a16="http://schemas.microsoft.com/office/drawing/2014/main" id="{00B72110-AFE5-90D2-1893-F5A7113FF36A}"/>
                </a:ext>
              </a:extLst>
            </p:cNvPr>
            <p:cNvSpPr txBox="1"/>
            <p:nvPr/>
          </p:nvSpPr>
          <p:spPr>
            <a:xfrm>
              <a:off x="2946409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Box">
              <a:extLst>
                <a:ext uri="{FF2B5EF4-FFF2-40B4-BE49-F238E27FC236}">
                  <a16:creationId xmlns:a16="http://schemas.microsoft.com/office/drawing/2014/main" id="{7E0D2C68-93B9-9B0B-EBE3-2754B2C5A25A}"/>
                </a:ext>
              </a:extLst>
            </p:cNvPr>
            <p:cNvSpPr/>
            <p:nvPr/>
          </p:nvSpPr>
          <p:spPr>
            <a:xfrm>
              <a:off x="3206582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Label">
              <a:extLst>
                <a:ext uri="{FF2B5EF4-FFF2-40B4-BE49-F238E27FC236}">
                  <a16:creationId xmlns:a16="http://schemas.microsoft.com/office/drawing/2014/main" id="{52AFACD6-57B5-5217-F8CF-F54D001CAADE}"/>
                </a:ext>
              </a:extLst>
            </p:cNvPr>
            <p:cNvSpPr txBox="1"/>
            <p:nvPr/>
          </p:nvSpPr>
          <p:spPr>
            <a:xfrm>
              <a:off x="3338138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목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Box">
              <a:extLst>
                <a:ext uri="{FF2B5EF4-FFF2-40B4-BE49-F238E27FC236}">
                  <a16:creationId xmlns:a16="http://schemas.microsoft.com/office/drawing/2014/main" id="{34977A97-C7D3-9AA6-5A95-D5A125CE2875}"/>
                </a:ext>
              </a:extLst>
            </p:cNvPr>
            <p:cNvSpPr/>
            <p:nvPr/>
          </p:nvSpPr>
          <p:spPr>
            <a:xfrm>
              <a:off x="3598311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" name="Label">
              <a:extLst>
                <a:ext uri="{FF2B5EF4-FFF2-40B4-BE49-F238E27FC236}">
                  <a16:creationId xmlns:a16="http://schemas.microsoft.com/office/drawing/2014/main" id="{4FD4419F-E057-8070-797C-3868E8760D95}"/>
                </a:ext>
              </a:extLst>
            </p:cNvPr>
            <p:cNvSpPr txBox="1"/>
            <p:nvPr/>
          </p:nvSpPr>
          <p:spPr>
            <a:xfrm>
              <a:off x="3729867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금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Box">
              <a:extLst>
                <a:ext uri="{FF2B5EF4-FFF2-40B4-BE49-F238E27FC236}">
                  <a16:creationId xmlns:a16="http://schemas.microsoft.com/office/drawing/2014/main" id="{18461A2E-1986-631D-E34B-B1D7F0A4BE5C}"/>
                </a:ext>
              </a:extLst>
            </p:cNvPr>
            <p:cNvSpPr/>
            <p:nvPr/>
          </p:nvSpPr>
          <p:spPr>
            <a:xfrm>
              <a:off x="3990040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Label">
              <a:extLst>
                <a:ext uri="{FF2B5EF4-FFF2-40B4-BE49-F238E27FC236}">
                  <a16:creationId xmlns:a16="http://schemas.microsoft.com/office/drawing/2014/main" id="{B176545C-8514-F00F-AD2E-8F3C0F65A622}"/>
                </a:ext>
              </a:extLst>
            </p:cNvPr>
            <p:cNvSpPr txBox="1"/>
            <p:nvPr/>
          </p:nvSpPr>
          <p:spPr>
            <a:xfrm>
              <a:off x="4121596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토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ox">
              <a:extLst>
                <a:ext uri="{FF2B5EF4-FFF2-40B4-BE49-F238E27FC236}">
                  <a16:creationId xmlns:a16="http://schemas.microsoft.com/office/drawing/2014/main" id="{EC2943CB-713E-FF3D-3702-C7B7BCE91AC1}"/>
                </a:ext>
              </a:extLst>
            </p:cNvPr>
            <p:cNvSpPr/>
            <p:nvPr/>
          </p:nvSpPr>
          <p:spPr>
            <a:xfrm>
              <a:off x="2423124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Label">
              <a:extLst>
                <a:ext uri="{FF2B5EF4-FFF2-40B4-BE49-F238E27FC236}">
                  <a16:creationId xmlns:a16="http://schemas.microsoft.com/office/drawing/2014/main" id="{E2CC9F02-446A-B7AB-798A-82067E21B1B4}"/>
                </a:ext>
              </a:extLst>
            </p:cNvPr>
            <p:cNvSpPr txBox="1"/>
            <p:nvPr/>
          </p:nvSpPr>
          <p:spPr>
            <a:xfrm>
              <a:off x="2554680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Box">
              <a:extLst>
                <a:ext uri="{FF2B5EF4-FFF2-40B4-BE49-F238E27FC236}">
                  <a16:creationId xmlns:a16="http://schemas.microsoft.com/office/drawing/2014/main" id="{5745CE93-0361-4D1B-41BD-43E4AE546911}"/>
                </a:ext>
              </a:extLst>
            </p:cNvPr>
            <p:cNvSpPr/>
            <p:nvPr/>
          </p:nvSpPr>
          <p:spPr>
            <a:xfrm>
              <a:off x="4381772" y="140630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Label">
              <a:extLst>
                <a:ext uri="{FF2B5EF4-FFF2-40B4-BE49-F238E27FC236}">
                  <a16:creationId xmlns:a16="http://schemas.microsoft.com/office/drawing/2014/main" id="{2D555079-E17C-6F2E-701D-870D123C9902}"/>
                </a:ext>
              </a:extLst>
            </p:cNvPr>
            <p:cNvSpPr txBox="1"/>
            <p:nvPr/>
          </p:nvSpPr>
          <p:spPr>
            <a:xfrm>
              <a:off x="4513328" y="1365900"/>
              <a:ext cx="26314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일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6A29588C-3D4E-5FC4-9CFB-FF43CC5159F3}"/>
              </a:ext>
            </a:extLst>
          </p:cNvPr>
          <p:cNvSpPr/>
          <p:nvPr/>
        </p:nvSpPr>
        <p:spPr>
          <a:xfrm>
            <a:off x="6029328" y="402974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521280-D574-55F4-B4C8-616B9F6B07E1}"/>
              </a:ext>
            </a:extLst>
          </p:cNvPr>
          <p:cNvSpPr/>
          <p:nvPr/>
        </p:nvSpPr>
        <p:spPr>
          <a:xfrm>
            <a:off x="3113101" y="229462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11079039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95B9A9-88AD-963E-CD5C-D704C8C397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Button">
            <a:extLst>
              <a:ext uri="{FF2B5EF4-FFF2-40B4-BE49-F238E27FC236}">
                <a16:creationId xmlns:a16="http://schemas.microsoft.com/office/drawing/2014/main" id="{A42D875A-D59A-BF1B-475A-5D60C3718D67}"/>
              </a:ext>
            </a:extLst>
          </p:cNvPr>
          <p:cNvSpPr>
            <a:spLocks/>
          </p:cNvSpPr>
          <p:nvPr/>
        </p:nvSpPr>
        <p:spPr bwMode="auto">
          <a:xfrm>
            <a:off x="538485" y="5834271"/>
            <a:ext cx="979764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휴관일 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" name="Button">
            <a:extLst>
              <a:ext uri="{FF2B5EF4-FFF2-40B4-BE49-F238E27FC236}">
                <a16:creationId xmlns:a16="http://schemas.microsoft.com/office/drawing/2014/main" id="{7BA05104-1BB8-5006-5828-5BD294C4B140}"/>
              </a:ext>
            </a:extLst>
          </p:cNvPr>
          <p:cNvSpPr>
            <a:spLocks/>
          </p:cNvSpPr>
          <p:nvPr/>
        </p:nvSpPr>
        <p:spPr bwMode="auto">
          <a:xfrm>
            <a:off x="1576331" y="5834271"/>
            <a:ext cx="979764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휴관일 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81A6201-12F6-DE12-AFBF-CFABCCA401B5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38485" y="1097858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70DADB9-A43E-27DE-3F50-C3FDB5FF84ED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1660766" y="1097858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교육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5C1D43E-12F9-F054-DBA5-3C1D37E6844E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2783047" y="1097858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장비</a:t>
                      </a:r>
                    </a:p>
                  </a:txBody>
                  <a:tcPr marL="91524" marR="91524" marT="45682" marB="45682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44C85F2-009E-F4EE-8ED1-1FA5661BF01F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3978357" y="1096384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공간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BE96188-34D7-C1A2-9E37-A4D38B69C060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114156" y="1095460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상영회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A225A4C-EE81-A778-9D7C-EDCFA118E0AE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6249957" y="1094536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휴관일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49B1686-2F87-A57F-1696-4EDD38E799DD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38485" y="1910730"/>
          <a:ext cx="5380795" cy="386489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68685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651622174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093942947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496194511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4062231979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663414550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189276815"/>
                    </a:ext>
                  </a:extLst>
                </a:gridCol>
              </a:tblGrid>
              <a:tr h="48088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일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월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화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수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목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금</a:t>
                      </a:r>
                    </a:p>
                  </a:txBody>
                  <a:tcPr marL="91524" marR="91524" marT="45682" marB="45682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토</a:t>
                      </a:r>
                    </a:p>
                  </a:txBody>
                  <a:tcPr marL="91524" marR="91524" marT="45682" marB="45682" anchor="ctr"/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4272230437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358704819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697162086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26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27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28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527680140"/>
                  </a:ext>
                </a:extLst>
              </a:tr>
              <a:tr h="676803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29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30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marL="91524" marR="91524" marT="45682" marB="45682"/>
                </a:tc>
                <a:extLst>
                  <a:ext uri="{0D108BD9-81ED-4DB2-BD59-A6C34878D82A}">
                    <a16:rowId xmlns:a16="http://schemas.microsoft.com/office/drawing/2014/main" val="1722582847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D397B296-52E9-3B2F-1C82-8D68D1EEB827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2704533" y="1420515"/>
            <a:ext cx="1320927" cy="369332"/>
            <a:chOff x="2778986" y="1773120"/>
            <a:chExt cx="1320927" cy="369332"/>
          </a:xfrm>
        </p:grpSpPr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7BA2DA88-5A25-B3C2-85B6-4A39AE3CF46C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2810694" y="1803898"/>
              <a:ext cx="1289219" cy="307777"/>
              <a:chOff x="2801353" y="1881052"/>
              <a:chExt cx="1289219" cy="307777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B061D19-D49A-37A8-82CD-9BD0FBB3C1D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35433" y="1881052"/>
                <a:ext cx="821059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2024.09</a:t>
                </a:r>
                <a:endParaRPr lang="ko-KR" altLang="en-US" sz="1400" dirty="0"/>
              </a:p>
            </p:txBody>
          </p:sp>
          <p:sp>
            <p:nvSpPr>
              <p:cNvPr id="18" name="Button">
                <a:extLst>
                  <a:ext uri="{FF2B5EF4-FFF2-40B4-BE49-F238E27FC236}">
                    <a16:creationId xmlns:a16="http://schemas.microsoft.com/office/drawing/2014/main" id="{2BCAADA5-D7B9-DFC3-FA56-81B9906CA52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 bwMode="auto">
              <a:xfrm>
                <a:off x="3896909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Button">
                <a:extLst>
                  <a:ext uri="{FF2B5EF4-FFF2-40B4-BE49-F238E27FC236}">
                    <a16:creationId xmlns:a16="http://schemas.microsoft.com/office/drawing/2014/main" id="{70A9279F-24F4-A508-61EE-C141585BD62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75CDA24-7FE7-197F-102A-3A4083EC453E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D088B01-E5EB-FB86-86AC-84DA125396A4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7689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F0416548-7287-7A91-FAE0-808FD4971C5C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538485" y="1909806"/>
          <a:ext cx="5380795" cy="384927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68685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651622174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093942947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2496194511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4062231979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663414550"/>
                    </a:ext>
                  </a:extLst>
                </a:gridCol>
                <a:gridCol w="768685">
                  <a:extLst>
                    <a:ext uri="{9D8B030D-6E8A-4147-A177-3AD203B41FA5}">
                      <a16:colId xmlns:a16="http://schemas.microsoft.com/office/drawing/2014/main" val="1189276815"/>
                    </a:ext>
                  </a:extLst>
                </a:gridCol>
              </a:tblGrid>
              <a:tr h="47893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R w="12700" cmpd="sng">
                      <a:noFill/>
                    </a:ln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R w="12700" cmpd="sng">
                      <a:noFill/>
                    </a:ln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381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2230437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8704819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7162086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7680140"/>
                  </a:ext>
                </a:extLst>
              </a:tr>
              <a:tr h="674068"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+4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+2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+3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+5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R w="12700" cmpd="sng">
                      <a:noFill/>
                    </a:lnR>
                    <a:lnT w="12700" cmpd="sng">
                      <a:noFill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000" dirty="0">
                          <a:solidFill>
                            <a:schemeClr val="bg2">
                              <a:lumMod val="50000"/>
                            </a:schemeClr>
                          </a:solidFill>
                        </a:rPr>
                        <a:t>+1</a:t>
                      </a:r>
                      <a:endParaRPr lang="ko-KR" altLang="en-US" sz="1000" dirty="0">
                        <a:solidFill>
                          <a:schemeClr val="bg2">
                            <a:lumMod val="50000"/>
                          </a:schemeClr>
                        </a:solidFill>
                      </a:endParaRPr>
                    </a:p>
                  </a:txBody>
                  <a:tcPr marL="91524" marR="91524" marT="45682" marB="45682" anchor="b">
                    <a:lnL w="12700" cmpd="sng">
                      <a:noFill/>
                    </a:lnL>
                    <a:lnT w="12700" cmpd="sng">
                      <a:noFill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2582847"/>
                  </a:ext>
                </a:extLst>
              </a:tr>
            </a:tbl>
          </a:graphicData>
        </a:graphic>
      </p:graphicFrame>
      <p:grpSp>
        <p:nvGrpSpPr>
          <p:cNvPr id="51" name="그룹 50">
            <a:extLst>
              <a:ext uri="{FF2B5EF4-FFF2-40B4-BE49-F238E27FC236}">
                <a16:creationId xmlns:a16="http://schemas.microsoft.com/office/drawing/2014/main" id="{0C980581-DA9A-EF44-CBF1-58B05197FA83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2556095" y="4429290"/>
            <a:ext cx="296876" cy="220207"/>
            <a:chOff x="2968404" y="6288376"/>
            <a:chExt cx="296876" cy="220207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7219872-847F-7173-6A6F-78E158C6B1F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004357" y="6293139"/>
              <a:ext cx="215444" cy="215444"/>
            </a:xfrm>
            <a:prstGeom prst="ellipse">
              <a:avLst/>
            </a:prstGeom>
            <a:solidFill>
              <a:schemeClr val="bg2">
                <a:lumMod val="50000"/>
              </a:schemeClr>
            </a:solidFill>
          </p:spPr>
          <p:style>
            <a:lnRef idx="2">
              <a:schemeClr val="accent3">
                <a:shade val="15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0A50A6B-5D97-892F-93ED-E35F21DA2589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968404" y="6288376"/>
              <a:ext cx="29687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solidFill>
                    <a:schemeClr val="bg1"/>
                  </a:solidFill>
                </a:rPr>
                <a:t>24</a:t>
              </a:r>
              <a:endParaRPr lang="ko-KR" altLang="en-US" sz="800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B2CC4EAF-DFFF-3A95-72D5-8F93FC5F79DE}"/>
              </a:ext>
            </a:extLst>
          </p:cNvPr>
          <p:cNvGraphicFramePr>
            <a:graphicFrameLocks noGrp="1" noDrilldown="1" noMove="1" noResize="1"/>
          </p:cNvGraphicFramePr>
          <p:nvPr/>
        </p:nvGraphicFramePr>
        <p:xfrm>
          <a:off x="6096000" y="1949009"/>
          <a:ext cx="3050551" cy="385447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0344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  <a:gridCol w="2447108">
                  <a:extLst>
                    <a:ext uri="{9D8B030D-6E8A-4147-A177-3AD203B41FA5}">
                      <a16:colId xmlns:a16="http://schemas.microsoft.com/office/drawing/2014/main" val="75125243"/>
                    </a:ext>
                  </a:extLst>
                </a:gridCol>
              </a:tblGrid>
              <a:tr h="385447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09/24</a:t>
                      </a:r>
                      <a:endParaRPr lang="ko-KR" altLang="en-US" sz="800" dirty="0"/>
                    </a:p>
                  </a:txBody>
                  <a:tcPr marL="91524" marR="91524" marT="45682" marB="45682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marL="91524" marR="91524" marT="45682" marB="45682" anchor="ctr">
                    <a:lnL w="12700" cmpd="sng">
                      <a:noFill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15EE2F5-8211-59FF-656C-7EB66725DCB3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430477" y="651270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defRPr/>
            </a:pPr>
            <a:r>
              <a:rPr lang="ko-KR" altLang="en-US" b="1" dirty="0"/>
              <a:t>센터 전체일정</a:t>
            </a:r>
            <a:r>
              <a:rPr lang="ko-KR" altLang="en-US" sz="900" b="1" dirty="0">
                <a:latin typeface="+mn-ea"/>
              </a:rPr>
              <a:t> 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8600804-CDAD-B3E1-DBF9-F55C98F2AA6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2294626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교육명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833BCE8-B8A1-9007-7328-D48F0E4BBD8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1979458"/>
            <a:ext cx="888521" cy="207034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교육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93BBE013-5394-DFC6-5663-68CCFF3CD7F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2675333"/>
            <a:ext cx="888521" cy="20703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장비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BD5D8EBB-3648-6041-2914-1AC7BA5D3BA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4063044"/>
            <a:ext cx="888521" cy="207034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공간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85E3C5C8-0451-9484-7F1C-FA936A87F9A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4654551"/>
            <a:ext cx="888521" cy="207034"/>
          </a:xfrm>
          <a:prstGeom prst="round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상영회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E6AF03DC-2E3C-005C-4441-430D3458978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5" y="5227432"/>
            <a:ext cx="888521" cy="207034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휴관일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B655CFF-A85C-3A51-D9A4-F88A1C5BB49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4" y="2973360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449E6A1-52F5-E3B2-12F6-75F572160BE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3" y="3338785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A9A9039-8834-DE86-9FFF-0EECD4702F6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2" y="3697197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장비명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E89E7C7-1BCA-44F2-AE38-0BF82F7C3EB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1" y="4324292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이름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공간명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6EC97F8-1A8E-207D-440F-A611E5293F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8707" y="4908257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상영회명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103BD1E-0490-8C31-7C3C-6F242C193C2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797610" y="5466682"/>
            <a:ext cx="2260121" cy="26741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휴관명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9B8F5A-90AB-2169-0036-E6427D6A9482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센터 전체일정 </a:t>
            </a:r>
            <a:r>
              <a:rPr lang="en-US" altLang="ko-KR" sz="900" dirty="0">
                <a:latin typeface="+mn-ea"/>
              </a:rPr>
              <a:t>(</a:t>
            </a:r>
            <a:r>
              <a:rPr lang="ko-KR" altLang="en-US" sz="900" dirty="0" err="1">
                <a:latin typeface="+mn-ea"/>
              </a:rPr>
              <a:t>팝업창</a:t>
            </a:r>
            <a:r>
              <a:rPr lang="en-US" altLang="ko-KR" sz="900" dirty="0">
                <a:latin typeface="+mn-ea"/>
              </a:rPr>
              <a:t>)</a:t>
            </a:r>
            <a:endParaRPr lang="ko-KR" altLang="en-US" sz="900" dirty="0">
              <a:latin typeface="+mn-ea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0236A328-8660-6ABD-B765-205CE1553E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8568158"/>
              </p:ext>
            </p:extLst>
          </p:nvPr>
        </p:nvGraphicFramePr>
        <p:xfrm>
          <a:off x="9693985" y="296809"/>
          <a:ext cx="2498015" cy="396926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맑은 고딕" panose="020B0503020000020004" pitchFamily="50" charset="-127"/>
                        <a:buNone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휴관일 삭제 클릭 시 휴관일 리스트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팝업창화면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리스트 항목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휴관일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등록에서 지정한 휴관일이 표시됩니다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닫기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X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팝업창을 닫을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6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5884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모든 </a:t>
                      </a:r>
                      <a:r>
                        <a:rPr lang="en-US" altLang="ko-KR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[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수정</a:t>
                      </a:r>
                      <a:r>
                        <a:rPr lang="en-US" altLang="ko-KR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 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버튼을 상세로 명칭 변경</a:t>
                      </a:r>
                      <a:endParaRPr lang="en-US" altLang="ko-KR" sz="80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094906"/>
                  </a:ext>
                </a:extLst>
              </a:tr>
            </a:tbl>
          </a:graphicData>
        </a:graphic>
      </p:graphicFrame>
      <p:sp>
        <p:nvSpPr>
          <p:cNvPr id="47" name="TextBox 30">
            <a:extLst>
              <a:ext uri="{FF2B5EF4-FFF2-40B4-BE49-F238E27FC236}">
                <a16:creationId xmlns:a16="http://schemas.microsoft.com/office/drawing/2014/main" id="{C5C377FC-AE6F-8DEB-D649-6B0BC44BD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989" y="296809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센터 전체일정</a:t>
            </a:r>
            <a:r>
              <a:rPr lang="en-US" altLang="ko-KR" sz="900" dirty="0"/>
              <a:t> &gt; </a:t>
            </a:r>
            <a:r>
              <a:rPr lang="ko-KR" altLang="en-US" sz="900" dirty="0"/>
              <a:t>휴관일 삭제</a:t>
            </a:r>
            <a:r>
              <a:rPr lang="en-US" altLang="ko-KR" sz="900" dirty="0"/>
              <a:t>(</a:t>
            </a:r>
            <a:r>
              <a:rPr lang="ko-KR" altLang="en-US" sz="900" dirty="0" err="1"/>
              <a:t>팝업창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890BA89-01CD-DF08-253B-D28865BB1B1F}"/>
              </a:ext>
            </a:extLst>
          </p:cNvPr>
          <p:cNvSpPr>
            <a:spLocks/>
          </p:cNvSpPr>
          <p:nvPr/>
        </p:nvSpPr>
        <p:spPr>
          <a:xfrm>
            <a:off x="0" y="572689"/>
            <a:ext cx="9693985" cy="6285312"/>
          </a:xfrm>
          <a:prstGeom prst="rect">
            <a:avLst/>
          </a:prstGeom>
          <a:solidFill>
            <a:schemeClr val="tx1">
              <a:lumMod val="75000"/>
              <a:lumOff val="25000"/>
              <a:alpha val="53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D2B70DB-BD2F-05BD-1BD6-E397D86D609E}"/>
              </a:ext>
            </a:extLst>
          </p:cNvPr>
          <p:cNvSpPr/>
          <p:nvPr/>
        </p:nvSpPr>
        <p:spPr>
          <a:xfrm>
            <a:off x="1141185" y="2111551"/>
            <a:ext cx="7097041" cy="2421153"/>
          </a:xfrm>
          <a:prstGeom prst="rect">
            <a:avLst/>
          </a:prstGeom>
          <a:solidFill>
            <a:schemeClr val="bg1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AA086CD-A8EB-9EA6-9A31-7D6E9212E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4929" y="2230979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휴관일 리스트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0D309F3-B2EC-1A23-871C-AFDC30C0DB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5727477"/>
              </p:ext>
            </p:extLst>
          </p:nvPr>
        </p:nvGraphicFramePr>
        <p:xfrm>
          <a:off x="1326120" y="2498332"/>
          <a:ext cx="6725678" cy="14963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8838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2476500">
                  <a:extLst>
                    <a:ext uri="{9D8B030D-6E8A-4147-A177-3AD203B41FA5}">
                      <a16:colId xmlns:a16="http://schemas.microsoft.com/office/drawing/2014/main" val="780298808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850900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4930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965198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3018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휴관일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2986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휴관일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12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월 미디어체험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2024.12.28~2024.12.28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2986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휴관일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11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월 미디어체험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2024.11.30~2024.11.30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2024.04.05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993770"/>
                  </a:ext>
                </a:extLst>
              </a:tr>
              <a:tr h="2986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휴관일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10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월 미디어체험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2024.10.30~2024.10.30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2024.04.05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719259"/>
                  </a:ext>
                </a:extLst>
              </a:tr>
              <a:tr h="2986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휴관일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매주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매주 월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2024.04.05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807888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3123F896-4252-975C-EA40-4DD384F2AD1F}"/>
              </a:ext>
            </a:extLst>
          </p:cNvPr>
          <p:cNvGrpSpPr/>
          <p:nvPr/>
        </p:nvGrpSpPr>
        <p:grpSpPr>
          <a:xfrm>
            <a:off x="7155243" y="2832170"/>
            <a:ext cx="831679" cy="222794"/>
            <a:chOff x="8483974" y="2715793"/>
            <a:chExt cx="903358" cy="241996"/>
          </a:xfrm>
        </p:grpSpPr>
        <p:sp>
          <p:nvSpPr>
            <p:cNvPr id="22" name="Button">
              <a:extLst>
                <a:ext uri="{FF2B5EF4-FFF2-40B4-BE49-F238E27FC236}">
                  <a16:creationId xmlns:a16="http://schemas.microsoft.com/office/drawing/2014/main" id="{3CFD3B7D-22F8-1CF7-0229-28728B3A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Button">
              <a:extLst>
                <a:ext uri="{FF2B5EF4-FFF2-40B4-BE49-F238E27FC236}">
                  <a16:creationId xmlns:a16="http://schemas.microsoft.com/office/drawing/2014/main" id="{29566986-7B00-02A2-F121-D92B085E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7555B31A-2EA6-CCC3-EB2A-FD35C8174FC2}"/>
              </a:ext>
            </a:extLst>
          </p:cNvPr>
          <p:cNvGrpSpPr/>
          <p:nvPr/>
        </p:nvGrpSpPr>
        <p:grpSpPr>
          <a:xfrm>
            <a:off x="7155243" y="3130413"/>
            <a:ext cx="831679" cy="222794"/>
            <a:chOff x="8483974" y="2715793"/>
            <a:chExt cx="903358" cy="241996"/>
          </a:xfrm>
        </p:grpSpPr>
        <p:sp>
          <p:nvSpPr>
            <p:cNvPr id="46" name="Button">
              <a:extLst>
                <a:ext uri="{FF2B5EF4-FFF2-40B4-BE49-F238E27FC236}">
                  <a16:creationId xmlns:a16="http://schemas.microsoft.com/office/drawing/2014/main" id="{22B35E7A-1D79-5650-D8B0-91E631A6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Button">
              <a:extLst>
                <a:ext uri="{FF2B5EF4-FFF2-40B4-BE49-F238E27FC236}">
                  <a16:creationId xmlns:a16="http://schemas.microsoft.com/office/drawing/2014/main" id="{8D175053-7640-4119-F02E-C83AD679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9E521E39-FFAE-67E4-7DE4-216227B7E81F}"/>
              </a:ext>
            </a:extLst>
          </p:cNvPr>
          <p:cNvGrpSpPr/>
          <p:nvPr/>
        </p:nvGrpSpPr>
        <p:grpSpPr>
          <a:xfrm>
            <a:off x="7155243" y="3426305"/>
            <a:ext cx="831679" cy="222794"/>
            <a:chOff x="8483974" y="2715793"/>
            <a:chExt cx="903358" cy="241996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820B7AC7-2668-832C-24DE-1D00B430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Button">
              <a:extLst>
                <a:ext uri="{FF2B5EF4-FFF2-40B4-BE49-F238E27FC236}">
                  <a16:creationId xmlns:a16="http://schemas.microsoft.com/office/drawing/2014/main" id="{B2C985D1-ACE8-A2FE-B080-25F404D1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8F83BAFC-2EAA-EA1F-5488-4B519CDCB5AF}"/>
              </a:ext>
            </a:extLst>
          </p:cNvPr>
          <p:cNvGrpSpPr/>
          <p:nvPr/>
        </p:nvGrpSpPr>
        <p:grpSpPr>
          <a:xfrm>
            <a:off x="7155243" y="3731417"/>
            <a:ext cx="831679" cy="222794"/>
            <a:chOff x="8483974" y="2715793"/>
            <a:chExt cx="903358" cy="241996"/>
          </a:xfrm>
        </p:grpSpPr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E14B58DF-7432-52F8-200C-5C72C56F5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Button">
              <a:extLst>
                <a:ext uri="{FF2B5EF4-FFF2-40B4-BE49-F238E27FC236}">
                  <a16:creationId xmlns:a16="http://schemas.microsoft.com/office/drawing/2014/main" id="{391DCC5D-3384-4A6E-629B-56DA3D75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6" name="Pagination">
            <a:extLst>
              <a:ext uri="{FF2B5EF4-FFF2-40B4-BE49-F238E27FC236}">
                <a16:creationId xmlns:a16="http://schemas.microsoft.com/office/drawing/2014/main" id="{88B3BE1A-80FC-F67D-242A-044258CEC4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1193" y="4168773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8F3829B-6DDC-DD76-0426-0C96F2DFFB84}"/>
              </a:ext>
            </a:extLst>
          </p:cNvPr>
          <p:cNvSpPr/>
          <p:nvPr/>
        </p:nvSpPr>
        <p:spPr>
          <a:xfrm>
            <a:off x="1298011" y="239909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534309CA-79AF-4B1D-10C9-C49B6145671D}"/>
              </a:ext>
            </a:extLst>
          </p:cNvPr>
          <p:cNvSpPr/>
          <p:nvPr/>
        </p:nvSpPr>
        <p:spPr>
          <a:xfrm>
            <a:off x="7628023" y="219479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E35F4E6-689C-1B79-EF1E-D64ADE3AF1C0}"/>
              </a:ext>
            </a:extLst>
          </p:cNvPr>
          <p:cNvSpPr txBox="1"/>
          <p:nvPr/>
        </p:nvSpPr>
        <p:spPr>
          <a:xfrm>
            <a:off x="7930151" y="2085201"/>
            <a:ext cx="324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chemeClr val="bg2">
                    <a:lumMod val="25000"/>
                  </a:schemeClr>
                </a:solidFill>
              </a:rPr>
              <a:t>X</a:t>
            </a:r>
            <a:endParaRPr lang="ko-KR" altLang="en-US" dirty="0">
              <a:solidFill>
                <a:schemeClr val="bg2">
                  <a:lumMod val="25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A7455EA-F2CA-D9E6-6428-B3B223F46B8B}"/>
              </a:ext>
            </a:extLst>
          </p:cNvPr>
          <p:cNvSpPr/>
          <p:nvPr/>
        </p:nvSpPr>
        <p:spPr>
          <a:xfrm>
            <a:off x="7435925" y="273957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88204039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66C1DE-8412-1E82-B3CF-1B9F611F0D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C3992F8-2D02-3FB9-DB63-4B6AC55D7752}"/>
              </a:ext>
            </a:extLst>
          </p:cNvPr>
          <p:cNvGraphicFramePr>
            <a:graphicFrameLocks noGrp="1"/>
          </p:cNvGraphicFramePr>
          <p:nvPr/>
        </p:nvGraphicFramePr>
        <p:xfrm>
          <a:off x="146678" y="2330049"/>
          <a:ext cx="9503938" cy="315282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36632">
                  <a:extLst>
                    <a:ext uri="{9D8B030D-6E8A-4147-A177-3AD203B41FA5}">
                      <a16:colId xmlns:a16="http://schemas.microsoft.com/office/drawing/2014/main" val="66306900"/>
                    </a:ext>
                  </a:extLst>
                </a:gridCol>
                <a:gridCol w="436632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674868">
                  <a:extLst>
                    <a:ext uri="{9D8B030D-6E8A-4147-A177-3AD203B41FA5}">
                      <a16:colId xmlns:a16="http://schemas.microsoft.com/office/drawing/2014/main" val="2894846906"/>
                    </a:ext>
                  </a:extLst>
                </a:gridCol>
                <a:gridCol w="699558">
                  <a:extLst>
                    <a:ext uri="{9D8B030D-6E8A-4147-A177-3AD203B41FA5}">
                      <a16:colId xmlns:a16="http://schemas.microsoft.com/office/drawing/2014/main" val="2047930728"/>
                    </a:ext>
                  </a:extLst>
                </a:gridCol>
                <a:gridCol w="938232">
                  <a:extLst>
                    <a:ext uri="{9D8B030D-6E8A-4147-A177-3AD203B41FA5}">
                      <a16:colId xmlns:a16="http://schemas.microsoft.com/office/drawing/2014/main" val="1658165584"/>
                    </a:ext>
                  </a:extLst>
                </a:gridCol>
                <a:gridCol w="1135753">
                  <a:extLst>
                    <a:ext uri="{9D8B030D-6E8A-4147-A177-3AD203B41FA5}">
                      <a16:colId xmlns:a16="http://schemas.microsoft.com/office/drawing/2014/main" val="948498571"/>
                    </a:ext>
                  </a:extLst>
                </a:gridCol>
                <a:gridCol w="1777702">
                  <a:extLst>
                    <a:ext uri="{9D8B030D-6E8A-4147-A177-3AD203B41FA5}">
                      <a16:colId xmlns:a16="http://schemas.microsoft.com/office/drawing/2014/main" val="709319804"/>
                    </a:ext>
                  </a:extLst>
                </a:gridCol>
                <a:gridCol w="1058985">
                  <a:extLst>
                    <a:ext uri="{9D8B030D-6E8A-4147-A177-3AD203B41FA5}">
                      <a16:colId xmlns:a16="http://schemas.microsoft.com/office/drawing/2014/main" val="1435297415"/>
                    </a:ext>
                  </a:extLst>
                </a:gridCol>
                <a:gridCol w="998539">
                  <a:extLst>
                    <a:ext uri="{9D8B030D-6E8A-4147-A177-3AD203B41FA5}">
                      <a16:colId xmlns:a16="http://schemas.microsoft.com/office/drawing/2014/main" val="3482594530"/>
                    </a:ext>
                  </a:extLst>
                </a:gridCol>
                <a:gridCol w="1347037">
                  <a:extLst>
                    <a:ext uri="{9D8B030D-6E8A-4147-A177-3AD203B41FA5}">
                      <a16:colId xmlns:a16="http://schemas.microsoft.com/office/drawing/2014/main" val="1436270560"/>
                    </a:ext>
                  </a:extLst>
                </a:gridCol>
              </a:tblGrid>
              <a:tr h="3305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No.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ID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관리권한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생성일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2971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master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총괄실장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02-1234-5678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homepagekorea@naver.com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ROOT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2024.02.16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305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00292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운영지원팀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02-1234-5678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homepagekorea@naver.com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기본설정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관리자관리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회원관리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장비관리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2024.02.16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042933"/>
                  </a:ext>
                </a:extLst>
              </a:tr>
              <a:tr h="3305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00293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김철수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미디어교육팀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02-1234-5678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homepagekorea@naver.com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기본설정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관리자관리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회원관리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교육관리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2024.02.16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0715117"/>
                  </a:ext>
                </a:extLst>
              </a:tr>
              <a:tr h="3305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00294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김영희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미디어사업팀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02-1234-5678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homepagekorea@naver.com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기본설정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관리자관리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회원관리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교육관리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미디어체험관리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2024.02.16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2156739"/>
                  </a:ext>
                </a:extLst>
              </a:tr>
              <a:tr h="33053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00294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김영희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센터장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02-1234-5678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homepagekorea@naver.com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ROOT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2024.02.16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386925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9364D8D-28E0-D4B9-F6A2-4DB95F8ED166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관리자 관리</a:t>
            </a:r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DB7BB3F5-FFF7-83B8-4AC1-50A1B7612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</a:t>
            </a:r>
            <a:r>
              <a:rPr lang="ko-KR" altLang="en-US" sz="900" dirty="0"/>
              <a:t> 관리자 관리</a:t>
            </a:r>
            <a:r>
              <a:rPr lang="en-US" altLang="ko-KR" sz="900" dirty="0"/>
              <a:t> </a:t>
            </a:r>
            <a:endParaRPr lang="ko-KR" altLang="en-US" sz="900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0724C9C-EFE1-6E15-C673-0455C8CE8884}"/>
              </a:ext>
            </a:extLst>
          </p:cNvPr>
          <p:cNvGraphicFramePr>
            <a:graphicFrameLocks noGrp="1"/>
          </p:cNvGraphicFramePr>
          <p:nvPr/>
        </p:nvGraphicFramePr>
        <p:xfrm>
          <a:off x="9693984" y="289590"/>
          <a:ext cx="2498015" cy="4661487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맑은 고딕" panose="020B0503020000020004" pitchFamily="50" charset="-127"/>
                        <a:buNone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 계정을 관리하는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주안미디어센터에서 담당자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정보를 등록할 수 있습니다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검색 항목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부서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이메일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관리자를 입력 후 검색 클릭 시 관리자 검색이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리스트 항목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No, ID,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부서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연락처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이메일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생성일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관리권한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관리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372587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6494343"/>
                  </a:ext>
                </a:extLst>
              </a:tr>
            </a:tbl>
          </a:graphicData>
        </a:graphic>
      </p:graphicFrame>
      <p:sp>
        <p:nvSpPr>
          <p:cNvPr id="46" name="TextBox 45">
            <a:extLst>
              <a:ext uri="{FF2B5EF4-FFF2-40B4-BE49-F238E27FC236}">
                <a16:creationId xmlns:a16="http://schemas.microsoft.com/office/drawing/2014/main" id="{7C638885-C0B6-7845-7036-5E05EEDBB85C}"/>
              </a:ext>
            </a:extLst>
          </p:cNvPr>
          <p:cNvSpPr txBox="1"/>
          <p:nvPr/>
        </p:nvSpPr>
        <p:spPr>
          <a:xfrm>
            <a:off x="76811" y="2051313"/>
            <a:ext cx="659155" cy="25391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1050" b="1" dirty="0">
                <a:latin typeface="+mj-ea"/>
                <a:ea typeface="+mj-ea"/>
              </a:rPr>
              <a:t>총</a:t>
            </a:r>
            <a:r>
              <a:rPr lang="en-US" altLang="ko-KR" sz="1050" b="1" dirty="0">
                <a:latin typeface="+mj-ea"/>
                <a:ea typeface="+mj-ea"/>
              </a:rPr>
              <a:t> 10</a:t>
            </a:r>
            <a:r>
              <a:rPr lang="ko-KR" altLang="en-US" sz="1050" b="1" dirty="0">
                <a:latin typeface="+mj-ea"/>
                <a:ea typeface="+mj-ea"/>
              </a:rPr>
              <a:t>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C7937E6-E611-13F1-A11C-240A4DEBE81F}"/>
              </a:ext>
            </a:extLst>
          </p:cNvPr>
          <p:cNvSpPr/>
          <p:nvPr/>
        </p:nvSpPr>
        <p:spPr>
          <a:xfrm>
            <a:off x="146678" y="128048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19B68E-135C-A6A9-47C1-229BA795F23C}"/>
              </a:ext>
            </a:extLst>
          </p:cNvPr>
          <p:cNvSpPr/>
          <p:nvPr/>
        </p:nvSpPr>
        <p:spPr>
          <a:xfrm>
            <a:off x="88795" y="227137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83268511-EEA1-38E5-1DF2-0512BA79655F}"/>
              </a:ext>
            </a:extLst>
          </p:cNvPr>
          <p:cNvGrpSpPr/>
          <p:nvPr/>
        </p:nvGrpSpPr>
        <p:grpSpPr>
          <a:xfrm>
            <a:off x="8590974" y="2710090"/>
            <a:ext cx="768161" cy="182785"/>
            <a:chOff x="8483969" y="2676991"/>
            <a:chExt cx="1250385" cy="319605"/>
          </a:xfrm>
        </p:grpSpPr>
        <p:sp>
          <p:nvSpPr>
            <p:cNvPr id="76" name="Button">
              <a:extLst>
                <a:ext uri="{FF2B5EF4-FFF2-40B4-BE49-F238E27FC236}">
                  <a16:creationId xmlns:a16="http://schemas.microsoft.com/office/drawing/2014/main" id="{E7A4EDFD-D6A3-9525-8606-E298A23DC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69" y="2677000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utton">
              <a:extLst>
                <a:ext uri="{FF2B5EF4-FFF2-40B4-BE49-F238E27FC236}">
                  <a16:creationId xmlns:a16="http://schemas.microsoft.com/office/drawing/2014/main" id="{4C557931-1B37-6A30-68C6-F57BB9E6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707" y="2676991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2B72FB-DF8B-0C99-7753-71F8D40D2BA2}"/>
              </a:ext>
            </a:extLst>
          </p:cNvPr>
          <p:cNvGraphicFramePr>
            <a:graphicFrameLocks noGrp="1"/>
          </p:cNvGraphicFramePr>
          <p:nvPr/>
        </p:nvGraphicFramePr>
        <p:xfrm>
          <a:off x="146678" y="1453854"/>
          <a:ext cx="5908642" cy="3137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4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4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5053188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60C5634A-7BB1-4309-00AB-8CBD110BB550}"/>
              </a:ext>
            </a:extLst>
          </p:cNvPr>
          <p:cNvSpPr/>
          <p:nvPr/>
        </p:nvSpPr>
        <p:spPr>
          <a:xfrm>
            <a:off x="5257215" y="1503441"/>
            <a:ext cx="587788" cy="2145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680991D-F8CB-BB29-039E-C731FD8C004F}"/>
              </a:ext>
            </a:extLst>
          </p:cNvPr>
          <p:cNvSpPr/>
          <p:nvPr/>
        </p:nvSpPr>
        <p:spPr>
          <a:xfrm>
            <a:off x="3034061" y="1503442"/>
            <a:ext cx="2021046" cy="21459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2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7596C9F-1582-401F-4CC1-4AE4BCCC4E20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229065" y="1497086"/>
            <a:ext cx="1735986" cy="227304"/>
            <a:chOff x="595686" y="1221834"/>
            <a:chExt cx="1368150" cy="319910"/>
          </a:xfrm>
          <a:solidFill>
            <a:srgbClr val="FFFFFF"/>
          </a:solidFill>
        </p:grpSpPr>
        <p:sp>
          <p:nvSpPr>
            <p:cNvPr id="13" name="Text Box">
              <a:extLst>
                <a:ext uri="{FF2B5EF4-FFF2-40B4-BE49-F238E27FC236}">
                  <a16:creationId xmlns:a16="http://schemas.microsoft.com/office/drawing/2014/main" id="{2645EFBA-12D1-1FAA-9C13-606C888EBF3D}"/>
                </a:ext>
              </a:extLst>
            </p:cNvPr>
            <p:cNvSpPr/>
            <p:nvPr/>
          </p:nvSpPr>
          <p:spPr>
            <a:xfrm>
              <a:off x="595686" y="1221834"/>
              <a:ext cx="1368150" cy="31991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/</a:t>
              </a:r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이름</a:t>
              </a:r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/</a:t>
              </a:r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부서</a:t>
              </a:r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/</a:t>
              </a:r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이메일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18F318B-DCE5-8C30-D23F-F0604D4A41BB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873202" y="1357788"/>
              <a:ext cx="50445" cy="48004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05472FA0-76D0-F642-87FF-EDC4F1B6FF0A}"/>
              </a:ext>
            </a:extLst>
          </p:cNvPr>
          <p:cNvSpPr txBox="1"/>
          <p:nvPr/>
        </p:nvSpPr>
        <p:spPr>
          <a:xfrm>
            <a:off x="76811" y="1055171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defRPr/>
            </a:pPr>
            <a:r>
              <a:rPr lang="ko-KR" altLang="en-US" sz="900" b="1" dirty="0">
                <a:latin typeface="+mn-ea"/>
              </a:rPr>
              <a:t>관리자 관리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FF6AB5-5652-8E77-42CF-FF47DCADFC38}"/>
              </a:ext>
            </a:extLst>
          </p:cNvPr>
          <p:cNvSpPr/>
          <p:nvPr/>
        </p:nvSpPr>
        <p:spPr>
          <a:xfrm>
            <a:off x="8737746" y="254905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D73ECEF-CF5F-361B-1000-4292F7DD8A03}"/>
              </a:ext>
            </a:extLst>
          </p:cNvPr>
          <p:cNvGrpSpPr/>
          <p:nvPr/>
        </p:nvGrpSpPr>
        <p:grpSpPr>
          <a:xfrm>
            <a:off x="8590975" y="3187544"/>
            <a:ext cx="768158" cy="182781"/>
            <a:chOff x="8483974" y="2676991"/>
            <a:chExt cx="1250380" cy="319598"/>
          </a:xfrm>
        </p:grpSpPr>
        <p:sp>
          <p:nvSpPr>
            <p:cNvPr id="22" name="Button">
              <a:extLst>
                <a:ext uri="{FF2B5EF4-FFF2-40B4-BE49-F238E27FC236}">
                  <a16:creationId xmlns:a16="http://schemas.microsoft.com/office/drawing/2014/main" id="{673F7A7A-356F-0CF2-FF5D-945F2BCA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676993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Button">
              <a:extLst>
                <a:ext uri="{FF2B5EF4-FFF2-40B4-BE49-F238E27FC236}">
                  <a16:creationId xmlns:a16="http://schemas.microsoft.com/office/drawing/2014/main" id="{BA878728-1461-EF57-10BB-19CAA5DA4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707" y="2676991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D0162DC6-5FA2-46A2-E63C-E6AD4EAD5B8A}"/>
              </a:ext>
            </a:extLst>
          </p:cNvPr>
          <p:cNvGrpSpPr/>
          <p:nvPr/>
        </p:nvGrpSpPr>
        <p:grpSpPr>
          <a:xfrm>
            <a:off x="8590975" y="3820046"/>
            <a:ext cx="768158" cy="182781"/>
            <a:chOff x="8483974" y="2676991"/>
            <a:chExt cx="1250380" cy="319598"/>
          </a:xfrm>
        </p:grpSpPr>
        <p:sp>
          <p:nvSpPr>
            <p:cNvPr id="25" name="Button">
              <a:extLst>
                <a:ext uri="{FF2B5EF4-FFF2-40B4-BE49-F238E27FC236}">
                  <a16:creationId xmlns:a16="http://schemas.microsoft.com/office/drawing/2014/main" id="{2D5400FF-78C2-5C68-FB8A-5993336D9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676993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Button">
              <a:extLst>
                <a:ext uri="{FF2B5EF4-FFF2-40B4-BE49-F238E27FC236}">
                  <a16:creationId xmlns:a16="http://schemas.microsoft.com/office/drawing/2014/main" id="{2C6B5B77-3F64-4100-8957-348F9487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707" y="2676991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91BD71FE-5CCB-C1E8-8CBE-42B2612DA94A}"/>
              </a:ext>
            </a:extLst>
          </p:cNvPr>
          <p:cNvGrpSpPr/>
          <p:nvPr/>
        </p:nvGrpSpPr>
        <p:grpSpPr>
          <a:xfrm>
            <a:off x="8590975" y="4552868"/>
            <a:ext cx="768158" cy="182781"/>
            <a:chOff x="8483974" y="2676991"/>
            <a:chExt cx="1250380" cy="319598"/>
          </a:xfrm>
        </p:grpSpPr>
        <p:sp>
          <p:nvSpPr>
            <p:cNvPr id="28" name="Button">
              <a:extLst>
                <a:ext uri="{FF2B5EF4-FFF2-40B4-BE49-F238E27FC236}">
                  <a16:creationId xmlns:a16="http://schemas.microsoft.com/office/drawing/2014/main" id="{B3538FDD-F649-5E09-7D8E-8F0D857F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676993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" name="Button">
              <a:extLst>
                <a:ext uri="{FF2B5EF4-FFF2-40B4-BE49-F238E27FC236}">
                  <a16:creationId xmlns:a16="http://schemas.microsoft.com/office/drawing/2014/main" id="{82AD3D46-1F8A-0220-7904-B86828488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707" y="2676991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FD937DEF-E0E2-3105-8ABD-7A00E6E53823}"/>
              </a:ext>
            </a:extLst>
          </p:cNvPr>
          <p:cNvGrpSpPr/>
          <p:nvPr/>
        </p:nvGrpSpPr>
        <p:grpSpPr>
          <a:xfrm>
            <a:off x="8590974" y="5230714"/>
            <a:ext cx="768158" cy="182781"/>
            <a:chOff x="8483974" y="2676991"/>
            <a:chExt cx="1250380" cy="319598"/>
          </a:xfrm>
        </p:grpSpPr>
        <p:sp>
          <p:nvSpPr>
            <p:cNvPr id="31" name="Button">
              <a:extLst>
                <a:ext uri="{FF2B5EF4-FFF2-40B4-BE49-F238E27FC236}">
                  <a16:creationId xmlns:a16="http://schemas.microsoft.com/office/drawing/2014/main" id="{D4162C11-37A7-B28C-3428-D13BA20D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676993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Button">
              <a:extLst>
                <a:ext uri="{FF2B5EF4-FFF2-40B4-BE49-F238E27FC236}">
                  <a16:creationId xmlns:a16="http://schemas.microsoft.com/office/drawing/2014/main" id="{0735DE6D-332C-6AD0-7FE5-C2061975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707" y="2676991"/>
              <a:ext cx="567647" cy="3195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" name="Pagination">
            <a:extLst>
              <a:ext uri="{FF2B5EF4-FFF2-40B4-BE49-F238E27FC236}">
                <a16:creationId xmlns:a16="http://schemas.microsoft.com/office/drawing/2014/main" id="{165B0EE9-D90C-72EE-69F4-9FBE2B5BC6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574497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5" name="Button">
            <a:extLst>
              <a:ext uri="{FF2B5EF4-FFF2-40B4-BE49-F238E27FC236}">
                <a16:creationId xmlns:a16="http://schemas.microsoft.com/office/drawing/2014/main" id="{C7C4596A-5B36-A3D3-15E5-FE8D22076C78}"/>
              </a:ext>
            </a:extLst>
          </p:cNvPr>
          <p:cNvSpPr>
            <a:spLocks/>
          </p:cNvSpPr>
          <p:nvPr/>
        </p:nvSpPr>
        <p:spPr bwMode="auto">
          <a:xfrm>
            <a:off x="8931833" y="553633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" name="Button">
            <a:extLst>
              <a:ext uri="{FF2B5EF4-FFF2-40B4-BE49-F238E27FC236}">
                <a16:creationId xmlns:a16="http://schemas.microsoft.com/office/drawing/2014/main" id="{BAA2B84F-F28F-1F78-42D9-40BEC6EB97C8}"/>
              </a:ext>
            </a:extLst>
          </p:cNvPr>
          <p:cNvSpPr>
            <a:spLocks/>
          </p:cNvSpPr>
          <p:nvPr/>
        </p:nvSpPr>
        <p:spPr bwMode="auto">
          <a:xfrm>
            <a:off x="8165719" y="553633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0EB6681-0F01-9A52-5E6A-6C0D4FA7AA80}"/>
              </a:ext>
            </a:extLst>
          </p:cNvPr>
          <p:cNvSpPr/>
          <p:nvPr/>
        </p:nvSpPr>
        <p:spPr>
          <a:xfrm>
            <a:off x="8165719" y="539008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53627996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97A21-CA06-BFE5-D21B-32DD10A766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14418232-AE5A-D110-7918-E798037DA5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83185"/>
              </p:ext>
            </p:extLst>
          </p:nvPr>
        </p:nvGraphicFramePr>
        <p:xfrm>
          <a:off x="610056" y="1311203"/>
          <a:ext cx="8016359" cy="33071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092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ID*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비밀번호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52852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이름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부서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연락처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493829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5485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등급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5563570"/>
                  </a:ext>
                </a:extLst>
              </a:tr>
              <a:tr h="7518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관리 권한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89103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생성일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2024.09.20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911373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23414EF6-9349-1FD7-DA75-BC9F01067719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관리자 관리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F090382-12D9-8839-4F4E-F7DAE16230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897939"/>
              </p:ext>
            </p:extLst>
          </p:nvPr>
        </p:nvGraphicFramePr>
        <p:xfrm>
          <a:off x="9696838" y="289508"/>
          <a:ext cx="2495162" cy="452120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5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 정보를 등록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수정하는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관리자 관리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ID,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설명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부서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권한을 등록합니다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등급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 ROOT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권한 관계없이 모든 메뉴 접근 가능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 ADMIN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경우 아래 권한을 설정해야 접근 가능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관리권한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dirty="0"/>
                        <a:t>해당 계정의 접근 가능 메뉴 설정</a:t>
                      </a:r>
                      <a:endParaRPr lang="en-US" altLang="ko-KR" sz="800" dirty="0"/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생성일</a:t>
                      </a:r>
                      <a:r>
                        <a:rPr lang="en-US" altLang="ko-KR" sz="800" dirty="0"/>
                        <a:t>&lt;date&gt;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계정 생성일시 표기</a:t>
                      </a:r>
                      <a:endParaRPr lang="en-US" altLang="ko-KR" sz="800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2.</a:t>
                      </a:r>
                      <a:r>
                        <a:rPr lang="ko-KR" altLang="en-US" sz="800" b="1" dirty="0"/>
                        <a:t>목록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958638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3.</a:t>
                      </a:r>
                      <a:r>
                        <a:rPr lang="ko-KR" altLang="en-US" sz="800" b="1" dirty="0"/>
                        <a:t>저장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등록 후 리스트로 이동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944555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4.</a:t>
                      </a:r>
                      <a:r>
                        <a:rPr lang="ko-KR" altLang="en-US" sz="800" b="1" dirty="0"/>
                        <a:t>취소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6740989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ECEFD4A9-7456-7603-A305-2BBAEC810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729" y="103921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관리자 등록 </a:t>
            </a:r>
            <a:r>
              <a:rPr lang="en-US" altLang="ko-KR" sz="900" b="1" dirty="0"/>
              <a:t>/ </a:t>
            </a:r>
            <a:r>
              <a:rPr lang="ko-KR" altLang="en-US" sz="900" b="1" dirty="0"/>
              <a:t>수정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330A010-3C79-2FB6-0491-34843EEF7E7C}"/>
              </a:ext>
            </a:extLst>
          </p:cNvPr>
          <p:cNvSpPr/>
          <p:nvPr/>
        </p:nvSpPr>
        <p:spPr>
          <a:xfrm>
            <a:off x="1722719" y="107557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5" name="Panel">
            <a:extLst>
              <a:ext uri="{FF2B5EF4-FFF2-40B4-BE49-F238E27FC236}">
                <a16:creationId xmlns:a16="http://schemas.microsoft.com/office/drawing/2014/main" id="{541A8F18-9423-DF6D-FC1C-4C00D9D7457C}"/>
              </a:ext>
            </a:extLst>
          </p:cNvPr>
          <p:cNvSpPr/>
          <p:nvPr/>
        </p:nvSpPr>
        <p:spPr>
          <a:xfrm>
            <a:off x="2181987" y="2628729"/>
            <a:ext cx="2601840" cy="270278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Button">
            <a:extLst>
              <a:ext uri="{FF2B5EF4-FFF2-40B4-BE49-F238E27FC236}">
                <a16:creationId xmlns:a16="http://schemas.microsoft.com/office/drawing/2014/main" id="{9AFF5E9A-5A10-6FA4-C85D-23D311AFE35A}"/>
              </a:ext>
            </a:extLst>
          </p:cNvPr>
          <p:cNvSpPr>
            <a:spLocks/>
          </p:cNvSpPr>
          <p:nvPr/>
        </p:nvSpPr>
        <p:spPr bwMode="auto">
          <a:xfrm>
            <a:off x="7139252" y="469910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Button">
            <a:extLst>
              <a:ext uri="{FF2B5EF4-FFF2-40B4-BE49-F238E27FC236}">
                <a16:creationId xmlns:a16="http://schemas.microsoft.com/office/drawing/2014/main" id="{52D91713-F52C-C5D6-2BE0-85926B9ABC3A}"/>
              </a:ext>
            </a:extLst>
          </p:cNvPr>
          <p:cNvSpPr>
            <a:spLocks/>
          </p:cNvSpPr>
          <p:nvPr/>
        </p:nvSpPr>
        <p:spPr bwMode="auto">
          <a:xfrm>
            <a:off x="7944202" y="4699109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51B58D9-4671-1038-9A2C-E001940E2008}"/>
              </a:ext>
            </a:extLst>
          </p:cNvPr>
          <p:cNvSpPr/>
          <p:nvPr/>
        </p:nvSpPr>
        <p:spPr>
          <a:xfrm>
            <a:off x="610056" y="453504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61" name="Panel">
            <a:extLst>
              <a:ext uri="{FF2B5EF4-FFF2-40B4-BE49-F238E27FC236}">
                <a16:creationId xmlns:a16="http://schemas.microsoft.com/office/drawing/2014/main" id="{39DE2FF3-93DC-FC71-3599-97DE120025A8}"/>
              </a:ext>
            </a:extLst>
          </p:cNvPr>
          <p:cNvSpPr/>
          <p:nvPr/>
        </p:nvSpPr>
        <p:spPr>
          <a:xfrm>
            <a:off x="2181987" y="1689356"/>
            <a:ext cx="1598162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8" name="Panel">
            <a:extLst>
              <a:ext uri="{FF2B5EF4-FFF2-40B4-BE49-F238E27FC236}">
                <a16:creationId xmlns:a16="http://schemas.microsoft.com/office/drawing/2014/main" id="{E6E51D30-D03D-6419-E494-48B370586EC7}"/>
              </a:ext>
            </a:extLst>
          </p:cNvPr>
          <p:cNvSpPr/>
          <p:nvPr/>
        </p:nvSpPr>
        <p:spPr>
          <a:xfrm>
            <a:off x="2181987" y="2007705"/>
            <a:ext cx="1598162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9" name="TextBox 30">
            <a:extLst>
              <a:ext uri="{FF2B5EF4-FFF2-40B4-BE49-F238E27FC236}">
                <a16:creationId xmlns:a16="http://schemas.microsoft.com/office/drawing/2014/main" id="{23205DA8-4DC1-C4C4-7B77-F414E3B4EE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5752" y="1695127"/>
            <a:ext cx="2099387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*</a:t>
            </a:r>
            <a:r>
              <a:rPr lang="ko-KR" altLang="en-US" sz="900" dirty="0"/>
              <a:t>비밀번호 변경시에만 입력하세요</a:t>
            </a:r>
            <a:r>
              <a:rPr lang="en-US" altLang="ko-KR" sz="900" dirty="0"/>
              <a:t>.</a:t>
            </a:r>
            <a:endParaRPr lang="ko-KR" altLang="en-US" sz="900" dirty="0"/>
          </a:p>
        </p:txBody>
      </p:sp>
      <p:sp>
        <p:nvSpPr>
          <p:cNvPr id="111" name="Panel">
            <a:extLst>
              <a:ext uri="{FF2B5EF4-FFF2-40B4-BE49-F238E27FC236}">
                <a16:creationId xmlns:a16="http://schemas.microsoft.com/office/drawing/2014/main" id="{3E2F73C2-1934-4EE6-C6EA-758B5D97636D}"/>
              </a:ext>
            </a:extLst>
          </p:cNvPr>
          <p:cNvSpPr/>
          <p:nvPr/>
        </p:nvSpPr>
        <p:spPr>
          <a:xfrm>
            <a:off x="2181987" y="2322028"/>
            <a:ext cx="161363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" name="Panel">
            <a:extLst>
              <a:ext uri="{FF2B5EF4-FFF2-40B4-BE49-F238E27FC236}">
                <a16:creationId xmlns:a16="http://schemas.microsoft.com/office/drawing/2014/main" id="{D75C7536-F36A-F06D-9D35-1E443DE303DC}"/>
              </a:ext>
            </a:extLst>
          </p:cNvPr>
          <p:cNvSpPr/>
          <p:nvPr/>
        </p:nvSpPr>
        <p:spPr>
          <a:xfrm>
            <a:off x="2181987" y="2943924"/>
            <a:ext cx="2601840" cy="270278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589B6211-EEB4-4935-55D1-8ACD10ABDAB3}"/>
              </a:ext>
            </a:extLst>
          </p:cNvPr>
          <p:cNvGrpSpPr/>
          <p:nvPr/>
        </p:nvGrpSpPr>
        <p:grpSpPr>
          <a:xfrm>
            <a:off x="2181987" y="3272950"/>
            <a:ext cx="4966768" cy="230832"/>
            <a:chOff x="2203609" y="3307454"/>
            <a:chExt cx="4966768" cy="230832"/>
          </a:xfrm>
        </p:grpSpPr>
        <p:grpSp>
          <p:nvGrpSpPr>
            <p:cNvPr id="99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CB47244D-BA7D-DCA2-8973-FE2AE59FDCA8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2203609" y="3320785"/>
              <a:ext cx="760095" cy="212366"/>
              <a:chOff x="593892" y="1585163"/>
              <a:chExt cx="760095" cy="212366"/>
            </a:xfrm>
          </p:grpSpPr>
          <p:sp>
            <p:nvSpPr>
              <p:cNvPr id="100" name="Circle">
                <a:extLst>
                  <a:ext uri="{FF2B5EF4-FFF2-40B4-BE49-F238E27FC236}">
                    <a16:creationId xmlns:a16="http://schemas.microsoft.com/office/drawing/2014/main" id="{5735369B-ED83-BECA-3ACB-5A4A5360C6CC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Label">
                <a:extLst>
                  <a:ext uri="{FF2B5EF4-FFF2-40B4-BE49-F238E27FC236}">
                    <a16:creationId xmlns:a16="http://schemas.microsoft.com/office/drawing/2014/main" id="{51393CEA-FAAA-DF45-D624-7A36E1168780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45070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ROOT</a:t>
                </a:r>
              </a:p>
            </p:txBody>
          </p:sp>
          <p:sp>
            <p:nvSpPr>
              <p:cNvPr id="101" name="Check">
                <a:extLst>
                  <a:ext uri="{FF2B5EF4-FFF2-40B4-BE49-F238E27FC236}">
                    <a16:creationId xmlns:a16="http://schemas.microsoft.com/office/drawing/2014/main" id="{D5A12ED7-08CD-E5F9-CD0E-40219AC7A570}"/>
                  </a:ext>
                </a:extLst>
              </p:cNvPr>
              <p:cNvSpPr/>
              <p:nvPr/>
            </p:nvSpPr>
            <p:spPr>
              <a:xfrm>
                <a:off x="1295249" y="1658740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3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E0EE372C-5718-8BF6-483E-4ED7AEA7C702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2897029" y="3311260"/>
              <a:ext cx="656185" cy="212366"/>
              <a:chOff x="593892" y="1585163"/>
              <a:chExt cx="656185" cy="212366"/>
            </a:xfrm>
          </p:grpSpPr>
          <p:sp>
            <p:nvSpPr>
              <p:cNvPr id="104" name="Circle">
                <a:extLst>
                  <a:ext uri="{FF2B5EF4-FFF2-40B4-BE49-F238E27FC236}">
                    <a16:creationId xmlns:a16="http://schemas.microsoft.com/office/drawing/2014/main" id="{AEA589DB-4332-537D-7003-9D3740D8C40C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" name="Check" hidden="1">
                <a:extLst>
                  <a:ext uri="{FF2B5EF4-FFF2-40B4-BE49-F238E27FC236}">
                    <a16:creationId xmlns:a16="http://schemas.microsoft.com/office/drawing/2014/main" id="{08D96099-CD47-E568-F1CC-615E92D70C5C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" name="Label">
                <a:extLst>
                  <a:ext uri="{FF2B5EF4-FFF2-40B4-BE49-F238E27FC236}">
                    <a16:creationId xmlns:a16="http://schemas.microsoft.com/office/drawing/2014/main" id="{47D61217-FA9C-BB33-FDE9-C1BA83CCA49A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52283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ADMIN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15" name="TextBox 30">
              <a:extLst>
                <a:ext uri="{FF2B5EF4-FFF2-40B4-BE49-F238E27FC236}">
                  <a16:creationId xmlns:a16="http://schemas.microsoft.com/office/drawing/2014/main" id="{7DB35355-3078-9206-EEA2-8B0607A79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8402" y="3307454"/>
              <a:ext cx="361197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(ROOT</a:t>
              </a:r>
              <a:r>
                <a:rPr lang="ko-KR" altLang="en-US" sz="900" dirty="0"/>
                <a:t>일 경우 아래권한에 관계없이 모든 메뉴 접근 가능</a:t>
              </a:r>
              <a:r>
                <a:rPr lang="en-US" altLang="ko-KR" sz="900" dirty="0"/>
                <a:t>)</a:t>
              </a:r>
              <a:endParaRPr lang="ko-KR" altLang="en-US" sz="900" dirty="0"/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3D235E24-EE4D-39BA-82F0-14F46DD11569}"/>
              </a:ext>
            </a:extLst>
          </p:cNvPr>
          <p:cNvGrpSpPr/>
          <p:nvPr/>
        </p:nvGrpSpPr>
        <p:grpSpPr>
          <a:xfrm>
            <a:off x="2203926" y="3625742"/>
            <a:ext cx="6364418" cy="588815"/>
            <a:chOff x="2123435" y="4022553"/>
            <a:chExt cx="6364418" cy="588815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74A8DD92-AD68-E5EE-6CE7-7067259A80EB}"/>
                </a:ext>
              </a:extLst>
            </p:cNvPr>
            <p:cNvGrpSpPr/>
            <p:nvPr/>
          </p:nvGrpSpPr>
          <p:grpSpPr>
            <a:xfrm>
              <a:off x="2126290" y="4022553"/>
              <a:ext cx="740954" cy="212366"/>
              <a:chOff x="8674617" y="6535199"/>
              <a:chExt cx="740954" cy="212366"/>
            </a:xfrm>
          </p:grpSpPr>
          <p:grpSp>
            <p:nvGrpSpPr>
              <p:cNvPr id="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FC883B73-7D82-F51B-D076-FAEFFF28A48E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740954" cy="212366"/>
                <a:chOff x="529752" y="2592239"/>
                <a:chExt cx="740954" cy="212366"/>
              </a:xfrm>
            </p:grpSpPr>
            <p:sp>
              <p:nvSpPr>
                <p:cNvPr id="7" name="Box">
                  <a:extLst>
                    <a:ext uri="{FF2B5EF4-FFF2-40B4-BE49-F238E27FC236}">
                      <a16:creationId xmlns:a16="http://schemas.microsoft.com/office/drawing/2014/main" id="{D948F7AD-71EB-1027-A446-6E57F955F7BD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" name="Label">
                  <a:extLst>
                    <a:ext uri="{FF2B5EF4-FFF2-40B4-BE49-F238E27FC236}">
                      <a16:creationId xmlns:a16="http://schemas.microsoft.com/office/drawing/2014/main" id="{BD25548E-C308-644C-C1B2-B906FA3ECF93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60939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기본설정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" name="Check" hidden="1">
                  <a:extLst>
                    <a:ext uri="{FF2B5EF4-FFF2-40B4-BE49-F238E27FC236}">
                      <a16:creationId xmlns:a16="http://schemas.microsoft.com/office/drawing/2014/main" id="{E1C3A6DD-CAB5-DEEA-A03B-D1D17706FD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" name="Accept">
                <a:extLst>
                  <a:ext uri="{FF2B5EF4-FFF2-40B4-BE49-F238E27FC236}">
                    <a16:creationId xmlns:a16="http://schemas.microsoft.com/office/drawing/2014/main" id="{F32674BC-ECCF-D9EE-B12C-0AB11C459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F977D307-3913-C1FF-3857-E6DC3A1E18E6}"/>
                </a:ext>
              </a:extLst>
            </p:cNvPr>
            <p:cNvGrpSpPr/>
            <p:nvPr/>
          </p:nvGrpSpPr>
          <p:grpSpPr>
            <a:xfrm>
              <a:off x="4006238" y="4022553"/>
              <a:ext cx="773014" cy="212366"/>
              <a:chOff x="8674617" y="6535199"/>
              <a:chExt cx="773014" cy="212366"/>
            </a:xfrm>
          </p:grpSpPr>
          <p:grpSp>
            <p:nvGrpSpPr>
              <p:cNvPr id="1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F0CA0C76-2BA0-5E44-F557-5E49192E83A4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773014" cy="212366"/>
                <a:chOff x="529752" y="2592239"/>
                <a:chExt cx="773014" cy="212366"/>
              </a:xfrm>
            </p:grpSpPr>
            <p:sp>
              <p:nvSpPr>
                <p:cNvPr id="13" name="Box">
                  <a:extLst>
                    <a:ext uri="{FF2B5EF4-FFF2-40B4-BE49-F238E27FC236}">
                      <a16:creationId xmlns:a16="http://schemas.microsoft.com/office/drawing/2014/main" id="{B4C30C51-CCFB-4964-6636-7FBF83FC914B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" name="Label">
                  <a:extLst>
                    <a:ext uri="{FF2B5EF4-FFF2-40B4-BE49-F238E27FC236}">
                      <a16:creationId xmlns:a16="http://schemas.microsoft.com/office/drawing/2014/main" id="{2C8FAA81-6038-6781-6AD3-729A1ADB5D80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64145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회원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" name="Check" hidden="1">
                  <a:extLst>
                    <a:ext uri="{FF2B5EF4-FFF2-40B4-BE49-F238E27FC236}">
                      <a16:creationId xmlns:a16="http://schemas.microsoft.com/office/drawing/2014/main" id="{FBF0192F-9F6E-6969-56A1-F25D54BA4F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2" name="Accept">
                <a:extLst>
                  <a:ext uri="{FF2B5EF4-FFF2-40B4-BE49-F238E27FC236}">
                    <a16:creationId xmlns:a16="http://schemas.microsoft.com/office/drawing/2014/main" id="{D3E2A4DA-647E-0565-CC90-E60BC83E9E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9DBF8B31-4E59-EC46-FCA6-69E357D55E9A}"/>
                </a:ext>
              </a:extLst>
            </p:cNvPr>
            <p:cNvGrpSpPr/>
            <p:nvPr/>
          </p:nvGrpSpPr>
          <p:grpSpPr>
            <a:xfrm>
              <a:off x="3406591" y="4399002"/>
              <a:ext cx="625537" cy="212366"/>
              <a:chOff x="8674617" y="6535199"/>
              <a:chExt cx="625537" cy="212366"/>
            </a:xfrm>
          </p:grpSpPr>
          <p:grpSp>
            <p:nvGrpSpPr>
              <p:cNvPr id="2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4E7B6008-BD72-E2A5-892F-C7F7DC5FC8A2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625537" cy="212366"/>
                <a:chOff x="529752" y="2592239"/>
                <a:chExt cx="625537" cy="212366"/>
              </a:xfrm>
            </p:grpSpPr>
            <p:sp>
              <p:nvSpPr>
                <p:cNvPr id="22" name="Box">
                  <a:extLst>
                    <a:ext uri="{FF2B5EF4-FFF2-40B4-BE49-F238E27FC236}">
                      <a16:creationId xmlns:a16="http://schemas.microsoft.com/office/drawing/2014/main" id="{0AFD9689-B498-E336-AF32-88AB50787307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" name="Label">
                  <a:extLst>
                    <a:ext uri="{FF2B5EF4-FFF2-40B4-BE49-F238E27FC236}">
                      <a16:creationId xmlns:a16="http://schemas.microsoft.com/office/drawing/2014/main" id="{79AD906C-D94E-11EB-3046-858BAA589339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493981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게시판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" name="Check" hidden="1">
                  <a:extLst>
                    <a:ext uri="{FF2B5EF4-FFF2-40B4-BE49-F238E27FC236}">
                      <a16:creationId xmlns:a16="http://schemas.microsoft.com/office/drawing/2014/main" id="{8854EDC3-9FC8-6FBF-C855-A7FA231AC5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1" name="Accept">
                <a:extLst>
                  <a:ext uri="{FF2B5EF4-FFF2-40B4-BE49-F238E27FC236}">
                    <a16:creationId xmlns:a16="http://schemas.microsoft.com/office/drawing/2014/main" id="{EE49A59A-0F42-EA5D-9C4C-C67A0C1656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C82BE1B7-B268-5B45-0FAC-16E201B435BD}"/>
                </a:ext>
              </a:extLst>
            </p:cNvPr>
            <p:cNvGrpSpPr/>
            <p:nvPr/>
          </p:nvGrpSpPr>
          <p:grpSpPr>
            <a:xfrm>
              <a:off x="4904534" y="4022553"/>
              <a:ext cx="773014" cy="212366"/>
              <a:chOff x="8674617" y="6535199"/>
              <a:chExt cx="773014" cy="212366"/>
            </a:xfrm>
          </p:grpSpPr>
          <p:grpSp>
            <p:nvGrpSpPr>
              <p:cNvPr id="2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168F7161-223F-0564-1AA0-1BD3178E4437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773014" cy="212366"/>
                <a:chOff x="529752" y="2592239"/>
                <a:chExt cx="773014" cy="212366"/>
              </a:xfrm>
            </p:grpSpPr>
            <p:sp>
              <p:nvSpPr>
                <p:cNvPr id="28" name="Box">
                  <a:extLst>
                    <a:ext uri="{FF2B5EF4-FFF2-40B4-BE49-F238E27FC236}">
                      <a16:creationId xmlns:a16="http://schemas.microsoft.com/office/drawing/2014/main" id="{DFE907C1-942D-B072-9190-1402341A9FE3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9" name="Label">
                  <a:extLst>
                    <a:ext uri="{FF2B5EF4-FFF2-40B4-BE49-F238E27FC236}">
                      <a16:creationId xmlns:a16="http://schemas.microsoft.com/office/drawing/2014/main" id="{79593DE0-B846-E53A-CD4D-A78BC5C7D9C6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64145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교육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" name="Check" hidden="1">
                  <a:extLst>
                    <a:ext uri="{FF2B5EF4-FFF2-40B4-BE49-F238E27FC236}">
                      <a16:creationId xmlns:a16="http://schemas.microsoft.com/office/drawing/2014/main" id="{CD51CA02-980D-F0FC-E3B5-02EB0E45C11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" name="Accept">
                <a:extLst>
                  <a:ext uri="{FF2B5EF4-FFF2-40B4-BE49-F238E27FC236}">
                    <a16:creationId xmlns:a16="http://schemas.microsoft.com/office/drawing/2014/main" id="{0366E1BA-85AD-FA6D-B234-15E1A0FF87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326FB56C-549A-F70F-2CEC-A971190A25E5}"/>
                </a:ext>
              </a:extLst>
            </p:cNvPr>
            <p:cNvGrpSpPr/>
            <p:nvPr/>
          </p:nvGrpSpPr>
          <p:grpSpPr>
            <a:xfrm>
              <a:off x="5802830" y="4022553"/>
              <a:ext cx="773014" cy="212366"/>
              <a:chOff x="8674617" y="6535199"/>
              <a:chExt cx="773014" cy="212366"/>
            </a:xfrm>
          </p:grpSpPr>
          <p:grpSp>
            <p:nvGrpSpPr>
              <p:cNvPr id="7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4A4AB947-DEF2-3079-DBDC-50720753D124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773014" cy="212366"/>
                <a:chOff x="529752" y="2592239"/>
                <a:chExt cx="773014" cy="212366"/>
              </a:xfrm>
            </p:grpSpPr>
            <p:sp>
              <p:nvSpPr>
                <p:cNvPr id="75" name="Box">
                  <a:extLst>
                    <a:ext uri="{FF2B5EF4-FFF2-40B4-BE49-F238E27FC236}">
                      <a16:creationId xmlns:a16="http://schemas.microsoft.com/office/drawing/2014/main" id="{DA02ED87-5522-599D-8922-A190B98401DC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6" name="Label">
                  <a:extLst>
                    <a:ext uri="{FF2B5EF4-FFF2-40B4-BE49-F238E27FC236}">
                      <a16:creationId xmlns:a16="http://schemas.microsoft.com/office/drawing/2014/main" id="{EA8975DE-13B6-78A1-AB72-88C22B8D5C17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64145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장비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Check" hidden="1">
                  <a:extLst>
                    <a:ext uri="{FF2B5EF4-FFF2-40B4-BE49-F238E27FC236}">
                      <a16:creationId xmlns:a16="http://schemas.microsoft.com/office/drawing/2014/main" id="{6C594553-B438-E507-0EAB-B0A683B65B1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4" name="Accept">
                <a:extLst>
                  <a:ext uri="{FF2B5EF4-FFF2-40B4-BE49-F238E27FC236}">
                    <a16:creationId xmlns:a16="http://schemas.microsoft.com/office/drawing/2014/main" id="{61307BF9-38AF-5D9C-629E-54921C2661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FD30EE43-752A-63CF-602E-7FED4E072F32}"/>
                </a:ext>
              </a:extLst>
            </p:cNvPr>
            <p:cNvGrpSpPr/>
            <p:nvPr/>
          </p:nvGrpSpPr>
          <p:grpSpPr>
            <a:xfrm>
              <a:off x="6701126" y="4022553"/>
              <a:ext cx="773014" cy="212366"/>
              <a:chOff x="8674617" y="6535199"/>
              <a:chExt cx="773014" cy="212366"/>
            </a:xfrm>
          </p:grpSpPr>
          <p:grpSp>
            <p:nvGrpSpPr>
              <p:cNvPr id="7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157680AA-3A23-6322-195A-1B25E529E704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773014" cy="212366"/>
                <a:chOff x="529752" y="2592239"/>
                <a:chExt cx="773014" cy="212366"/>
              </a:xfrm>
            </p:grpSpPr>
            <p:sp>
              <p:nvSpPr>
                <p:cNvPr id="81" name="Box">
                  <a:extLst>
                    <a:ext uri="{FF2B5EF4-FFF2-40B4-BE49-F238E27FC236}">
                      <a16:creationId xmlns:a16="http://schemas.microsoft.com/office/drawing/2014/main" id="{81C9A829-08A2-1A7E-A2DD-20F7E30ADCD1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" name="Label">
                  <a:extLst>
                    <a:ext uri="{FF2B5EF4-FFF2-40B4-BE49-F238E27FC236}">
                      <a16:creationId xmlns:a16="http://schemas.microsoft.com/office/drawing/2014/main" id="{F3DBAD49-5987-EF40-6FBD-A37015AAD944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64145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공간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3" name="Check" hidden="1">
                  <a:extLst>
                    <a:ext uri="{FF2B5EF4-FFF2-40B4-BE49-F238E27FC236}">
                      <a16:creationId xmlns:a16="http://schemas.microsoft.com/office/drawing/2014/main" id="{391B9810-B2CF-16F3-D598-9D513B75E1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0" name="Accept">
                <a:extLst>
                  <a:ext uri="{FF2B5EF4-FFF2-40B4-BE49-F238E27FC236}">
                    <a16:creationId xmlns:a16="http://schemas.microsoft.com/office/drawing/2014/main" id="{9967EFDB-3CB4-25C5-A8A1-3433623BEB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6F68AD8-AFAA-4D17-78B0-516320F3D216}"/>
                </a:ext>
              </a:extLst>
            </p:cNvPr>
            <p:cNvGrpSpPr/>
            <p:nvPr/>
          </p:nvGrpSpPr>
          <p:grpSpPr>
            <a:xfrm>
              <a:off x="2992526" y="4022553"/>
              <a:ext cx="888430" cy="212366"/>
              <a:chOff x="8674617" y="6535199"/>
              <a:chExt cx="888430" cy="212366"/>
            </a:xfrm>
          </p:grpSpPr>
          <p:grpSp>
            <p:nvGrpSpPr>
              <p:cNvPr id="8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8F272733-7FAE-CB6B-FF39-35CEDE42A763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888430" cy="212366"/>
                <a:chOff x="529752" y="2592239"/>
                <a:chExt cx="888430" cy="212366"/>
              </a:xfrm>
            </p:grpSpPr>
            <p:sp>
              <p:nvSpPr>
                <p:cNvPr id="87" name="Box">
                  <a:extLst>
                    <a:ext uri="{FF2B5EF4-FFF2-40B4-BE49-F238E27FC236}">
                      <a16:creationId xmlns:a16="http://schemas.microsoft.com/office/drawing/2014/main" id="{89993F3A-2FFC-A28F-B715-B9789CDCFB32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8" name="Label">
                  <a:extLst>
                    <a:ext uri="{FF2B5EF4-FFF2-40B4-BE49-F238E27FC236}">
                      <a16:creationId xmlns:a16="http://schemas.microsoft.com/office/drawing/2014/main" id="{F9908D3A-C830-B125-E039-184506168EF3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756874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관리자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9" name="Check" hidden="1">
                  <a:extLst>
                    <a:ext uri="{FF2B5EF4-FFF2-40B4-BE49-F238E27FC236}">
                      <a16:creationId xmlns:a16="http://schemas.microsoft.com/office/drawing/2014/main" id="{CA421D7C-37DA-E81B-6515-D7117EDBFD4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6" name="Accept">
                <a:extLst>
                  <a:ext uri="{FF2B5EF4-FFF2-40B4-BE49-F238E27FC236}">
                    <a16:creationId xmlns:a16="http://schemas.microsoft.com/office/drawing/2014/main" id="{2C0C5E54-D259-1970-8C33-9CBE7B0EB3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C851BA5C-9864-8D7D-8F03-7D5E41D783E7}"/>
                </a:ext>
              </a:extLst>
            </p:cNvPr>
            <p:cNvGrpSpPr/>
            <p:nvPr/>
          </p:nvGrpSpPr>
          <p:grpSpPr>
            <a:xfrm>
              <a:off x="2123435" y="4399002"/>
              <a:ext cx="1119262" cy="212366"/>
              <a:chOff x="8674617" y="6535199"/>
              <a:chExt cx="1119262" cy="212366"/>
            </a:xfrm>
          </p:grpSpPr>
          <p:grpSp>
            <p:nvGrpSpPr>
              <p:cNvPr id="3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2BF2E584-DB34-0560-D230-AE79D5C5F504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1119262" cy="212366"/>
                <a:chOff x="529752" y="2592239"/>
                <a:chExt cx="1119262" cy="212366"/>
              </a:xfrm>
            </p:grpSpPr>
            <p:sp>
              <p:nvSpPr>
                <p:cNvPr id="40" name="Box">
                  <a:extLst>
                    <a:ext uri="{FF2B5EF4-FFF2-40B4-BE49-F238E27FC236}">
                      <a16:creationId xmlns:a16="http://schemas.microsoft.com/office/drawing/2014/main" id="{BB0487D6-9D04-EAD4-119A-BA6DF81F2ADB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" name="Label">
                  <a:extLst>
                    <a:ext uri="{FF2B5EF4-FFF2-40B4-BE49-F238E27FC236}">
                      <a16:creationId xmlns:a16="http://schemas.microsoft.com/office/drawing/2014/main" id="{63ED39B8-FEA2-98E6-5514-C259806FAD71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987706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미디어체험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" name="Check" hidden="1">
                  <a:extLst>
                    <a:ext uri="{FF2B5EF4-FFF2-40B4-BE49-F238E27FC236}">
                      <a16:creationId xmlns:a16="http://schemas.microsoft.com/office/drawing/2014/main" id="{06088F49-C410-7415-8DB6-99E0262663D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" name="Accept">
                <a:extLst>
                  <a:ext uri="{FF2B5EF4-FFF2-40B4-BE49-F238E27FC236}">
                    <a16:creationId xmlns:a16="http://schemas.microsoft.com/office/drawing/2014/main" id="{8C9EDA85-9AEE-B668-2784-408C274CFD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3413C810-A54B-28E1-A013-A82519EA0293}"/>
                </a:ext>
              </a:extLst>
            </p:cNvPr>
            <p:cNvGrpSpPr/>
            <p:nvPr/>
          </p:nvGrpSpPr>
          <p:grpSpPr>
            <a:xfrm>
              <a:off x="7599423" y="4022553"/>
              <a:ext cx="888430" cy="212366"/>
              <a:chOff x="8674617" y="6535199"/>
              <a:chExt cx="888430" cy="212366"/>
            </a:xfrm>
          </p:grpSpPr>
          <p:grpSp>
            <p:nvGrpSpPr>
              <p:cNvPr id="44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95FC80FA-0633-C0AD-641C-89353C831640}"/>
                  </a:ext>
                </a:extLst>
              </p:cNvPr>
              <p:cNvGrpSpPr/>
              <p:nvPr/>
            </p:nvGrpSpPr>
            <p:grpSpPr>
              <a:xfrm>
                <a:off x="8674617" y="6535199"/>
                <a:ext cx="888430" cy="212366"/>
                <a:chOff x="529752" y="2592239"/>
                <a:chExt cx="888430" cy="212366"/>
              </a:xfrm>
            </p:grpSpPr>
            <p:sp>
              <p:nvSpPr>
                <p:cNvPr id="46" name="Box">
                  <a:extLst>
                    <a:ext uri="{FF2B5EF4-FFF2-40B4-BE49-F238E27FC236}">
                      <a16:creationId xmlns:a16="http://schemas.microsoft.com/office/drawing/2014/main" id="{7D7C552E-A125-CF4C-8407-A6A51C18137D}"/>
                    </a:ext>
                  </a:extLst>
                </p:cNvPr>
                <p:cNvSpPr/>
                <p:nvPr/>
              </p:nvSpPr>
              <p:spPr>
                <a:xfrm>
                  <a:off x="529752" y="2632644"/>
                  <a:ext cx="131556" cy="131556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7" name="Label">
                  <a:extLst>
                    <a:ext uri="{FF2B5EF4-FFF2-40B4-BE49-F238E27FC236}">
                      <a16:creationId xmlns:a16="http://schemas.microsoft.com/office/drawing/2014/main" id="{B57FC32B-2585-5832-0CEB-DBBFF5B8C7F9}"/>
                    </a:ext>
                  </a:extLst>
                </p:cNvPr>
                <p:cNvSpPr txBox="1"/>
                <p:nvPr/>
              </p:nvSpPr>
              <p:spPr>
                <a:xfrm>
                  <a:off x="661308" y="2592239"/>
                  <a:ext cx="756874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상영회 관리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Check" hidden="1">
                  <a:extLst>
                    <a:ext uri="{FF2B5EF4-FFF2-40B4-BE49-F238E27FC236}">
                      <a16:creationId xmlns:a16="http://schemas.microsoft.com/office/drawing/2014/main" id="{0C6448CC-59DD-7CE5-DB6D-A3C6F042A36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6252" y="2653644"/>
                  <a:ext cx="88178" cy="89556"/>
                </a:xfrm>
                <a:custGeom>
                  <a:avLst/>
                  <a:gdLst>
                    <a:gd name="T0" fmla="*/ 275 w 275"/>
                    <a:gd name="T1" fmla="*/ 0 h 275"/>
                    <a:gd name="T2" fmla="*/ 0 w 275"/>
                    <a:gd name="T3" fmla="*/ 275 h 275"/>
                    <a:gd name="T4" fmla="*/ 0 w 275"/>
                    <a:gd name="T5" fmla="*/ 0 h 275"/>
                    <a:gd name="T6" fmla="*/ 275 w 275"/>
                    <a:gd name="T7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75" h="275">
                      <a:moveTo>
                        <a:pt x="275" y="0"/>
                      </a:moveTo>
                      <a:lnTo>
                        <a:pt x="0" y="275"/>
                      </a:lnTo>
                      <a:moveTo>
                        <a:pt x="0" y="0"/>
                      </a:moveTo>
                      <a:lnTo>
                        <a:pt x="275" y="275"/>
                      </a:lnTo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5" name="Accept">
                <a:extLst>
                  <a:ext uri="{FF2B5EF4-FFF2-40B4-BE49-F238E27FC236}">
                    <a16:creationId xmlns:a16="http://schemas.microsoft.com/office/drawing/2014/main" id="{38834859-43E6-28A0-63A1-541BC325C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99428" y="6575604"/>
                <a:ext cx="127000" cy="11271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1" name="TextBox 30">
            <a:extLst>
              <a:ext uri="{FF2B5EF4-FFF2-40B4-BE49-F238E27FC236}">
                <a16:creationId xmlns:a16="http://schemas.microsoft.com/office/drawing/2014/main" id="{6980D081-5849-FD66-1BD8-A000B2C0F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</a:t>
            </a:r>
            <a:r>
              <a:rPr lang="ko-KR" altLang="en-US" sz="900" dirty="0"/>
              <a:t> 관리자 관리 </a:t>
            </a:r>
            <a:r>
              <a:rPr lang="en-US" altLang="ko-KR" sz="900" dirty="0"/>
              <a:t>&gt; [</a:t>
            </a:r>
            <a:r>
              <a:rPr lang="ko-KR" altLang="en-US" sz="900" dirty="0"/>
              <a:t>신규등록 </a:t>
            </a:r>
            <a:r>
              <a:rPr lang="en-US" altLang="ko-KR" sz="900" dirty="0"/>
              <a:t>/ </a:t>
            </a:r>
            <a:r>
              <a:rPr lang="ko-KR" altLang="en-US" sz="900" dirty="0"/>
              <a:t>수정</a:t>
            </a:r>
            <a:r>
              <a:rPr lang="en-US" altLang="ko-KR" sz="900" dirty="0"/>
              <a:t>] </a:t>
            </a:r>
            <a:r>
              <a:rPr lang="ko-KR" altLang="en-US" sz="900" dirty="0"/>
              <a:t>클릭 시 </a:t>
            </a:r>
          </a:p>
        </p:txBody>
      </p:sp>
      <p:sp>
        <p:nvSpPr>
          <p:cNvPr id="15" name="Panel">
            <a:extLst>
              <a:ext uri="{FF2B5EF4-FFF2-40B4-BE49-F238E27FC236}">
                <a16:creationId xmlns:a16="http://schemas.microsoft.com/office/drawing/2014/main" id="{322F27B1-60A1-171C-8D73-7E51B1EE230E}"/>
              </a:ext>
            </a:extLst>
          </p:cNvPr>
          <p:cNvSpPr/>
          <p:nvPr/>
        </p:nvSpPr>
        <p:spPr>
          <a:xfrm>
            <a:off x="2181987" y="1346591"/>
            <a:ext cx="161363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Button">
            <a:extLst>
              <a:ext uri="{FF2B5EF4-FFF2-40B4-BE49-F238E27FC236}">
                <a16:creationId xmlns:a16="http://schemas.microsoft.com/office/drawing/2014/main" id="{BD668726-0881-18A2-B712-EA5E8A23881B}"/>
              </a:ext>
            </a:extLst>
          </p:cNvPr>
          <p:cNvSpPr>
            <a:spLocks/>
          </p:cNvSpPr>
          <p:nvPr/>
        </p:nvSpPr>
        <p:spPr bwMode="auto">
          <a:xfrm>
            <a:off x="608760" y="469910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DB6908E-F6AD-564D-E282-40F6DEEC2027}"/>
              </a:ext>
            </a:extLst>
          </p:cNvPr>
          <p:cNvSpPr/>
          <p:nvPr/>
        </p:nvSpPr>
        <p:spPr>
          <a:xfrm>
            <a:off x="7139252" y="453504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85E3F4-1656-0167-790E-C90864E1E7BC}"/>
              </a:ext>
            </a:extLst>
          </p:cNvPr>
          <p:cNvSpPr/>
          <p:nvPr/>
        </p:nvSpPr>
        <p:spPr>
          <a:xfrm>
            <a:off x="7961306" y="453504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2" name="Check">
            <a:extLst>
              <a:ext uri="{FF2B5EF4-FFF2-40B4-BE49-F238E27FC236}">
                <a16:creationId xmlns:a16="http://schemas.microsoft.com/office/drawing/2014/main" id="{AD4C9652-7B59-BC9E-3597-A8FCF9DF80A6}"/>
              </a:ext>
            </a:extLst>
          </p:cNvPr>
          <p:cNvSpPr/>
          <p:nvPr/>
        </p:nvSpPr>
        <p:spPr>
          <a:xfrm>
            <a:off x="2912713" y="335724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15442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FB9D208-B942-4203-A2C4-55E065289EE9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메뉴 관리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EB2F679-1BD3-15F0-7041-D5BD2CA48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055331"/>
              </p:ext>
            </p:extLst>
          </p:nvPr>
        </p:nvGraphicFramePr>
        <p:xfrm>
          <a:off x="616987" y="1315364"/>
          <a:ext cx="8471030" cy="27534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49504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5984746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818390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818390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91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순서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메뉴명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사용여부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851912"/>
                  </a:ext>
                </a:extLst>
              </a:tr>
            </a:tbl>
          </a:graphicData>
        </a:graphic>
      </p:graphicFrame>
      <p:sp>
        <p:nvSpPr>
          <p:cNvPr id="138" name="Check" hidden="1">
            <a:extLst>
              <a:ext uri="{FF2B5EF4-FFF2-40B4-BE49-F238E27FC236}">
                <a16:creationId xmlns:a16="http://schemas.microsoft.com/office/drawing/2014/main" id="{163D20B1-B495-103F-2148-7EBD84569EDE}"/>
              </a:ext>
            </a:extLst>
          </p:cNvPr>
          <p:cNvSpPr/>
          <p:nvPr/>
        </p:nvSpPr>
        <p:spPr>
          <a:xfrm>
            <a:off x="1654608" y="973538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3" name="Check" hidden="1">
            <a:extLst>
              <a:ext uri="{FF2B5EF4-FFF2-40B4-BE49-F238E27FC236}">
                <a16:creationId xmlns:a16="http://schemas.microsoft.com/office/drawing/2014/main" id="{EC0BFBC9-EAF1-CE71-A774-6D4228F41025}"/>
              </a:ext>
            </a:extLst>
          </p:cNvPr>
          <p:cNvSpPr/>
          <p:nvPr/>
        </p:nvSpPr>
        <p:spPr>
          <a:xfrm>
            <a:off x="1708889" y="1210108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D3BE2A4-253E-27D7-1FF5-415C002A4D63}"/>
              </a:ext>
            </a:extLst>
          </p:cNvPr>
          <p:cNvSpPr txBox="1"/>
          <p:nvPr/>
        </p:nvSpPr>
        <p:spPr>
          <a:xfrm>
            <a:off x="561004" y="817730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메뉴 관리</a:t>
            </a: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60AB92F1-5A86-00C0-4279-A9B53815EA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942" y="1674540"/>
            <a:ext cx="657317" cy="238158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9170712E-0562-021D-5835-69CA569D1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942" y="2081244"/>
            <a:ext cx="657317" cy="238158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1C16A4FB-CF9D-ECE9-A830-5B24681CDB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942" y="2496429"/>
            <a:ext cx="657317" cy="238158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91C6D111-214C-15CB-CC25-11B9AC6F023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942" y="2916434"/>
            <a:ext cx="657317" cy="238158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3A9693AB-B7D4-119E-7717-AF89CD4DB64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942" y="3315540"/>
            <a:ext cx="657317" cy="238158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C557D8E6-3CEB-E9D9-4F66-267614862E5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942" y="3737797"/>
            <a:ext cx="657317" cy="238158"/>
          </a:xfrm>
          <a:prstGeom prst="rect">
            <a:avLst/>
          </a:prstGeom>
        </p:spPr>
      </p:pic>
      <p:grpSp>
        <p:nvGrpSpPr>
          <p:cNvPr id="30" name="그룹 29">
            <a:extLst>
              <a:ext uri="{FF2B5EF4-FFF2-40B4-BE49-F238E27FC236}">
                <a16:creationId xmlns:a16="http://schemas.microsoft.com/office/drawing/2014/main" id="{DBF00A93-C1EB-4311-A5AA-4A0AF13B32CF}"/>
              </a:ext>
            </a:extLst>
          </p:cNvPr>
          <p:cNvGrpSpPr/>
          <p:nvPr/>
        </p:nvGrpSpPr>
        <p:grpSpPr>
          <a:xfrm>
            <a:off x="7813081" y="1744361"/>
            <a:ext cx="151811" cy="131556"/>
            <a:chOff x="8674617" y="6575604"/>
            <a:chExt cx="151811" cy="131556"/>
          </a:xfrm>
        </p:grpSpPr>
        <p:grpSp>
          <p:nvGrpSpPr>
            <p:cNvPr id="3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2AE426D2-ED72-F4E9-3D66-7C7DBBFE1F1E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33" name="Box">
                <a:extLst>
                  <a:ext uri="{FF2B5EF4-FFF2-40B4-BE49-F238E27FC236}">
                    <a16:creationId xmlns:a16="http://schemas.microsoft.com/office/drawing/2014/main" id="{B15339C2-9DC9-F442-CE96-37602898B27F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Check" hidden="1">
                <a:extLst>
                  <a:ext uri="{FF2B5EF4-FFF2-40B4-BE49-F238E27FC236}">
                    <a16:creationId xmlns:a16="http://schemas.microsoft.com/office/drawing/2014/main" id="{333AFF77-6A59-9475-D641-D04DD8CBCD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" name="Accept">
              <a:extLst>
                <a:ext uri="{FF2B5EF4-FFF2-40B4-BE49-F238E27FC236}">
                  <a16:creationId xmlns:a16="http://schemas.microsoft.com/office/drawing/2014/main" id="{EA58C14A-F0D1-3480-570F-FE8363957B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F0904530-DB5A-F459-C0BA-7EF587A4B848}"/>
              </a:ext>
            </a:extLst>
          </p:cNvPr>
          <p:cNvGrpSpPr/>
          <p:nvPr/>
        </p:nvGrpSpPr>
        <p:grpSpPr>
          <a:xfrm>
            <a:off x="7813081" y="2156016"/>
            <a:ext cx="151811" cy="131556"/>
            <a:chOff x="8674617" y="6575604"/>
            <a:chExt cx="151811" cy="131556"/>
          </a:xfrm>
        </p:grpSpPr>
        <p:grpSp>
          <p:nvGrpSpPr>
            <p:cNvPr id="3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E83AC5A8-F9C8-40A7-B0B6-2FF64CE3DC03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39" name="Box">
                <a:extLst>
                  <a:ext uri="{FF2B5EF4-FFF2-40B4-BE49-F238E27FC236}">
                    <a16:creationId xmlns:a16="http://schemas.microsoft.com/office/drawing/2014/main" id="{4B32A735-014A-B076-CF2A-96DA63E23E0F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Check" hidden="1">
                <a:extLst>
                  <a:ext uri="{FF2B5EF4-FFF2-40B4-BE49-F238E27FC236}">
                    <a16:creationId xmlns:a16="http://schemas.microsoft.com/office/drawing/2014/main" id="{4CA311AF-501C-25CA-F204-B638A96196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" name="Accept">
              <a:extLst>
                <a:ext uri="{FF2B5EF4-FFF2-40B4-BE49-F238E27FC236}">
                  <a16:creationId xmlns:a16="http://schemas.microsoft.com/office/drawing/2014/main" id="{A90E78D4-0DA5-A449-7F58-78EB8F5C17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3DC9BBB6-D119-CB2F-AA1B-E58DE552D245}"/>
              </a:ext>
            </a:extLst>
          </p:cNvPr>
          <p:cNvGrpSpPr/>
          <p:nvPr/>
        </p:nvGrpSpPr>
        <p:grpSpPr>
          <a:xfrm>
            <a:off x="7813081" y="3390981"/>
            <a:ext cx="151811" cy="131556"/>
            <a:chOff x="8674617" y="6575604"/>
            <a:chExt cx="151811" cy="131556"/>
          </a:xfrm>
        </p:grpSpPr>
        <p:grpSp>
          <p:nvGrpSpPr>
            <p:cNvPr id="4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A6D47ADD-1180-CB12-CC9B-28EFC31BC8B6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44" name="Box">
                <a:extLst>
                  <a:ext uri="{FF2B5EF4-FFF2-40B4-BE49-F238E27FC236}">
                    <a16:creationId xmlns:a16="http://schemas.microsoft.com/office/drawing/2014/main" id="{928CBCC7-8D42-C4A3-476E-1AA95291E3D6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Check" hidden="1">
                <a:extLst>
                  <a:ext uri="{FF2B5EF4-FFF2-40B4-BE49-F238E27FC236}">
                    <a16:creationId xmlns:a16="http://schemas.microsoft.com/office/drawing/2014/main" id="{EE7F4ABA-074D-192E-4D49-1C17802F7B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" name="Accept">
              <a:extLst>
                <a:ext uri="{FF2B5EF4-FFF2-40B4-BE49-F238E27FC236}">
                  <a16:creationId xmlns:a16="http://schemas.microsoft.com/office/drawing/2014/main" id="{66A74648-C2C0-7AC1-4A2B-25E5F9019A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36C8CF80-93EC-1492-E23A-CB0A886376BF}"/>
              </a:ext>
            </a:extLst>
          </p:cNvPr>
          <p:cNvGrpSpPr/>
          <p:nvPr/>
        </p:nvGrpSpPr>
        <p:grpSpPr>
          <a:xfrm>
            <a:off x="7813081" y="2979326"/>
            <a:ext cx="151811" cy="131556"/>
            <a:chOff x="8674617" y="6575604"/>
            <a:chExt cx="151811" cy="131556"/>
          </a:xfrm>
        </p:grpSpPr>
        <p:grpSp>
          <p:nvGrpSpPr>
            <p:cNvPr id="4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90676DE5-4D85-B29C-B6EA-E48BFE079943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50" name="Box">
                <a:extLst>
                  <a:ext uri="{FF2B5EF4-FFF2-40B4-BE49-F238E27FC236}">
                    <a16:creationId xmlns:a16="http://schemas.microsoft.com/office/drawing/2014/main" id="{A800A75B-BAC4-D969-7B45-70A5433E3675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Check" hidden="1">
                <a:extLst>
                  <a:ext uri="{FF2B5EF4-FFF2-40B4-BE49-F238E27FC236}">
                    <a16:creationId xmlns:a16="http://schemas.microsoft.com/office/drawing/2014/main" id="{06C70D7A-A748-8866-DFA1-282273492D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" name="Accept">
              <a:extLst>
                <a:ext uri="{FF2B5EF4-FFF2-40B4-BE49-F238E27FC236}">
                  <a16:creationId xmlns:a16="http://schemas.microsoft.com/office/drawing/2014/main" id="{4AE32F98-3271-82FE-40EF-820101FC39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4D88B32-6652-C65F-2F09-7FCD59620303}"/>
              </a:ext>
            </a:extLst>
          </p:cNvPr>
          <p:cNvGrpSpPr/>
          <p:nvPr/>
        </p:nvGrpSpPr>
        <p:grpSpPr>
          <a:xfrm>
            <a:off x="7813081" y="2567671"/>
            <a:ext cx="151811" cy="131556"/>
            <a:chOff x="8674617" y="6575604"/>
            <a:chExt cx="151811" cy="131556"/>
          </a:xfrm>
        </p:grpSpPr>
        <p:grpSp>
          <p:nvGrpSpPr>
            <p:cNvPr id="5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6C6B41E8-8B64-953F-0ECB-3D36F0FF4DB3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55" name="Box">
                <a:extLst>
                  <a:ext uri="{FF2B5EF4-FFF2-40B4-BE49-F238E27FC236}">
                    <a16:creationId xmlns:a16="http://schemas.microsoft.com/office/drawing/2014/main" id="{45F0ED6B-9A53-4C50-4273-B4C43AC1D503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Check" hidden="1">
                <a:extLst>
                  <a:ext uri="{FF2B5EF4-FFF2-40B4-BE49-F238E27FC236}">
                    <a16:creationId xmlns:a16="http://schemas.microsoft.com/office/drawing/2014/main" id="{A1372410-9F4A-BCBA-02F9-BEFF28303B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" name="Accept">
              <a:extLst>
                <a:ext uri="{FF2B5EF4-FFF2-40B4-BE49-F238E27FC236}">
                  <a16:creationId xmlns:a16="http://schemas.microsoft.com/office/drawing/2014/main" id="{52CF4AC5-E058-E436-4BD8-8FE6803D05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7B62E617-D119-7102-A8C6-DF784DFBCB92}"/>
              </a:ext>
            </a:extLst>
          </p:cNvPr>
          <p:cNvGrpSpPr/>
          <p:nvPr/>
        </p:nvGrpSpPr>
        <p:grpSpPr>
          <a:xfrm>
            <a:off x="7813081" y="3802636"/>
            <a:ext cx="151811" cy="131556"/>
            <a:chOff x="8674617" y="6575604"/>
            <a:chExt cx="151811" cy="131556"/>
          </a:xfrm>
        </p:grpSpPr>
        <p:grpSp>
          <p:nvGrpSpPr>
            <p:cNvPr id="5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52159D9D-C059-62C2-2F9A-11031E5F2407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29" name="Box">
                <a:extLst>
                  <a:ext uri="{FF2B5EF4-FFF2-40B4-BE49-F238E27FC236}">
                    <a16:creationId xmlns:a16="http://schemas.microsoft.com/office/drawing/2014/main" id="{B791D2CF-3A8F-2C7B-64E1-6630166AFB98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0" name="Check" hidden="1">
                <a:extLst>
                  <a:ext uri="{FF2B5EF4-FFF2-40B4-BE49-F238E27FC236}">
                    <a16:creationId xmlns:a16="http://schemas.microsoft.com/office/drawing/2014/main" id="{37656576-23FF-481B-327B-A58D799180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2" name="Accept">
              <a:extLst>
                <a:ext uri="{FF2B5EF4-FFF2-40B4-BE49-F238E27FC236}">
                  <a16:creationId xmlns:a16="http://schemas.microsoft.com/office/drawing/2014/main" id="{9FDD061A-E895-07C9-4B12-44C6B5F65A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6" name="TextBox 30">
            <a:extLst>
              <a:ext uri="{FF2B5EF4-FFF2-40B4-BE49-F238E27FC236}">
                <a16:creationId xmlns:a16="http://schemas.microsoft.com/office/drawing/2014/main" id="{55A9C03E-15B6-A11F-C1D0-1900AB5C0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</a:t>
            </a:r>
            <a:r>
              <a:rPr lang="ko-KR" altLang="en-US" sz="900" dirty="0"/>
              <a:t> 메뉴 관리</a:t>
            </a:r>
          </a:p>
        </p:txBody>
      </p:sp>
      <p:sp>
        <p:nvSpPr>
          <p:cNvPr id="3" name="Button">
            <a:extLst>
              <a:ext uri="{FF2B5EF4-FFF2-40B4-BE49-F238E27FC236}">
                <a16:creationId xmlns:a16="http://schemas.microsoft.com/office/drawing/2014/main" id="{6AAC2A65-E3E6-1BA2-FAC9-4BD46EAE0C4E}"/>
              </a:ext>
            </a:extLst>
          </p:cNvPr>
          <p:cNvSpPr>
            <a:spLocks/>
          </p:cNvSpPr>
          <p:nvPr/>
        </p:nvSpPr>
        <p:spPr bwMode="auto">
          <a:xfrm>
            <a:off x="8307471" y="169720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Button">
            <a:extLst>
              <a:ext uri="{FF2B5EF4-FFF2-40B4-BE49-F238E27FC236}">
                <a16:creationId xmlns:a16="http://schemas.microsoft.com/office/drawing/2014/main" id="{4AEF7EF8-437A-61C0-09CA-137318F435B0}"/>
              </a:ext>
            </a:extLst>
          </p:cNvPr>
          <p:cNvSpPr>
            <a:spLocks/>
          </p:cNvSpPr>
          <p:nvPr/>
        </p:nvSpPr>
        <p:spPr bwMode="auto">
          <a:xfrm>
            <a:off x="8307470" y="208124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" name="Button">
            <a:extLst>
              <a:ext uri="{FF2B5EF4-FFF2-40B4-BE49-F238E27FC236}">
                <a16:creationId xmlns:a16="http://schemas.microsoft.com/office/drawing/2014/main" id="{72DF7D16-9D70-3641-D6F9-ABA45A93123E}"/>
              </a:ext>
            </a:extLst>
          </p:cNvPr>
          <p:cNvSpPr>
            <a:spLocks/>
          </p:cNvSpPr>
          <p:nvPr/>
        </p:nvSpPr>
        <p:spPr bwMode="auto">
          <a:xfrm>
            <a:off x="8307469" y="252051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" name="Button">
            <a:extLst>
              <a:ext uri="{FF2B5EF4-FFF2-40B4-BE49-F238E27FC236}">
                <a16:creationId xmlns:a16="http://schemas.microsoft.com/office/drawing/2014/main" id="{C4ACBF4D-3F93-91B2-AD73-25A347A70BF4}"/>
              </a:ext>
            </a:extLst>
          </p:cNvPr>
          <p:cNvSpPr>
            <a:spLocks/>
          </p:cNvSpPr>
          <p:nvPr/>
        </p:nvSpPr>
        <p:spPr bwMode="auto">
          <a:xfrm>
            <a:off x="8312558" y="2916070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" name="Button">
            <a:extLst>
              <a:ext uri="{FF2B5EF4-FFF2-40B4-BE49-F238E27FC236}">
                <a16:creationId xmlns:a16="http://schemas.microsoft.com/office/drawing/2014/main" id="{AD8D68D7-1582-812E-FE72-21CCDD9C90B0}"/>
              </a:ext>
            </a:extLst>
          </p:cNvPr>
          <p:cNvSpPr>
            <a:spLocks/>
          </p:cNvSpPr>
          <p:nvPr/>
        </p:nvSpPr>
        <p:spPr bwMode="auto">
          <a:xfrm>
            <a:off x="8307468" y="332052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" name="Button">
            <a:extLst>
              <a:ext uri="{FF2B5EF4-FFF2-40B4-BE49-F238E27FC236}">
                <a16:creationId xmlns:a16="http://schemas.microsoft.com/office/drawing/2014/main" id="{84AC9A28-F47B-2561-FBE6-6C93A6C099B4}"/>
              </a:ext>
            </a:extLst>
          </p:cNvPr>
          <p:cNvSpPr>
            <a:spLocks/>
          </p:cNvSpPr>
          <p:nvPr/>
        </p:nvSpPr>
        <p:spPr bwMode="auto">
          <a:xfrm>
            <a:off x="8307467" y="3743945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" name="Panel">
            <a:extLst>
              <a:ext uri="{FF2B5EF4-FFF2-40B4-BE49-F238E27FC236}">
                <a16:creationId xmlns:a16="http://schemas.microsoft.com/office/drawing/2014/main" id="{71180A39-3495-08EB-8CEB-FF1561E1CF5F}"/>
              </a:ext>
            </a:extLst>
          </p:cNvPr>
          <p:cNvSpPr/>
          <p:nvPr/>
        </p:nvSpPr>
        <p:spPr>
          <a:xfrm>
            <a:off x="1545036" y="1679641"/>
            <a:ext cx="554587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>
                <a:solidFill>
                  <a:schemeClr val="tx1"/>
                </a:solidFill>
              </a:rPr>
              <a:t>미디어교육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4" name="Panel">
            <a:extLst>
              <a:ext uri="{FF2B5EF4-FFF2-40B4-BE49-F238E27FC236}">
                <a16:creationId xmlns:a16="http://schemas.microsoft.com/office/drawing/2014/main" id="{17FA3121-60A5-2155-F8BA-F336411EED67}"/>
              </a:ext>
            </a:extLst>
          </p:cNvPr>
          <p:cNvSpPr/>
          <p:nvPr/>
        </p:nvSpPr>
        <p:spPr>
          <a:xfrm>
            <a:off x="1545035" y="2091296"/>
            <a:ext cx="554587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lang="ko-KR" altLang="en-US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장비</a:t>
            </a:r>
            <a:r>
              <a:rPr lang="ko-KR" altLang="en-US" sz="900" dirty="0">
                <a:solidFill>
                  <a:schemeClr val="tx1"/>
                </a:solidFill>
              </a:rPr>
              <a:t>대여</a:t>
            </a:r>
            <a:endParaRPr kumimoji="0" lang="ko-KR" altLang="en-US" sz="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Panel">
            <a:extLst>
              <a:ext uri="{FF2B5EF4-FFF2-40B4-BE49-F238E27FC236}">
                <a16:creationId xmlns:a16="http://schemas.microsoft.com/office/drawing/2014/main" id="{F3711415-F7BD-D0F5-3DD5-EE6D602FF3C5}"/>
              </a:ext>
            </a:extLst>
          </p:cNvPr>
          <p:cNvSpPr/>
          <p:nvPr/>
        </p:nvSpPr>
        <p:spPr>
          <a:xfrm>
            <a:off x="1545034" y="2511665"/>
            <a:ext cx="554587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공간대관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Panel">
            <a:extLst>
              <a:ext uri="{FF2B5EF4-FFF2-40B4-BE49-F238E27FC236}">
                <a16:creationId xmlns:a16="http://schemas.microsoft.com/office/drawing/2014/main" id="{4087C712-5AB9-CF2A-F8E2-66A2EAEAC6C5}"/>
              </a:ext>
            </a:extLst>
          </p:cNvPr>
          <p:cNvSpPr/>
          <p:nvPr/>
        </p:nvSpPr>
        <p:spPr>
          <a:xfrm>
            <a:off x="1545034" y="2918694"/>
            <a:ext cx="554587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미디어체험</a:t>
            </a:r>
          </a:p>
        </p:txBody>
      </p:sp>
      <p:sp>
        <p:nvSpPr>
          <p:cNvPr id="20" name="Panel">
            <a:extLst>
              <a:ext uri="{FF2B5EF4-FFF2-40B4-BE49-F238E27FC236}">
                <a16:creationId xmlns:a16="http://schemas.microsoft.com/office/drawing/2014/main" id="{AD519E08-DE5E-44C4-39CC-59F6ECC898BB}"/>
              </a:ext>
            </a:extLst>
          </p:cNvPr>
          <p:cNvSpPr/>
          <p:nvPr/>
        </p:nvSpPr>
        <p:spPr>
          <a:xfrm>
            <a:off x="1545034" y="3326261"/>
            <a:ext cx="554587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게시판</a:t>
            </a:r>
          </a:p>
        </p:txBody>
      </p:sp>
      <p:sp>
        <p:nvSpPr>
          <p:cNvPr id="21" name="Panel">
            <a:extLst>
              <a:ext uri="{FF2B5EF4-FFF2-40B4-BE49-F238E27FC236}">
                <a16:creationId xmlns:a16="http://schemas.microsoft.com/office/drawing/2014/main" id="{9501DDCB-81E3-B755-220D-0F36A86B21CE}"/>
              </a:ext>
            </a:extLst>
          </p:cNvPr>
          <p:cNvSpPr/>
          <p:nvPr/>
        </p:nvSpPr>
        <p:spPr>
          <a:xfrm>
            <a:off x="1545034" y="3736793"/>
            <a:ext cx="554587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센터안내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CCA5D8F-58F0-14B3-A7D7-EA60801A89B7}"/>
              </a:ext>
            </a:extLst>
          </p:cNvPr>
          <p:cNvSpPr/>
          <p:nvPr/>
        </p:nvSpPr>
        <p:spPr>
          <a:xfrm>
            <a:off x="369146" y="131168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45AA2FA7-F4B1-2D97-2797-2306D04D3C5F}"/>
              </a:ext>
            </a:extLst>
          </p:cNvPr>
          <p:cNvSpPr/>
          <p:nvPr/>
        </p:nvSpPr>
        <p:spPr>
          <a:xfrm>
            <a:off x="895871" y="158164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ED64D5ED-4A98-83CD-AC62-A607135F299F}"/>
              </a:ext>
            </a:extLst>
          </p:cNvPr>
          <p:cNvSpPr/>
          <p:nvPr/>
        </p:nvSpPr>
        <p:spPr>
          <a:xfrm>
            <a:off x="8188566" y="162879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C1A1C68B-8DB2-10B5-6A95-75E251BFA3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691858"/>
              </p:ext>
            </p:extLst>
          </p:nvPr>
        </p:nvGraphicFramePr>
        <p:xfrm>
          <a:off x="9687465" y="292146"/>
          <a:ext cx="2504535" cy="221525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사용자페이지 메뉴를 관리합니다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- </a:t>
                      </a:r>
                      <a:r>
                        <a:rPr lang="ko-KR" altLang="en-US" sz="800" b="0" dirty="0"/>
                        <a:t>메뉴 순서</a:t>
                      </a: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및 메뉴명 변경이 가능하며 사용자페이지 </a:t>
                      </a:r>
                      <a:r>
                        <a:rPr lang="en-US" altLang="ko-KR" sz="800" b="0" dirty="0"/>
                        <a:t>ON/OFF </a:t>
                      </a:r>
                      <a:r>
                        <a:rPr lang="ko-KR" altLang="en-US" sz="800" b="0" dirty="0"/>
                        <a:t>처리할 수 있습니다</a:t>
                      </a:r>
                      <a:r>
                        <a:rPr lang="en-US" altLang="ko-KR" sz="800" b="0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순서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메뉴명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2. UP/DOWN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화살표 클릭 시 순서 변경가능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메뉴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사용여부 수정 시 저장버튼 클릭 시 저장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31533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082876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1" name="표 120">
            <a:extLst>
              <a:ext uri="{FF2B5EF4-FFF2-40B4-BE49-F238E27FC236}">
                <a16:creationId xmlns:a16="http://schemas.microsoft.com/office/drawing/2014/main" id="{B8A3777F-15B6-12F1-C321-31354BD72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360270"/>
              </p:ext>
            </p:extLst>
          </p:nvPr>
        </p:nvGraphicFramePr>
        <p:xfrm>
          <a:off x="5108474" y="3409029"/>
          <a:ext cx="4229201" cy="20567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7768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708349">
                  <a:extLst>
                    <a:ext uri="{9D8B030D-6E8A-4147-A177-3AD203B41FA5}">
                      <a16:colId xmlns:a16="http://schemas.microsoft.com/office/drawing/2014/main" val="770223846"/>
                    </a:ext>
                  </a:extLst>
                </a:gridCol>
                <a:gridCol w="1588028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935886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7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순서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카테고리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991A0C2-B9EA-4552-C206-547DCB2A1553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/>
              <a:t>카테고리 관리</a:t>
            </a:r>
            <a:endParaRPr lang="en-US" altLang="ko-KR" sz="900" dirty="0"/>
          </a:p>
        </p:txBody>
      </p:sp>
      <p:sp>
        <p:nvSpPr>
          <p:cNvPr id="2" name="TextBox 30">
            <a:extLst>
              <a:ext uri="{FF2B5EF4-FFF2-40B4-BE49-F238E27FC236}">
                <a16:creationId xmlns:a16="http://schemas.microsoft.com/office/drawing/2014/main" id="{3CC73C45-0CD5-35A5-23B3-4AB791210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카테고리 관리</a:t>
            </a:r>
            <a:r>
              <a:rPr lang="en-US" altLang="ko-KR" sz="900" dirty="0">
                <a:latin typeface="+mn-ea"/>
              </a:rPr>
              <a:t>(</a:t>
            </a:r>
            <a:r>
              <a:rPr lang="ko-KR" altLang="en-US" sz="900" dirty="0">
                <a:latin typeface="+mn-ea"/>
              </a:rPr>
              <a:t>교육 </a:t>
            </a:r>
            <a:r>
              <a:rPr lang="en-US" altLang="ko-KR" sz="900" dirty="0">
                <a:latin typeface="+mn-ea"/>
              </a:rPr>
              <a:t>&gt; </a:t>
            </a:r>
            <a:r>
              <a:rPr lang="ko-KR" altLang="en-US" sz="900" dirty="0">
                <a:latin typeface="+mn-ea"/>
              </a:rPr>
              <a:t>상설교육</a:t>
            </a:r>
            <a:r>
              <a:rPr lang="en-US" altLang="ko-KR" sz="900" dirty="0">
                <a:latin typeface="+mn-ea"/>
              </a:rPr>
              <a:t>)</a:t>
            </a:r>
            <a:endParaRPr lang="ko-KR" altLang="en-US" sz="900" dirty="0"/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C1DAADE-1EF7-330D-D8B2-6E8077BF1C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39797" y="3759912"/>
            <a:ext cx="657317" cy="238158"/>
          </a:xfrm>
          <a:prstGeom prst="rect">
            <a:avLst/>
          </a:prstGeom>
        </p:spPr>
      </p:pic>
      <p:sp>
        <p:nvSpPr>
          <p:cNvPr id="9" name="화살표: 오른쪽 8">
            <a:extLst>
              <a:ext uri="{FF2B5EF4-FFF2-40B4-BE49-F238E27FC236}">
                <a16:creationId xmlns:a16="http://schemas.microsoft.com/office/drawing/2014/main" id="{5A2FB5C1-8EA2-437E-FE72-41097643391B}"/>
              </a:ext>
            </a:extLst>
          </p:cNvPr>
          <p:cNvSpPr/>
          <p:nvPr/>
        </p:nvSpPr>
        <p:spPr>
          <a:xfrm>
            <a:off x="4584141" y="1388853"/>
            <a:ext cx="350168" cy="370936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화살표: 오른쪽 10">
            <a:extLst>
              <a:ext uri="{FF2B5EF4-FFF2-40B4-BE49-F238E27FC236}">
                <a16:creationId xmlns:a16="http://schemas.microsoft.com/office/drawing/2014/main" id="{4719EFB4-D3D4-69CF-F3A0-5EC934785813}"/>
              </a:ext>
            </a:extLst>
          </p:cNvPr>
          <p:cNvSpPr/>
          <p:nvPr/>
        </p:nvSpPr>
        <p:spPr>
          <a:xfrm rot="5400000">
            <a:off x="6824632" y="2517638"/>
            <a:ext cx="350168" cy="370936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Panel">
            <a:extLst>
              <a:ext uri="{FF2B5EF4-FFF2-40B4-BE49-F238E27FC236}">
                <a16:creationId xmlns:a16="http://schemas.microsoft.com/office/drawing/2014/main" id="{A2AB19DF-1E31-03C2-7C9E-FEC04AE975F2}"/>
              </a:ext>
            </a:extLst>
          </p:cNvPr>
          <p:cNvSpPr/>
          <p:nvPr/>
        </p:nvSpPr>
        <p:spPr>
          <a:xfrm>
            <a:off x="6723872" y="3084738"/>
            <a:ext cx="1816179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bg1">
                    <a:lumMod val="75000"/>
                  </a:schemeClr>
                </a:solidFill>
              </a:rPr>
              <a:t>카테고리명을 입력해주세요</a:t>
            </a:r>
            <a:r>
              <a:rPr lang="en-US" altLang="ko-KR" sz="900" b="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900" b="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7" name="Panel">
            <a:extLst>
              <a:ext uri="{FF2B5EF4-FFF2-40B4-BE49-F238E27FC236}">
                <a16:creationId xmlns:a16="http://schemas.microsoft.com/office/drawing/2014/main" id="{FF250476-38D6-08F9-0030-D58E2626A28C}"/>
              </a:ext>
            </a:extLst>
          </p:cNvPr>
          <p:cNvSpPr/>
          <p:nvPr/>
        </p:nvSpPr>
        <p:spPr>
          <a:xfrm>
            <a:off x="8610181" y="3084738"/>
            <a:ext cx="727494" cy="26099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bg1"/>
                </a:solidFill>
              </a:rPr>
              <a:t>신규생성</a:t>
            </a: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472A1417-B136-8225-8B1D-B5C4EA3D85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39797" y="4112825"/>
            <a:ext cx="657317" cy="238158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89A35D63-9F10-EA75-13F2-34557E9FB1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39797" y="4463708"/>
            <a:ext cx="657317" cy="238158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ACE66928-23D2-C512-4659-ACBD09E121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39797" y="4828128"/>
            <a:ext cx="657317" cy="238158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E9598E3D-ED29-FFD4-E065-AB4CD4D1A0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39797" y="5182176"/>
            <a:ext cx="657317" cy="238158"/>
          </a:xfrm>
          <a:prstGeom prst="rect">
            <a:avLst/>
          </a:prstGeom>
        </p:spPr>
      </p:pic>
      <p:grpSp>
        <p:nvGrpSpPr>
          <p:cNvPr id="32" name="그룹 31">
            <a:extLst>
              <a:ext uri="{FF2B5EF4-FFF2-40B4-BE49-F238E27FC236}">
                <a16:creationId xmlns:a16="http://schemas.microsoft.com/office/drawing/2014/main" id="{A0A7D10C-3F89-909F-28F3-570FF8F157DD}"/>
              </a:ext>
            </a:extLst>
          </p:cNvPr>
          <p:cNvGrpSpPr/>
          <p:nvPr/>
        </p:nvGrpSpPr>
        <p:grpSpPr>
          <a:xfrm>
            <a:off x="8078955" y="3806626"/>
            <a:ext cx="151811" cy="131556"/>
            <a:chOff x="8674617" y="6575604"/>
            <a:chExt cx="151811" cy="131556"/>
          </a:xfrm>
        </p:grpSpPr>
        <p:grpSp>
          <p:nvGrpSpPr>
            <p:cNvPr id="3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F3BFBA60-AE4A-5F58-7765-58A8EF9A2932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35" name="Box">
                <a:extLst>
                  <a:ext uri="{FF2B5EF4-FFF2-40B4-BE49-F238E27FC236}">
                    <a16:creationId xmlns:a16="http://schemas.microsoft.com/office/drawing/2014/main" id="{E2D0144D-A4D2-057F-CF3C-F5354B6E470A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Check" hidden="1">
                <a:extLst>
                  <a:ext uri="{FF2B5EF4-FFF2-40B4-BE49-F238E27FC236}">
                    <a16:creationId xmlns:a16="http://schemas.microsoft.com/office/drawing/2014/main" id="{E4B6FD3B-3D91-37D7-966F-B0747ED2F0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" name="Accept">
              <a:extLst>
                <a:ext uri="{FF2B5EF4-FFF2-40B4-BE49-F238E27FC236}">
                  <a16:creationId xmlns:a16="http://schemas.microsoft.com/office/drawing/2014/main" id="{FAFF7260-178B-1D16-6E69-D7E84E6AE2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56E52D8-F3EB-2AF1-A905-396262F22CE2}"/>
              </a:ext>
            </a:extLst>
          </p:cNvPr>
          <p:cNvGrpSpPr/>
          <p:nvPr/>
        </p:nvGrpSpPr>
        <p:grpSpPr>
          <a:xfrm>
            <a:off x="8078955" y="4161093"/>
            <a:ext cx="151811" cy="131556"/>
            <a:chOff x="8674617" y="6575604"/>
            <a:chExt cx="151811" cy="131556"/>
          </a:xfrm>
        </p:grpSpPr>
        <p:grpSp>
          <p:nvGrpSpPr>
            <p:cNvPr id="3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1E47088F-4AD7-A69C-7A48-C14EDA49B340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40" name="Box">
                <a:extLst>
                  <a:ext uri="{FF2B5EF4-FFF2-40B4-BE49-F238E27FC236}">
                    <a16:creationId xmlns:a16="http://schemas.microsoft.com/office/drawing/2014/main" id="{3BB40B90-D896-0551-C7F3-7FDCD2B59F2B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" name="Check" hidden="1">
                <a:extLst>
                  <a:ext uri="{FF2B5EF4-FFF2-40B4-BE49-F238E27FC236}">
                    <a16:creationId xmlns:a16="http://schemas.microsoft.com/office/drawing/2014/main" id="{59032B50-363D-B3DB-A5AB-8755B35987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" name="Accept">
              <a:extLst>
                <a:ext uri="{FF2B5EF4-FFF2-40B4-BE49-F238E27FC236}">
                  <a16:creationId xmlns:a16="http://schemas.microsoft.com/office/drawing/2014/main" id="{E907CCFF-FEE9-FA15-89D9-B59D3EC355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5529C26F-5F60-8892-1220-57B8B3390285}"/>
              </a:ext>
            </a:extLst>
          </p:cNvPr>
          <p:cNvGrpSpPr/>
          <p:nvPr/>
        </p:nvGrpSpPr>
        <p:grpSpPr>
          <a:xfrm>
            <a:off x="8078955" y="4517595"/>
            <a:ext cx="151811" cy="131556"/>
            <a:chOff x="8674617" y="6575604"/>
            <a:chExt cx="151811" cy="131556"/>
          </a:xfrm>
        </p:grpSpPr>
        <p:grpSp>
          <p:nvGrpSpPr>
            <p:cNvPr id="4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2A75C223-5FF6-B7C2-9753-B49C5796DA32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45" name="Box">
                <a:extLst>
                  <a:ext uri="{FF2B5EF4-FFF2-40B4-BE49-F238E27FC236}">
                    <a16:creationId xmlns:a16="http://schemas.microsoft.com/office/drawing/2014/main" id="{F0B1DBCB-D2AB-377D-CA1F-B1BBADBF4248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Check" hidden="1">
                <a:extLst>
                  <a:ext uri="{FF2B5EF4-FFF2-40B4-BE49-F238E27FC236}">
                    <a16:creationId xmlns:a16="http://schemas.microsoft.com/office/drawing/2014/main" id="{EFD14540-730C-5A91-5DCD-739F909E55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" name="Accept">
              <a:extLst>
                <a:ext uri="{FF2B5EF4-FFF2-40B4-BE49-F238E27FC236}">
                  <a16:creationId xmlns:a16="http://schemas.microsoft.com/office/drawing/2014/main" id="{9A367669-A4F7-E86A-9AF6-EA08FF6947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7B419F0-7C57-5DA3-7FAF-80924D668A5D}"/>
              </a:ext>
            </a:extLst>
          </p:cNvPr>
          <p:cNvGrpSpPr/>
          <p:nvPr/>
        </p:nvGrpSpPr>
        <p:grpSpPr>
          <a:xfrm>
            <a:off x="8078955" y="4863779"/>
            <a:ext cx="151811" cy="131556"/>
            <a:chOff x="8674617" y="6575604"/>
            <a:chExt cx="151811" cy="131556"/>
          </a:xfrm>
        </p:grpSpPr>
        <p:grpSp>
          <p:nvGrpSpPr>
            <p:cNvPr id="4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411C8896-D021-EE7E-D5E3-CD611E88CA6A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50" name="Box">
                <a:extLst>
                  <a:ext uri="{FF2B5EF4-FFF2-40B4-BE49-F238E27FC236}">
                    <a16:creationId xmlns:a16="http://schemas.microsoft.com/office/drawing/2014/main" id="{45FC0439-81F2-1D80-BACB-552B96EE27BB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Check" hidden="1">
                <a:extLst>
                  <a:ext uri="{FF2B5EF4-FFF2-40B4-BE49-F238E27FC236}">
                    <a16:creationId xmlns:a16="http://schemas.microsoft.com/office/drawing/2014/main" id="{172E93E2-586D-B902-FD2A-683698F234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" name="Accept">
              <a:extLst>
                <a:ext uri="{FF2B5EF4-FFF2-40B4-BE49-F238E27FC236}">
                  <a16:creationId xmlns:a16="http://schemas.microsoft.com/office/drawing/2014/main" id="{FED2C583-B4FF-4028-4A95-C095D5232D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291D6996-0019-0E4A-7338-111F09A847B4}"/>
              </a:ext>
            </a:extLst>
          </p:cNvPr>
          <p:cNvGrpSpPr/>
          <p:nvPr/>
        </p:nvGrpSpPr>
        <p:grpSpPr>
          <a:xfrm>
            <a:off x="8078955" y="5231396"/>
            <a:ext cx="151811" cy="131556"/>
            <a:chOff x="8674617" y="6575604"/>
            <a:chExt cx="151811" cy="131556"/>
          </a:xfrm>
        </p:grpSpPr>
        <p:grpSp>
          <p:nvGrpSpPr>
            <p:cNvPr id="5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1D53D5C1-5927-23D1-7018-E52B9F629415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55" name="Box">
                <a:extLst>
                  <a:ext uri="{FF2B5EF4-FFF2-40B4-BE49-F238E27FC236}">
                    <a16:creationId xmlns:a16="http://schemas.microsoft.com/office/drawing/2014/main" id="{046E25C6-3F1B-05EC-CC6B-93117B217145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Check" hidden="1">
                <a:extLst>
                  <a:ext uri="{FF2B5EF4-FFF2-40B4-BE49-F238E27FC236}">
                    <a16:creationId xmlns:a16="http://schemas.microsoft.com/office/drawing/2014/main" id="{677A31C5-26EA-9A19-871B-8CFBE95BFE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" name="Accept">
              <a:extLst>
                <a:ext uri="{FF2B5EF4-FFF2-40B4-BE49-F238E27FC236}">
                  <a16:creationId xmlns:a16="http://schemas.microsoft.com/office/drawing/2014/main" id="{B5618A9B-0A8B-77CF-1E8E-61BB9E72AF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2" name="Button">
            <a:extLst>
              <a:ext uri="{FF2B5EF4-FFF2-40B4-BE49-F238E27FC236}">
                <a16:creationId xmlns:a16="http://schemas.microsoft.com/office/drawing/2014/main" id="{38DA2B47-0B90-4794-6B88-C4CEF960E934}"/>
              </a:ext>
            </a:extLst>
          </p:cNvPr>
          <p:cNvSpPr>
            <a:spLocks/>
          </p:cNvSpPr>
          <p:nvPr/>
        </p:nvSpPr>
        <p:spPr bwMode="auto">
          <a:xfrm>
            <a:off x="8435430" y="375991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3" name="Button">
            <a:extLst>
              <a:ext uri="{FF2B5EF4-FFF2-40B4-BE49-F238E27FC236}">
                <a16:creationId xmlns:a16="http://schemas.microsoft.com/office/drawing/2014/main" id="{572FD94C-7440-F84E-8375-2250C2D098C7}"/>
              </a:ext>
            </a:extLst>
          </p:cNvPr>
          <p:cNvSpPr>
            <a:spLocks/>
          </p:cNvSpPr>
          <p:nvPr/>
        </p:nvSpPr>
        <p:spPr bwMode="auto">
          <a:xfrm>
            <a:off x="8435430" y="4825297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Button">
            <a:extLst>
              <a:ext uri="{FF2B5EF4-FFF2-40B4-BE49-F238E27FC236}">
                <a16:creationId xmlns:a16="http://schemas.microsoft.com/office/drawing/2014/main" id="{256739E7-832C-6329-A6D5-600608B8E4DA}"/>
              </a:ext>
            </a:extLst>
          </p:cNvPr>
          <p:cNvSpPr>
            <a:spLocks/>
          </p:cNvSpPr>
          <p:nvPr/>
        </p:nvSpPr>
        <p:spPr bwMode="auto">
          <a:xfrm>
            <a:off x="8435430" y="4119421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5" name="Button">
            <a:extLst>
              <a:ext uri="{FF2B5EF4-FFF2-40B4-BE49-F238E27FC236}">
                <a16:creationId xmlns:a16="http://schemas.microsoft.com/office/drawing/2014/main" id="{7459784E-FB5E-CF2D-05F9-C2E41ABBDC49}"/>
              </a:ext>
            </a:extLst>
          </p:cNvPr>
          <p:cNvSpPr>
            <a:spLocks/>
          </p:cNvSpPr>
          <p:nvPr/>
        </p:nvSpPr>
        <p:spPr bwMode="auto">
          <a:xfrm>
            <a:off x="8435430" y="4461236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Button">
            <a:extLst>
              <a:ext uri="{FF2B5EF4-FFF2-40B4-BE49-F238E27FC236}">
                <a16:creationId xmlns:a16="http://schemas.microsoft.com/office/drawing/2014/main" id="{365EF40A-97FD-ED5F-7232-FB0335CB964E}"/>
              </a:ext>
            </a:extLst>
          </p:cNvPr>
          <p:cNvSpPr>
            <a:spLocks/>
          </p:cNvSpPr>
          <p:nvPr/>
        </p:nvSpPr>
        <p:spPr bwMode="auto">
          <a:xfrm>
            <a:off x="8435430" y="5175738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7" name="Button">
            <a:extLst>
              <a:ext uri="{FF2B5EF4-FFF2-40B4-BE49-F238E27FC236}">
                <a16:creationId xmlns:a16="http://schemas.microsoft.com/office/drawing/2014/main" id="{44E39E37-44A1-664C-4496-18E31AFB9BB5}"/>
              </a:ext>
            </a:extLst>
          </p:cNvPr>
          <p:cNvSpPr>
            <a:spLocks/>
          </p:cNvSpPr>
          <p:nvPr/>
        </p:nvSpPr>
        <p:spPr bwMode="auto">
          <a:xfrm>
            <a:off x="8890959" y="375991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8" name="Button">
            <a:extLst>
              <a:ext uri="{FF2B5EF4-FFF2-40B4-BE49-F238E27FC236}">
                <a16:creationId xmlns:a16="http://schemas.microsoft.com/office/drawing/2014/main" id="{8A9D6D5C-A747-A345-3558-EC0B2ADA4A67}"/>
              </a:ext>
            </a:extLst>
          </p:cNvPr>
          <p:cNvSpPr>
            <a:spLocks/>
          </p:cNvSpPr>
          <p:nvPr/>
        </p:nvSpPr>
        <p:spPr bwMode="auto">
          <a:xfrm>
            <a:off x="8890958" y="4119421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9" name="Button">
            <a:extLst>
              <a:ext uri="{FF2B5EF4-FFF2-40B4-BE49-F238E27FC236}">
                <a16:creationId xmlns:a16="http://schemas.microsoft.com/office/drawing/2014/main" id="{2CB852D7-B206-97E9-07A1-B01122F96FFA}"/>
              </a:ext>
            </a:extLst>
          </p:cNvPr>
          <p:cNvSpPr>
            <a:spLocks/>
          </p:cNvSpPr>
          <p:nvPr/>
        </p:nvSpPr>
        <p:spPr bwMode="auto">
          <a:xfrm>
            <a:off x="8890957" y="445861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0" name="Button">
            <a:extLst>
              <a:ext uri="{FF2B5EF4-FFF2-40B4-BE49-F238E27FC236}">
                <a16:creationId xmlns:a16="http://schemas.microsoft.com/office/drawing/2014/main" id="{DE876116-7878-8413-8DA6-314478F03DA5}"/>
              </a:ext>
            </a:extLst>
          </p:cNvPr>
          <p:cNvSpPr>
            <a:spLocks/>
          </p:cNvSpPr>
          <p:nvPr/>
        </p:nvSpPr>
        <p:spPr bwMode="auto">
          <a:xfrm>
            <a:off x="8890956" y="4825297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1" name="Button">
            <a:extLst>
              <a:ext uri="{FF2B5EF4-FFF2-40B4-BE49-F238E27FC236}">
                <a16:creationId xmlns:a16="http://schemas.microsoft.com/office/drawing/2014/main" id="{C9AB9299-E41C-5DE0-DC4E-5A64E44F2515}"/>
              </a:ext>
            </a:extLst>
          </p:cNvPr>
          <p:cNvSpPr>
            <a:spLocks/>
          </p:cNvSpPr>
          <p:nvPr/>
        </p:nvSpPr>
        <p:spPr bwMode="auto">
          <a:xfrm>
            <a:off x="8890956" y="5177005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2" name="Panel">
            <a:extLst>
              <a:ext uri="{FF2B5EF4-FFF2-40B4-BE49-F238E27FC236}">
                <a16:creationId xmlns:a16="http://schemas.microsoft.com/office/drawing/2014/main" id="{E0601FB6-CA14-0CF1-D98E-57BF1275E6B0}"/>
              </a:ext>
            </a:extLst>
          </p:cNvPr>
          <p:cNvSpPr/>
          <p:nvPr/>
        </p:nvSpPr>
        <p:spPr>
          <a:xfrm>
            <a:off x="6394881" y="3739719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영상이론</a:t>
            </a:r>
          </a:p>
        </p:txBody>
      </p:sp>
      <p:sp>
        <p:nvSpPr>
          <p:cNvPr id="113" name="Panel">
            <a:extLst>
              <a:ext uri="{FF2B5EF4-FFF2-40B4-BE49-F238E27FC236}">
                <a16:creationId xmlns:a16="http://schemas.microsoft.com/office/drawing/2014/main" id="{6E732734-7D89-F670-2659-C44C3759CADE}"/>
              </a:ext>
            </a:extLst>
          </p:cNvPr>
          <p:cNvSpPr/>
          <p:nvPr/>
        </p:nvSpPr>
        <p:spPr>
          <a:xfrm>
            <a:off x="6394881" y="4097393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제작실기</a:t>
            </a:r>
          </a:p>
        </p:txBody>
      </p:sp>
      <p:sp>
        <p:nvSpPr>
          <p:cNvPr id="114" name="Panel">
            <a:extLst>
              <a:ext uri="{FF2B5EF4-FFF2-40B4-BE49-F238E27FC236}">
                <a16:creationId xmlns:a16="http://schemas.microsoft.com/office/drawing/2014/main" id="{CBCBF397-3CF8-9FEB-EA6C-0626D53B04EA}"/>
              </a:ext>
            </a:extLst>
          </p:cNvPr>
          <p:cNvSpPr/>
          <p:nvPr/>
        </p:nvSpPr>
        <p:spPr>
          <a:xfrm>
            <a:off x="6394881" y="4448599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제작워크숍</a:t>
            </a:r>
          </a:p>
        </p:txBody>
      </p:sp>
      <p:sp>
        <p:nvSpPr>
          <p:cNvPr id="115" name="Panel">
            <a:extLst>
              <a:ext uri="{FF2B5EF4-FFF2-40B4-BE49-F238E27FC236}">
                <a16:creationId xmlns:a16="http://schemas.microsoft.com/office/drawing/2014/main" id="{1027F771-B36E-F6B3-CBC6-5DF43969E7EE}"/>
              </a:ext>
            </a:extLst>
          </p:cNvPr>
          <p:cNvSpPr/>
          <p:nvPr/>
        </p:nvSpPr>
        <p:spPr>
          <a:xfrm>
            <a:off x="6394881" y="4799524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특강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16" name="Panel">
            <a:extLst>
              <a:ext uri="{FF2B5EF4-FFF2-40B4-BE49-F238E27FC236}">
                <a16:creationId xmlns:a16="http://schemas.microsoft.com/office/drawing/2014/main" id="{F843F988-2ADC-56D2-0E39-D5F374F55005}"/>
              </a:ext>
            </a:extLst>
          </p:cNvPr>
          <p:cNvSpPr/>
          <p:nvPr/>
        </p:nvSpPr>
        <p:spPr>
          <a:xfrm>
            <a:off x="6394881" y="5159339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전문강좌</a:t>
            </a:r>
          </a:p>
        </p:txBody>
      </p:sp>
      <p:graphicFrame>
        <p:nvGraphicFramePr>
          <p:cNvPr id="133" name="표 132">
            <a:extLst>
              <a:ext uri="{FF2B5EF4-FFF2-40B4-BE49-F238E27FC236}">
                <a16:creationId xmlns:a16="http://schemas.microsoft.com/office/drawing/2014/main" id="{4787863B-EF96-23B0-1EB8-3CE198B3DF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867332"/>
              </p:ext>
            </p:extLst>
          </p:nvPr>
        </p:nvGraphicFramePr>
        <p:xfrm>
          <a:off x="616987" y="1281238"/>
          <a:ext cx="3782485" cy="20567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7768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708349">
                  <a:extLst>
                    <a:ext uri="{9D8B030D-6E8A-4147-A177-3AD203B41FA5}">
                      <a16:colId xmlns:a16="http://schemas.microsoft.com/office/drawing/2014/main" val="770223846"/>
                    </a:ext>
                  </a:extLst>
                </a:gridCol>
                <a:gridCol w="1588028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7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하위보기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카테고리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교육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414719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8848806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150952"/>
                  </a:ext>
                </a:extLst>
              </a:tr>
            </a:tbl>
          </a:graphicData>
        </a:graphic>
      </p:graphicFrame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71BFD9E3-E968-2A23-E32B-AA16B6A446A9}"/>
              </a:ext>
            </a:extLst>
          </p:cNvPr>
          <p:cNvGrpSpPr/>
          <p:nvPr/>
        </p:nvGrpSpPr>
        <p:grpSpPr>
          <a:xfrm>
            <a:off x="3580548" y="1681731"/>
            <a:ext cx="151811" cy="131556"/>
            <a:chOff x="8674617" y="6575604"/>
            <a:chExt cx="151811" cy="131556"/>
          </a:xfrm>
        </p:grpSpPr>
        <p:grpSp>
          <p:nvGrpSpPr>
            <p:cNvPr id="13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E634A8D2-A6C8-1EC2-DC2C-6C36078C95AA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37" name="Box">
                <a:extLst>
                  <a:ext uri="{FF2B5EF4-FFF2-40B4-BE49-F238E27FC236}">
                    <a16:creationId xmlns:a16="http://schemas.microsoft.com/office/drawing/2014/main" id="{171EF1A9-5EA5-1689-17F5-3CF1DDBEFAEE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8" name="Check" hidden="1">
                <a:extLst>
                  <a:ext uri="{FF2B5EF4-FFF2-40B4-BE49-F238E27FC236}">
                    <a16:creationId xmlns:a16="http://schemas.microsoft.com/office/drawing/2014/main" id="{CEFCCE54-FD16-BC9B-68DD-2233E6C4E4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6" name="Accept">
              <a:extLst>
                <a:ext uri="{FF2B5EF4-FFF2-40B4-BE49-F238E27FC236}">
                  <a16:creationId xmlns:a16="http://schemas.microsoft.com/office/drawing/2014/main" id="{B347C072-C4FC-5765-72B0-839178A69F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642BFB08-1683-A28B-2910-27AFB35C5EA1}"/>
              </a:ext>
            </a:extLst>
          </p:cNvPr>
          <p:cNvGrpSpPr/>
          <p:nvPr/>
        </p:nvGrpSpPr>
        <p:grpSpPr>
          <a:xfrm>
            <a:off x="3580548" y="2034272"/>
            <a:ext cx="151811" cy="131556"/>
            <a:chOff x="8674617" y="6575604"/>
            <a:chExt cx="151811" cy="131556"/>
          </a:xfrm>
        </p:grpSpPr>
        <p:grpSp>
          <p:nvGrpSpPr>
            <p:cNvPr id="14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4A77B0D3-EBB4-9AC2-88C9-3F9BE2EA2D14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42" name="Box">
                <a:extLst>
                  <a:ext uri="{FF2B5EF4-FFF2-40B4-BE49-F238E27FC236}">
                    <a16:creationId xmlns:a16="http://schemas.microsoft.com/office/drawing/2014/main" id="{64ECA3A1-32A3-4EB7-735F-1884F4137A9A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Check" hidden="1">
                <a:extLst>
                  <a:ext uri="{FF2B5EF4-FFF2-40B4-BE49-F238E27FC236}">
                    <a16:creationId xmlns:a16="http://schemas.microsoft.com/office/drawing/2014/main" id="{EDC1089B-B970-B1EF-C1E3-BA8AE40E94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41" name="Accept">
              <a:extLst>
                <a:ext uri="{FF2B5EF4-FFF2-40B4-BE49-F238E27FC236}">
                  <a16:creationId xmlns:a16="http://schemas.microsoft.com/office/drawing/2014/main" id="{B6D5D354-18AC-8417-725D-69523109F0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4" name="Button">
            <a:extLst>
              <a:ext uri="{FF2B5EF4-FFF2-40B4-BE49-F238E27FC236}">
                <a16:creationId xmlns:a16="http://schemas.microsoft.com/office/drawing/2014/main" id="{8917B7D3-BC97-39FF-0EA0-D9E8DFEA0F97}"/>
              </a:ext>
            </a:extLst>
          </p:cNvPr>
          <p:cNvSpPr>
            <a:spLocks/>
          </p:cNvSpPr>
          <p:nvPr/>
        </p:nvSpPr>
        <p:spPr bwMode="auto">
          <a:xfrm>
            <a:off x="3938940" y="1628810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5" name="Button">
            <a:extLst>
              <a:ext uri="{FF2B5EF4-FFF2-40B4-BE49-F238E27FC236}">
                <a16:creationId xmlns:a16="http://schemas.microsoft.com/office/drawing/2014/main" id="{B5744010-2D9D-43DE-F6AA-92F39BD23556}"/>
              </a:ext>
            </a:extLst>
          </p:cNvPr>
          <p:cNvSpPr>
            <a:spLocks/>
          </p:cNvSpPr>
          <p:nvPr/>
        </p:nvSpPr>
        <p:spPr bwMode="auto">
          <a:xfrm>
            <a:off x="3938940" y="1978659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6" name="Button">
            <a:extLst>
              <a:ext uri="{FF2B5EF4-FFF2-40B4-BE49-F238E27FC236}">
                <a16:creationId xmlns:a16="http://schemas.microsoft.com/office/drawing/2014/main" id="{0B7F2B26-0D64-1F07-F56D-02A71FED1E90}"/>
              </a:ext>
            </a:extLst>
          </p:cNvPr>
          <p:cNvSpPr>
            <a:spLocks/>
          </p:cNvSpPr>
          <p:nvPr/>
        </p:nvSpPr>
        <p:spPr bwMode="auto">
          <a:xfrm>
            <a:off x="1173442" y="1636836"/>
            <a:ext cx="586400" cy="225862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Button">
            <a:extLst>
              <a:ext uri="{FF2B5EF4-FFF2-40B4-BE49-F238E27FC236}">
                <a16:creationId xmlns:a16="http://schemas.microsoft.com/office/drawing/2014/main" id="{A1C2EEDB-A8A0-EE8B-610A-F2470EF9FCCD}"/>
              </a:ext>
            </a:extLst>
          </p:cNvPr>
          <p:cNvSpPr>
            <a:spLocks/>
          </p:cNvSpPr>
          <p:nvPr/>
        </p:nvSpPr>
        <p:spPr bwMode="auto">
          <a:xfrm>
            <a:off x="1173442" y="1986685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8" name="Panel">
            <a:extLst>
              <a:ext uri="{FF2B5EF4-FFF2-40B4-BE49-F238E27FC236}">
                <a16:creationId xmlns:a16="http://schemas.microsoft.com/office/drawing/2014/main" id="{E3B8D797-8D0B-419A-E087-7977BB6411B2}"/>
              </a:ext>
            </a:extLst>
          </p:cNvPr>
          <p:cNvSpPr/>
          <p:nvPr/>
        </p:nvSpPr>
        <p:spPr>
          <a:xfrm>
            <a:off x="1893710" y="1611082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교육</a:t>
            </a:r>
          </a:p>
        </p:txBody>
      </p:sp>
      <p:sp>
        <p:nvSpPr>
          <p:cNvPr id="149" name="Panel">
            <a:extLst>
              <a:ext uri="{FF2B5EF4-FFF2-40B4-BE49-F238E27FC236}">
                <a16:creationId xmlns:a16="http://schemas.microsoft.com/office/drawing/2014/main" id="{1B1B895B-F4C2-2F30-74C0-FB394E7114BA}"/>
              </a:ext>
            </a:extLst>
          </p:cNvPr>
          <p:cNvSpPr/>
          <p:nvPr/>
        </p:nvSpPr>
        <p:spPr>
          <a:xfrm>
            <a:off x="1893710" y="1968756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장비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3417046-3A8D-FEB5-B1B9-B1CE60700D79}"/>
              </a:ext>
            </a:extLst>
          </p:cNvPr>
          <p:cNvSpPr txBox="1"/>
          <p:nvPr/>
        </p:nvSpPr>
        <p:spPr>
          <a:xfrm>
            <a:off x="616987" y="1061923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카테고리 관리</a:t>
            </a:r>
          </a:p>
        </p:txBody>
      </p:sp>
      <p:graphicFrame>
        <p:nvGraphicFramePr>
          <p:cNvPr id="152" name="표 151">
            <a:extLst>
              <a:ext uri="{FF2B5EF4-FFF2-40B4-BE49-F238E27FC236}">
                <a16:creationId xmlns:a16="http://schemas.microsoft.com/office/drawing/2014/main" id="{FB2692F8-D6F6-3631-818C-FBA44D7C24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643427"/>
              </p:ext>
            </p:extLst>
          </p:nvPr>
        </p:nvGraphicFramePr>
        <p:xfrm>
          <a:off x="5108474" y="1263985"/>
          <a:ext cx="3782485" cy="99509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7768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708349">
                  <a:extLst>
                    <a:ext uri="{9D8B030D-6E8A-4147-A177-3AD203B41FA5}">
                      <a16:colId xmlns:a16="http://schemas.microsoft.com/office/drawing/2014/main" val="770223846"/>
                    </a:ext>
                  </a:extLst>
                </a:gridCol>
                <a:gridCol w="1588028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7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하위보기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카테고리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상설교육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</a:tbl>
          </a:graphicData>
        </a:graphic>
      </p:graphicFrame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C12F73B9-4D39-51AE-D475-3E411145A668}"/>
              </a:ext>
            </a:extLst>
          </p:cNvPr>
          <p:cNvGrpSpPr/>
          <p:nvPr/>
        </p:nvGrpSpPr>
        <p:grpSpPr>
          <a:xfrm>
            <a:off x="8078955" y="1668133"/>
            <a:ext cx="151811" cy="131556"/>
            <a:chOff x="8674617" y="6575604"/>
            <a:chExt cx="151811" cy="131556"/>
          </a:xfrm>
        </p:grpSpPr>
        <p:grpSp>
          <p:nvGrpSpPr>
            <p:cNvPr id="154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85FAAB25-462D-C335-FFA4-C27DCEF32B5B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56" name="Box">
                <a:extLst>
                  <a:ext uri="{FF2B5EF4-FFF2-40B4-BE49-F238E27FC236}">
                    <a16:creationId xmlns:a16="http://schemas.microsoft.com/office/drawing/2014/main" id="{E5458CD3-5EF8-05B7-B7F2-BCC6AE4812AB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Check" hidden="1">
                <a:extLst>
                  <a:ext uri="{FF2B5EF4-FFF2-40B4-BE49-F238E27FC236}">
                    <a16:creationId xmlns:a16="http://schemas.microsoft.com/office/drawing/2014/main" id="{D74FC7C5-CF24-29E4-8DDF-54CDFC4636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5" name="Accept">
              <a:extLst>
                <a:ext uri="{FF2B5EF4-FFF2-40B4-BE49-F238E27FC236}">
                  <a16:creationId xmlns:a16="http://schemas.microsoft.com/office/drawing/2014/main" id="{DAC4ECFD-F667-E83D-94BA-FE1013D78D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C8CE1943-CE3C-F381-C4DC-5387473DF966}"/>
              </a:ext>
            </a:extLst>
          </p:cNvPr>
          <p:cNvGrpSpPr/>
          <p:nvPr/>
        </p:nvGrpSpPr>
        <p:grpSpPr>
          <a:xfrm>
            <a:off x="8078955" y="2017982"/>
            <a:ext cx="151811" cy="131556"/>
            <a:chOff x="8674617" y="6575604"/>
            <a:chExt cx="151811" cy="131556"/>
          </a:xfrm>
        </p:grpSpPr>
        <p:grpSp>
          <p:nvGrpSpPr>
            <p:cNvPr id="15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4D5704B5-ED0B-590A-B55B-9BAF87FF0EB0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61" name="Box">
                <a:extLst>
                  <a:ext uri="{FF2B5EF4-FFF2-40B4-BE49-F238E27FC236}">
                    <a16:creationId xmlns:a16="http://schemas.microsoft.com/office/drawing/2014/main" id="{9CDC4C45-BB7A-CE69-7A46-2EA7E7C51FD2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2" name="Check" hidden="1">
                <a:extLst>
                  <a:ext uri="{FF2B5EF4-FFF2-40B4-BE49-F238E27FC236}">
                    <a16:creationId xmlns:a16="http://schemas.microsoft.com/office/drawing/2014/main" id="{969F264C-4D90-EB12-8E62-02484F3BA0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0" name="Accept">
              <a:extLst>
                <a:ext uri="{FF2B5EF4-FFF2-40B4-BE49-F238E27FC236}">
                  <a16:creationId xmlns:a16="http://schemas.microsoft.com/office/drawing/2014/main" id="{4D23B28D-4CCE-9E47-C5DF-E49AE318F7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3" name="Button">
            <a:extLst>
              <a:ext uri="{FF2B5EF4-FFF2-40B4-BE49-F238E27FC236}">
                <a16:creationId xmlns:a16="http://schemas.microsoft.com/office/drawing/2014/main" id="{C60A7BB2-7BA1-5EA3-5C08-5E69DADC0BA7}"/>
              </a:ext>
            </a:extLst>
          </p:cNvPr>
          <p:cNvSpPr>
            <a:spLocks/>
          </p:cNvSpPr>
          <p:nvPr/>
        </p:nvSpPr>
        <p:spPr bwMode="auto">
          <a:xfrm>
            <a:off x="8435430" y="1622986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4" name="Button">
            <a:extLst>
              <a:ext uri="{FF2B5EF4-FFF2-40B4-BE49-F238E27FC236}">
                <a16:creationId xmlns:a16="http://schemas.microsoft.com/office/drawing/2014/main" id="{B14E74A0-9D22-C2FA-2470-5CBAE1813198}"/>
              </a:ext>
            </a:extLst>
          </p:cNvPr>
          <p:cNvSpPr>
            <a:spLocks/>
          </p:cNvSpPr>
          <p:nvPr/>
        </p:nvSpPr>
        <p:spPr bwMode="auto">
          <a:xfrm>
            <a:off x="8435430" y="1970033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5" name="Button">
            <a:extLst>
              <a:ext uri="{FF2B5EF4-FFF2-40B4-BE49-F238E27FC236}">
                <a16:creationId xmlns:a16="http://schemas.microsoft.com/office/drawing/2014/main" id="{55B62713-D382-0DBF-C9B5-DD8F0B3B81C6}"/>
              </a:ext>
            </a:extLst>
          </p:cNvPr>
          <p:cNvSpPr>
            <a:spLocks/>
          </p:cNvSpPr>
          <p:nvPr/>
        </p:nvSpPr>
        <p:spPr bwMode="auto">
          <a:xfrm>
            <a:off x="5670626" y="1614360"/>
            <a:ext cx="586400" cy="225862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6" name="Button">
            <a:extLst>
              <a:ext uri="{FF2B5EF4-FFF2-40B4-BE49-F238E27FC236}">
                <a16:creationId xmlns:a16="http://schemas.microsoft.com/office/drawing/2014/main" id="{EBBBEEA3-5B31-A8A4-91D2-F2B2D4420742}"/>
              </a:ext>
            </a:extLst>
          </p:cNvPr>
          <p:cNvSpPr>
            <a:spLocks/>
          </p:cNvSpPr>
          <p:nvPr/>
        </p:nvSpPr>
        <p:spPr bwMode="auto">
          <a:xfrm>
            <a:off x="5670626" y="1970033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7" name="Panel">
            <a:extLst>
              <a:ext uri="{FF2B5EF4-FFF2-40B4-BE49-F238E27FC236}">
                <a16:creationId xmlns:a16="http://schemas.microsoft.com/office/drawing/2014/main" id="{73D9410A-C206-A652-8EC8-F5AABE0B53F3}"/>
              </a:ext>
            </a:extLst>
          </p:cNvPr>
          <p:cNvSpPr/>
          <p:nvPr/>
        </p:nvSpPr>
        <p:spPr>
          <a:xfrm>
            <a:off x="6394881" y="1592832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상설교육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68" name="Panel">
            <a:extLst>
              <a:ext uri="{FF2B5EF4-FFF2-40B4-BE49-F238E27FC236}">
                <a16:creationId xmlns:a16="http://schemas.microsoft.com/office/drawing/2014/main" id="{2DC8FBCB-C390-0919-BFF4-1122A7E7C889}"/>
              </a:ext>
            </a:extLst>
          </p:cNvPr>
          <p:cNvSpPr/>
          <p:nvPr/>
        </p:nvSpPr>
        <p:spPr>
          <a:xfrm>
            <a:off x="6394881" y="1950506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공동체교육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B9591087-B869-E0AF-7CE4-1EF73BD4A75C}"/>
              </a:ext>
            </a:extLst>
          </p:cNvPr>
          <p:cNvSpPr txBox="1"/>
          <p:nvPr/>
        </p:nvSpPr>
        <p:spPr>
          <a:xfrm>
            <a:off x="5108474" y="1047903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교육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565394B-EB69-EE1E-E424-4DDE88BA85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9155736"/>
              </p:ext>
            </p:extLst>
          </p:nvPr>
        </p:nvGraphicFramePr>
        <p:xfrm>
          <a:off x="9687465" y="292146"/>
          <a:ext cx="2504535" cy="630138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카테고리를 관리합니다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- </a:t>
                      </a:r>
                      <a:r>
                        <a:rPr lang="ko-KR" altLang="en-US" sz="800" b="0" dirty="0"/>
                        <a:t>교육</a:t>
                      </a: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카테고리를 등록 및 관리합니다</a:t>
                      </a:r>
                      <a:r>
                        <a:rPr lang="en-US" altLang="ko-KR" sz="800" b="0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921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1depth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그룹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2depth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그룹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그룹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3153332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입력 항목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보기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보기 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2depth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이동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카테고리명을 수정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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체크 시 교육관리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 목록에서 장비 등록 시 분류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표시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카테고리명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수정 후 저장 버튼 눌러야 적용되는 기능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0263626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신규등록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신규등록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Input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박스에 카테고리명 입력 후 버튼 눌러 생성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176549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6. 3depth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입력 항목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UP/DOWN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9149560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1700BD1-4397-3570-C0B9-87CF5CFCDBBD}"/>
              </a:ext>
            </a:extLst>
          </p:cNvPr>
          <p:cNvSpPr/>
          <p:nvPr/>
        </p:nvSpPr>
        <p:spPr>
          <a:xfrm>
            <a:off x="616987" y="90450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D66325A-934E-D9DD-9DD0-64579801FB70}"/>
              </a:ext>
            </a:extLst>
          </p:cNvPr>
          <p:cNvSpPr/>
          <p:nvPr/>
        </p:nvSpPr>
        <p:spPr>
          <a:xfrm>
            <a:off x="5108474" y="90450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C9CA4C-C434-CF48-EEED-4B1B323F95D2}"/>
              </a:ext>
            </a:extLst>
          </p:cNvPr>
          <p:cNvSpPr/>
          <p:nvPr/>
        </p:nvSpPr>
        <p:spPr>
          <a:xfrm>
            <a:off x="514894" y="143750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9C5DC35-5278-0598-A9D2-B23CD6335B79}"/>
              </a:ext>
            </a:extLst>
          </p:cNvPr>
          <p:cNvSpPr/>
          <p:nvPr/>
        </p:nvSpPr>
        <p:spPr>
          <a:xfrm>
            <a:off x="593426" y="1562041"/>
            <a:ext cx="3782485" cy="370936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B54FD8F-0291-A768-30E5-A0090A92D736}"/>
              </a:ext>
            </a:extLst>
          </p:cNvPr>
          <p:cNvSpPr/>
          <p:nvPr/>
        </p:nvSpPr>
        <p:spPr>
          <a:xfrm>
            <a:off x="5111513" y="3691201"/>
            <a:ext cx="4226162" cy="370936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7E6917B-6CA5-E45A-9821-45ED8A1704EF}"/>
              </a:ext>
            </a:extLst>
          </p:cNvPr>
          <p:cNvSpPr/>
          <p:nvPr/>
        </p:nvSpPr>
        <p:spPr>
          <a:xfrm>
            <a:off x="4972353" y="361022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146D68F-E65D-8F5D-8272-118E4E49B9E6}"/>
              </a:ext>
            </a:extLst>
          </p:cNvPr>
          <p:cNvSpPr/>
          <p:nvPr/>
        </p:nvSpPr>
        <p:spPr>
          <a:xfrm>
            <a:off x="6593338" y="301449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8678275-C3B1-D889-184E-41BF5CE47A10}"/>
              </a:ext>
            </a:extLst>
          </p:cNvPr>
          <p:cNvSpPr txBox="1"/>
          <p:nvPr/>
        </p:nvSpPr>
        <p:spPr>
          <a:xfrm>
            <a:off x="5108474" y="3193157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상설교육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0423921-8D6C-C038-D80E-13D43C0D2158}"/>
              </a:ext>
            </a:extLst>
          </p:cNvPr>
          <p:cNvSpPr/>
          <p:nvPr/>
        </p:nvSpPr>
        <p:spPr>
          <a:xfrm>
            <a:off x="5108474" y="304975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6" name="Panel">
            <a:extLst>
              <a:ext uri="{FF2B5EF4-FFF2-40B4-BE49-F238E27FC236}">
                <a16:creationId xmlns:a16="http://schemas.microsoft.com/office/drawing/2014/main" id="{C33DE28E-CD65-55F4-AA27-46944535369E}"/>
              </a:ext>
            </a:extLst>
          </p:cNvPr>
          <p:cNvSpPr/>
          <p:nvPr/>
        </p:nvSpPr>
        <p:spPr>
          <a:xfrm>
            <a:off x="6273092" y="891035"/>
            <a:ext cx="1816179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bg1">
                    <a:lumMod val="75000"/>
                  </a:schemeClr>
                </a:solidFill>
              </a:rPr>
              <a:t>카테고리명을 입력해주세요</a:t>
            </a:r>
            <a:r>
              <a:rPr lang="en-US" altLang="ko-KR" sz="900" b="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900" b="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2" name="Panel">
            <a:extLst>
              <a:ext uri="{FF2B5EF4-FFF2-40B4-BE49-F238E27FC236}">
                <a16:creationId xmlns:a16="http://schemas.microsoft.com/office/drawing/2014/main" id="{BD5EC65E-C0AB-F07D-D040-D1C14A7A5E91}"/>
              </a:ext>
            </a:extLst>
          </p:cNvPr>
          <p:cNvSpPr/>
          <p:nvPr/>
        </p:nvSpPr>
        <p:spPr>
          <a:xfrm>
            <a:off x="8159401" y="891035"/>
            <a:ext cx="727494" cy="26099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bg1"/>
                </a:solidFill>
              </a:rPr>
              <a:t>신규생성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CBECE6-3DF7-DB02-0BE7-12D678FFDE1D}"/>
              </a:ext>
            </a:extLst>
          </p:cNvPr>
          <p:cNvSpPr/>
          <p:nvPr/>
        </p:nvSpPr>
        <p:spPr>
          <a:xfrm>
            <a:off x="6142558" y="82079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14" name="Panel">
            <a:extLst>
              <a:ext uri="{FF2B5EF4-FFF2-40B4-BE49-F238E27FC236}">
                <a16:creationId xmlns:a16="http://schemas.microsoft.com/office/drawing/2014/main" id="{5B62A209-9401-6F7E-351A-663C344EED32}"/>
              </a:ext>
            </a:extLst>
          </p:cNvPr>
          <p:cNvSpPr/>
          <p:nvPr/>
        </p:nvSpPr>
        <p:spPr>
          <a:xfrm>
            <a:off x="1811110" y="917533"/>
            <a:ext cx="1816179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bg1">
                    <a:lumMod val="75000"/>
                  </a:schemeClr>
                </a:solidFill>
              </a:rPr>
              <a:t>카테고리명을 입력해주세요</a:t>
            </a:r>
            <a:r>
              <a:rPr lang="en-US" altLang="ko-KR" sz="900" b="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900" b="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27" name="Panel">
            <a:extLst>
              <a:ext uri="{FF2B5EF4-FFF2-40B4-BE49-F238E27FC236}">
                <a16:creationId xmlns:a16="http://schemas.microsoft.com/office/drawing/2014/main" id="{FA35B04C-E0F7-3BC4-4611-3B313D122752}"/>
              </a:ext>
            </a:extLst>
          </p:cNvPr>
          <p:cNvSpPr/>
          <p:nvPr/>
        </p:nvSpPr>
        <p:spPr>
          <a:xfrm>
            <a:off x="3697419" y="917533"/>
            <a:ext cx="727494" cy="26099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bg1"/>
                </a:solidFill>
              </a:rPr>
              <a:t>신규생성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FC6F453-1456-2F2F-25C6-C167D7730ADF}"/>
              </a:ext>
            </a:extLst>
          </p:cNvPr>
          <p:cNvSpPr/>
          <p:nvPr/>
        </p:nvSpPr>
        <p:spPr>
          <a:xfrm>
            <a:off x="1680576" y="84729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1298E38-72C0-054A-1C39-DD0A8EC59B1E}"/>
              </a:ext>
            </a:extLst>
          </p:cNvPr>
          <p:cNvGrpSpPr/>
          <p:nvPr/>
        </p:nvGrpSpPr>
        <p:grpSpPr>
          <a:xfrm>
            <a:off x="3572153" y="2396535"/>
            <a:ext cx="151811" cy="131556"/>
            <a:chOff x="8674617" y="6575604"/>
            <a:chExt cx="151811" cy="131556"/>
          </a:xfrm>
        </p:grpSpPr>
        <p:grpSp>
          <p:nvGrpSpPr>
            <p:cNvPr id="3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04EDB0E4-58DB-B18B-A17A-6479D947F334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57" name="Box">
                <a:extLst>
                  <a:ext uri="{FF2B5EF4-FFF2-40B4-BE49-F238E27FC236}">
                    <a16:creationId xmlns:a16="http://schemas.microsoft.com/office/drawing/2014/main" id="{9BAA9BE8-D674-F926-3285-5DBE7746263B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Check" hidden="1">
                <a:extLst>
                  <a:ext uri="{FF2B5EF4-FFF2-40B4-BE49-F238E27FC236}">
                    <a16:creationId xmlns:a16="http://schemas.microsoft.com/office/drawing/2014/main" id="{C7FB8D3E-DEA7-2ED8-3542-9D70A4CE2E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" name="Accept">
              <a:extLst>
                <a:ext uri="{FF2B5EF4-FFF2-40B4-BE49-F238E27FC236}">
                  <a16:creationId xmlns:a16="http://schemas.microsoft.com/office/drawing/2014/main" id="{826DF7AD-6721-D65F-6397-6F5EF209F7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9" name="Button">
            <a:extLst>
              <a:ext uri="{FF2B5EF4-FFF2-40B4-BE49-F238E27FC236}">
                <a16:creationId xmlns:a16="http://schemas.microsoft.com/office/drawing/2014/main" id="{D3230EBE-55CD-2C22-146E-F6A7D5D27E54}"/>
              </a:ext>
            </a:extLst>
          </p:cNvPr>
          <p:cNvSpPr>
            <a:spLocks/>
          </p:cNvSpPr>
          <p:nvPr/>
        </p:nvSpPr>
        <p:spPr bwMode="auto">
          <a:xfrm>
            <a:off x="3930545" y="234092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0" name="Button">
            <a:extLst>
              <a:ext uri="{FF2B5EF4-FFF2-40B4-BE49-F238E27FC236}">
                <a16:creationId xmlns:a16="http://schemas.microsoft.com/office/drawing/2014/main" id="{ECDA716A-F069-05F2-1837-E83B139DBB5A}"/>
              </a:ext>
            </a:extLst>
          </p:cNvPr>
          <p:cNvSpPr>
            <a:spLocks/>
          </p:cNvSpPr>
          <p:nvPr/>
        </p:nvSpPr>
        <p:spPr bwMode="auto">
          <a:xfrm>
            <a:off x="1165047" y="2348948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1" name="Panel">
            <a:extLst>
              <a:ext uri="{FF2B5EF4-FFF2-40B4-BE49-F238E27FC236}">
                <a16:creationId xmlns:a16="http://schemas.microsoft.com/office/drawing/2014/main" id="{93BC64C2-6209-FD4D-8834-F4312FD20C70}"/>
              </a:ext>
            </a:extLst>
          </p:cNvPr>
          <p:cNvSpPr/>
          <p:nvPr/>
        </p:nvSpPr>
        <p:spPr>
          <a:xfrm>
            <a:off x="1885315" y="2331019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공간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AD874484-06D5-40C2-C43A-3FDEFBD83DE0}"/>
              </a:ext>
            </a:extLst>
          </p:cNvPr>
          <p:cNvGrpSpPr/>
          <p:nvPr/>
        </p:nvGrpSpPr>
        <p:grpSpPr>
          <a:xfrm>
            <a:off x="3593262" y="2749974"/>
            <a:ext cx="151811" cy="131556"/>
            <a:chOff x="8674617" y="6575604"/>
            <a:chExt cx="151811" cy="131556"/>
          </a:xfrm>
        </p:grpSpPr>
        <p:grpSp>
          <p:nvGrpSpPr>
            <p:cNvPr id="7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76489E0E-E9C1-0536-844E-1735BA6346BE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73" name="Box">
                <a:extLst>
                  <a:ext uri="{FF2B5EF4-FFF2-40B4-BE49-F238E27FC236}">
                    <a16:creationId xmlns:a16="http://schemas.microsoft.com/office/drawing/2014/main" id="{0E6FCD83-0C84-E5DD-AAD8-5560AA0BB263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Check" hidden="1">
                <a:extLst>
                  <a:ext uri="{FF2B5EF4-FFF2-40B4-BE49-F238E27FC236}">
                    <a16:creationId xmlns:a16="http://schemas.microsoft.com/office/drawing/2014/main" id="{A5DF26AE-28C8-645F-A2EC-229E532ABB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2" name="Accept">
              <a:extLst>
                <a:ext uri="{FF2B5EF4-FFF2-40B4-BE49-F238E27FC236}">
                  <a16:creationId xmlns:a16="http://schemas.microsoft.com/office/drawing/2014/main" id="{37D571A4-26BE-13E7-24D3-1BDCBEA00C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" name="Button">
            <a:extLst>
              <a:ext uri="{FF2B5EF4-FFF2-40B4-BE49-F238E27FC236}">
                <a16:creationId xmlns:a16="http://schemas.microsoft.com/office/drawing/2014/main" id="{05455B01-4278-468B-96A1-C06FE4373384}"/>
              </a:ext>
            </a:extLst>
          </p:cNvPr>
          <p:cNvSpPr>
            <a:spLocks/>
          </p:cNvSpPr>
          <p:nvPr/>
        </p:nvSpPr>
        <p:spPr bwMode="auto">
          <a:xfrm>
            <a:off x="3951654" y="2694361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6" name="Button">
            <a:extLst>
              <a:ext uri="{FF2B5EF4-FFF2-40B4-BE49-F238E27FC236}">
                <a16:creationId xmlns:a16="http://schemas.microsoft.com/office/drawing/2014/main" id="{DF8E2892-8BEF-9B05-9562-F89F93ED16EF}"/>
              </a:ext>
            </a:extLst>
          </p:cNvPr>
          <p:cNvSpPr>
            <a:spLocks/>
          </p:cNvSpPr>
          <p:nvPr/>
        </p:nvSpPr>
        <p:spPr bwMode="auto">
          <a:xfrm>
            <a:off x="1186156" y="2702387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7" name="Panel">
            <a:extLst>
              <a:ext uri="{FF2B5EF4-FFF2-40B4-BE49-F238E27FC236}">
                <a16:creationId xmlns:a16="http://schemas.microsoft.com/office/drawing/2014/main" id="{8361D286-FF1A-699C-14C6-C9135CEEC22C}"/>
              </a:ext>
            </a:extLst>
          </p:cNvPr>
          <p:cNvSpPr/>
          <p:nvPr/>
        </p:nvSpPr>
        <p:spPr>
          <a:xfrm>
            <a:off x="1906424" y="2684458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미디어체험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70194207-AD8F-5E9C-6A22-5DBFEE8BABB9}"/>
              </a:ext>
            </a:extLst>
          </p:cNvPr>
          <p:cNvGrpSpPr/>
          <p:nvPr/>
        </p:nvGrpSpPr>
        <p:grpSpPr>
          <a:xfrm>
            <a:off x="3578065" y="3091327"/>
            <a:ext cx="151811" cy="131556"/>
            <a:chOff x="8674617" y="6575604"/>
            <a:chExt cx="151811" cy="131556"/>
          </a:xfrm>
        </p:grpSpPr>
        <p:grpSp>
          <p:nvGrpSpPr>
            <p:cNvPr id="7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596A27CF-8590-37B9-317C-779E6B2959E8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81" name="Box">
                <a:extLst>
                  <a:ext uri="{FF2B5EF4-FFF2-40B4-BE49-F238E27FC236}">
                    <a16:creationId xmlns:a16="http://schemas.microsoft.com/office/drawing/2014/main" id="{FE8EF21C-E771-931B-408C-06703075F3A3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Check" hidden="1">
                <a:extLst>
                  <a:ext uri="{FF2B5EF4-FFF2-40B4-BE49-F238E27FC236}">
                    <a16:creationId xmlns:a16="http://schemas.microsoft.com/office/drawing/2014/main" id="{12A5C18D-9003-30DD-D3F4-6849199958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0" name="Accept">
              <a:extLst>
                <a:ext uri="{FF2B5EF4-FFF2-40B4-BE49-F238E27FC236}">
                  <a16:creationId xmlns:a16="http://schemas.microsoft.com/office/drawing/2014/main" id="{BE099211-A111-2DE8-ACD7-6BE3A0B7F2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3" name="Button">
            <a:extLst>
              <a:ext uri="{FF2B5EF4-FFF2-40B4-BE49-F238E27FC236}">
                <a16:creationId xmlns:a16="http://schemas.microsoft.com/office/drawing/2014/main" id="{278571C5-8AF9-F14F-C843-6C8202FBABF2}"/>
              </a:ext>
            </a:extLst>
          </p:cNvPr>
          <p:cNvSpPr>
            <a:spLocks/>
          </p:cNvSpPr>
          <p:nvPr/>
        </p:nvSpPr>
        <p:spPr bwMode="auto">
          <a:xfrm>
            <a:off x="3936457" y="3035714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4" name="Button">
            <a:extLst>
              <a:ext uri="{FF2B5EF4-FFF2-40B4-BE49-F238E27FC236}">
                <a16:creationId xmlns:a16="http://schemas.microsoft.com/office/drawing/2014/main" id="{E856B4D5-E0AC-538A-6438-1944033DC49B}"/>
              </a:ext>
            </a:extLst>
          </p:cNvPr>
          <p:cNvSpPr>
            <a:spLocks/>
          </p:cNvSpPr>
          <p:nvPr/>
        </p:nvSpPr>
        <p:spPr bwMode="auto">
          <a:xfrm>
            <a:off x="1170959" y="3043740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Panel">
            <a:extLst>
              <a:ext uri="{FF2B5EF4-FFF2-40B4-BE49-F238E27FC236}">
                <a16:creationId xmlns:a16="http://schemas.microsoft.com/office/drawing/2014/main" id="{AAE18E0E-E0D1-1EE2-36DA-D97E7FFA1E28}"/>
              </a:ext>
            </a:extLst>
          </p:cNvPr>
          <p:cNvSpPr/>
          <p:nvPr/>
        </p:nvSpPr>
        <p:spPr>
          <a:xfrm>
            <a:off x="1891227" y="3025811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상영회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04511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C33B56-0604-8C06-2D3B-39BBBE7D52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9" name="표 128">
            <a:extLst>
              <a:ext uri="{FF2B5EF4-FFF2-40B4-BE49-F238E27FC236}">
                <a16:creationId xmlns:a16="http://schemas.microsoft.com/office/drawing/2014/main" id="{BF4E4ADC-9CCB-46C8-1A59-D771011020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8579411"/>
              </p:ext>
            </p:extLst>
          </p:nvPr>
        </p:nvGraphicFramePr>
        <p:xfrm>
          <a:off x="4659902" y="4422063"/>
          <a:ext cx="3520852" cy="13489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7768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1588028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935886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7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카테고리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</a:tbl>
          </a:graphicData>
        </a:graphic>
      </p:graphicFrame>
      <p:graphicFrame>
        <p:nvGraphicFramePr>
          <p:cNvPr id="120" name="표 119">
            <a:extLst>
              <a:ext uri="{FF2B5EF4-FFF2-40B4-BE49-F238E27FC236}">
                <a16:creationId xmlns:a16="http://schemas.microsoft.com/office/drawing/2014/main" id="{EAD6FF18-0EDF-0818-CBF6-F39D7B5286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874678"/>
              </p:ext>
            </p:extLst>
          </p:nvPr>
        </p:nvGraphicFramePr>
        <p:xfrm>
          <a:off x="4659902" y="1259051"/>
          <a:ext cx="4915419" cy="20567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5492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705174">
                  <a:extLst>
                    <a:ext uri="{9D8B030D-6E8A-4147-A177-3AD203B41FA5}">
                      <a16:colId xmlns:a16="http://schemas.microsoft.com/office/drawing/2014/main" val="2762989697"/>
                    </a:ext>
                  </a:extLst>
                </a:gridCol>
                <a:gridCol w="705174">
                  <a:extLst>
                    <a:ext uri="{9D8B030D-6E8A-4147-A177-3AD203B41FA5}">
                      <a16:colId xmlns:a16="http://schemas.microsoft.com/office/drawing/2014/main" val="770223846"/>
                    </a:ext>
                  </a:extLst>
                </a:gridCol>
                <a:gridCol w="1580910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486978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931691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7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하위보기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순서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카테고리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</a:tbl>
          </a:graphicData>
        </a:graphic>
      </p:graphicFrame>
      <p:sp>
        <p:nvSpPr>
          <p:cNvPr id="2" name="TextBox 30">
            <a:extLst>
              <a:ext uri="{FF2B5EF4-FFF2-40B4-BE49-F238E27FC236}">
                <a16:creationId xmlns:a16="http://schemas.microsoft.com/office/drawing/2014/main" id="{E70CE4AF-6988-A596-1EC9-1A84F197ED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39203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카테고리 관리</a:t>
            </a:r>
            <a:r>
              <a:rPr lang="en-US" altLang="ko-KR" sz="900" dirty="0">
                <a:latin typeface="+mn-ea"/>
              </a:rPr>
              <a:t>(</a:t>
            </a:r>
            <a:r>
              <a:rPr lang="ko-KR" altLang="en-US" sz="900" dirty="0">
                <a:latin typeface="+mn-ea"/>
              </a:rPr>
              <a:t>장비 </a:t>
            </a:r>
            <a:r>
              <a:rPr lang="en-US" altLang="ko-KR" sz="900" dirty="0">
                <a:latin typeface="+mn-ea"/>
              </a:rPr>
              <a:t>&gt; </a:t>
            </a:r>
            <a:r>
              <a:rPr lang="ko-KR" altLang="en-US" sz="900" dirty="0">
                <a:latin typeface="+mn-ea"/>
              </a:rPr>
              <a:t>촬영장비</a:t>
            </a:r>
            <a:r>
              <a:rPr lang="en-US" altLang="ko-KR" sz="900" dirty="0">
                <a:latin typeface="+mn-ea"/>
              </a:rPr>
              <a:t>)</a:t>
            </a:r>
            <a:endParaRPr lang="ko-KR" altLang="en-US" sz="900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D10617B-0393-6550-4C7A-DBF038204A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750735"/>
              </p:ext>
            </p:extLst>
          </p:nvPr>
        </p:nvGraphicFramePr>
        <p:xfrm>
          <a:off x="168415" y="1281238"/>
          <a:ext cx="3782485" cy="20567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7768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708349">
                  <a:extLst>
                    <a:ext uri="{9D8B030D-6E8A-4147-A177-3AD203B41FA5}">
                      <a16:colId xmlns:a16="http://schemas.microsoft.com/office/drawing/2014/main" val="770223846"/>
                    </a:ext>
                  </a:extLst>
                </a:gridCol>
                <a:gridCol w="1588028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489170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7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하위보기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카테고리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교육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575167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212990"/>
                  </a:ext>
                </a:extLst>
              </a:tr>
              <a:tr h="3538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516103"/>
                  </a:ext>
                </a:extLst>
              </a:tr>
            </a:tbl>
          </a:graphicData>
        </a:graphic>
      </p:graphicFrame>
      <p:sp>
        <p:nvSpPr>
          <p:cNvPr id="9" name="화살표: 오른쪽 8">
            <a:extLst>
              <a:ext uri="{FF2B5EF4-FFF2-40B4-BE49-F238E27FC236}">
                <a16:creationId xmlns:a16="http://schemas.microsoft.com/office/drawing/2014/main" id="{5A5DCB58-5340-FADB-0ECE-981BAAD44C57}"/>
              </a:ext>
            </a:extLst>
          </p:cNvPr>
          <p:cNvSpPr/>
          <p:nvPr/>
        </p:nvSpPr>
        <p:spPr>
          <a:xfrm>
            <a:off x="4135569" y="1388853"/>
            <a:ext cx="350168" cy="370936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화살표: 오른쪽 10">
            <a:extLst>
              <a:ext uri="{FF2B5EF4-FFF2-40B4-BE49-F238E27FC236}">
                <a16:creationId xmlns:a16="http://schemas.microsoft.com/office/drawing/2014/main" id="{5767E549-CB03-2837-8D85-028B26C6A5DF}"/>
              </a:ext>
            </a:extLst>
          </p:cNvPr>
          <p:cNvSpPr/>
          <p:nvPr/>
        </p:nvSpPr>
        <p:spPr>
          <a:xfrm rot="5400000">
            <a:off x="6376060" y="3490412"/>
            <a:ext cx="350168" cy="370936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297DDE2A-D42B-9E43-607E-339B5AFD7E6F}"/>
              </a:ext>
            </a:extLst>
          </p:cNvPr>
          <p:cNvGrpSpPr/>
          <p:nvPr/>
        </p:nvGrpSpPr>
        <p:grpSpPr>
          <a:xfrm>
            <a:off x="6967759" y="934760"/>
            <a:ext cx="2613803" cy="260995"/>
            <a:chOff x="6236898" y="3393280"/>
            <a:chExt cx="2613803" cy="260995"/>
          </a:xfrm>
        </p:grpSpPr>
        <p:sp>
          <p:nvSpPr>
            <p:cNvPr id="16" name="Panel">
              <a:extLst>
                <a:ext uri="{FF2B5EF4-FFF2-40B4-BE49-F238E27FC236}">
                  <a16:creationId xmlns:a16="http://schemas.microsoft.com/office/drawing/2014/main" id="{91169068-4FA8-E773-5C0B-036A2B03C262}"/>
                </a:ext>
              </a:extLst>
            </p:cNvPr>
            <p:cNvSpPr/>
            <p:nvPr/>
          </p:nvSpPr>
          <p:spPr>
            <a:xfrm>
              <a:off x="6236898" y="3393280"/>
              <a:ext cx="1816179" cy="26099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b="0" dirty="0">
                  <a:solidFill>
                    <a:schemeClr val="bg1">
                      <a:lumMod val="75000"/>
                    </a:schemeClr>
                  </a:solidFill>
                </a:rPr>
                <a:t>카테고리명을 입력해주세요</a:t>
              </a:r>
              <a:r>
                <a:rPr lang="en-US" altLang="ko-KR" sz="900" b="0" dirty="0">
                  <a:solidFill>
                    <a:schemeClr val="bg1">
                      <a:lumMod val="75000"/>
                    </a:schemeClr>
                  </a:solidFill>
                </a:rPr>
                <a:t>.</a:t>
              </a:r>
              <a:endParaRPr lang="ko-KR" altLang="en-US" sz="900" b="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17" name="Panel">
              <a:extLst>
                <a:ext uri="{FF2B5EF4-FFF2-40B4-BE49-F238E27FC236}">
                  <a16:creationId xmlns:a16="http://schemas.microsoft.com/office/drawing/2014/main" id="{6861A3F2-D276-354E-349E-4412C8A8A7E7}"/>
                </a:ext>
              </a:extLst>
            </p:cNvPr>
            <p:cNvSpPr/>
            <p:nvPr/>
          </p:nvSpPr>
          <p:spPr>
            <a:xfrm>
              <a:off x="8123207" y="3393280"/>
              <a:ext cx="727494" cy="26099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b="0" dirty="0">
                  <a:solidFill>
                    <a:schemeClr val="bg1"/>
                  </a:solidFill>
                </a:rPr>
                <a:t>신규생성</a:t>
              </a: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637494E-91A4-4AC2-5BE8-746D118145AA}"/>
              </a:ext>
            </a:extLst>
          </p:cNvPr>
          <p:cNvGrpSpPr/>
          <p:nvPr/>
        </p:nvGrpSpPr>
        <p:grpSpPr>
          <a:xfrm>
            <a:off x="6914393" y="4834019"/>
            <a:ext cx="151811" cy="131556"/>
            <a:chOff x="8674617" y="6575604"/>
            <a:chExt cx="151811" cy="131556"/>
          </a:xfrm>
        </p:grpSpPr>
        <p:grpSp>
          <p:nvGrpSpPr>
            <p:cNvPr id="2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44382FFD-3C76-3A2E-6C35-79F6316FA526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25" name="Box">
                <a:extLst>
                  <a:ext uri="{FF2B5EF4-FFF2-40B4-BE49-F238E27FC236}">
                    <a16:creationId xmlns:a16="http://schemas.microsoft.com/office/drawing/2014/main" id="{D9A9A78D-A2E7-0198-C27A-2040664F6C73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" name="Check" hidden="1">
                <a:extLst>
                  <a:ext uri="{FF2B5EF4-FFF2-40B4-BE49-F238E27FC236}">
                    <a16:creationId xmlns:a16="http://schemas.microsoft.com/office/drawing/2014/main" id="{2EB4AFF7-9132-C0F8-8342-8D1EA93533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Accept">
              <a:extLst>
                <a:ext uri="{FF2B5EF4-FFF2-40B4-BE49-F238E27FC236}">
                  <a16:creationId xmlns:a16="http://schemas.microsoft.com/office/drawing/2014/main" id="{7C442F37-C12A-4CFB-B244-67F17A7DA7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B30CB569-03B0-93E9-52F6-4E27462E44A2}"/>
              </a:ext>
            </a:extLst>
          </p:cNvPr>
          <p:cNvGrpSpPr/>
          <p:nvPr/>
        </p:nvGrpSpPr>
        <p:grpSpPr>
          <a:xfrm>
            <a:off x="6914393" y="5183868"/>
            <a:ext cx="151811" cy="131556"/>
            <a:chOff x="8674617" y="6575604"/>
            <a:chExt cx="151811" cy="131556"/>
          </a:xfrm>
        </p:grpSpPr>
        <p:grpSp>
          <p:nvGrpSpPr>
            <p:cNvPr id="2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370F7E6A-5D12-8B54-F10A-D412A32D5B82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30" name="Box">
                <a:extLst>
                  <a:ext uri="{FF2B5EF4-FFF2-40B4-BE49-F238E27FC236}">
                    <a16:creationId xmlns:a16="http://schemas.microsoft.com/office/drawing/2014/main" id="{EBD398E6-A77D-1F84-BDEA-8BB712067CF0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Check" hidden="1">
                <a:extLst>
                  <a:ext uri="{FF2B5EF4-FFF2-40B4-BE49-F238E27FC236}">
                    <a16:creationId xmlns:a16="http://schemas.microsoft.com/office/drawing/2014/main" id="{75E3FC0C-3ED7-1631-5D4D-C3F0DD0276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" name="Accept">
              <a:extLst>
                <a:ext uri="{FF2B5EF4-FFF2-40B4-BE49-F238E27FC236}">
                  <a16:creationId xmlns:a16="http://schemas.microsoft.com/office/drawing/2014/main" id="{84D8D9D2-44AB-E8A8-7E6E-0F8B5D67D0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B3C960FF-0E17-D8C2-CC05-08FF7E17642A}"/>
              </a:ext>
            </a:extLst>
          </p:cNvPr>
          <p:cNvGrpSpPr/>
          <p:nvPr/>
        </p:nvGrpSpPr>
        <p:grpSpPr>
          <a:xfrm>
            <a:off x="3131976" y="1681731"/>
            <a:ext cx="151811" cy="131556"/>
            <a:chOff x="8674617" y="6575604"/>
            <a:chExt cx="151811" cy="131556"/>
          </a:xfrm>
        </p:grpSpPr>
        <p:grpSp>
          <p:nvGrpSpPr>
            <p:cNvPr id="6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9355A34A-B269-6B55-4B99-81EDBE049A9A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65" name="Box">
                <a:extLst>
                  <a:ext uri="{FF2B5EF4-FFF2-40B4-BE49-F238E27FC236}">
                    <a16:creationId xmlns:a16="http://schemas.microsoft.com/office/drawing/2014/main" id="{1DCB950E-A18E-3C04-8BCD-D1353A994E85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Check" hidden="1">
                <a:extLst>
                  <a:ext uri="{FF2B5EF4-FFF2-40B4-BE49-F238E27FC236}">
                    <a16:creationId xmlns:a16="http://schemas.microsoft.com/office/drawing/2014/main" id="{4E9D6FDB-6E17-A3DE-E176-027BCE6FCB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" name="Accept">
              <a:extLst>
                <a:ext uri="{FF2B5EF4-FFF2-40B4-BE49-F238E27FC236}">
                  <a16:creationId xmlns:a16="http://schemas.microsoft.com/office/drawing/2014/main" id="{B10B9D36-C221-9641-969B-AFDF7BABD1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72F8E4F5-CCCF-6A59-9923-01500D3C0D97}"/>
              </a:ext>
            </a:extLst>
          </p:cNvPr>
          <p:cNvGrpSpPr/>
          <p:nvPr/>
        </p:nvGrpSpPr>
        <p:grpSpPr>
          <a:xfrm>
            <a:off x="3131976" y="2034272"/>
            <a:ext cx="151811" cy="131556"/>
            <a:chOff x="8674617" y="6575604"/>
            <a:chExt cx="151811" cy="131556"/>
          </a:xfrm>
        </p:grpSpPr>
        <p:grpSp>
          <p:nvGrpSpPr>
            <p:cNvPr id="7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0808B6F4-0787-F03E-63CE-784C48718423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75" name="Box">
                <a:extLst>
                  <a:ext uri="{FF2B5EF4-FFF2-40B4-BE49-F238E27FC236}">
                    <a16:creationId xmlns:a16="http://schemas.microsoft.com/office/drawing/2014/main" id="{8E56FC6F-70C3-41AD-BD7A-C392ABDED825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" name="Check" hidden="1">
                <a:extLst>
                  <a:ext uri="{FF2B5EF4-FFF2-40B4-BE49-F238E27FC236}">
                    <a16:creationId xmlns:a16="http://schemas.microsoft.com/office/drawing/2014/main" id="{6299145C-95DF-8AC2-3D79-E97FC491C9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" name="Accept">
              <a:extLst>
                <a:ext uri="{FF2B5EF4-FFF2-40B4-BE49-F238E27FC236}">
                  <a16:creationId xmlns:a16="http://schemas.microsoft.com/office/drawing/2014/main" id="{BAF611B0-603E-1A5B-6AC7-0E4B8FCF30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8" name="Button">
            <a:extLst>
              <a:ext uri="{FF2B5EF4-FFF2-40B4-BE49-F238E27FC236}">
                <a16:creationId xmlns:a16="http://schemas.microsoft.com/office/drawing/2014/main" id="{66D3BC89-0DFE-D9B8-77AE-0045C1ADDA00}"/>
              </a:ext>
            </a:extLst>
          </p:cNvPr>
          <p:cNvSpPr>
            <a:spLocks/>
          </p:cNvSpPr>
          <p:nvPr/>
        </p:nvSpPr>
        <p:spPr bwMode="auto">
          <a:xfrm>
            <a:off x="7270868" y="478887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" name="Button">
            <a:extLst>
              <a:ext uri="{FF2B5EF4-FFF2-40B4-BE49-F238E27FC236}">
                <a16:creationId xmlns:a16="http://schemas.microsoft.com/office/drawing/2014/main" id="{7FC8F53D-0775-1313-DA6A-13C02B626B04}"/>
              </a:ext>
            </a:extLst>
          </p:cNvPr>
          <p:cNvSpPr>
            <a:spLocks/>
          </p:cNvSpPr>
          <p:nvPr/>
        </p:nvSpPr>
        <p:spPr bwMode="auto">
          <a:xfrm>
            <a:off x="7270868" y="5135919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5" name="Button">
            <a:extLst>
              <a:ext uri="{FF2B5EF4-FFF2-40B4-BE49-F238E27FC236}">
                <a16:creationId xmlns:a16="http://schemas.microsoft.com/office/drawing/2014/main" id="{A37AD7F2-3F3E-A7EC-DA3E-DEE5F9755540}"/>
              </a:ext>
            </a:extLst>
          </p:cNvPr>
          <p:cNvSpPr>
            <a:spLocks/>
          </p:cNvSpPr>
          <p:nvPr/>
        </p:nvSpPr>
        <p:spPr bwMode="auto">
          <a:xfrm>
            <a:off x="3490368" y="1628810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7" name="Button">
            <a:extLst>
              <a:ext uri="{FF2B5EF4-FFF2-40B4-BE49-F238E27FC236}">
                <a16:creationId xmlns:a16="http://schemas.microsoft.com/office/drawing/2014/main" id="{243A4D38-9197-8D91-3E4A-994EED92E0F1}"/>
              </a:ext>
            </a:extLst>
          </p:cNvPr>
          <p:cNvSpPr>
            <a:spLocks/>
          </p:cNvSpPr>
          <p:nvPr/>
        </p:nvSpPr>
        <p:spPr bwMode="auto">
          <a:xfrm>
            <a:off x="3490368" y="1978659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Button">
            <a:extLst>
              <a:ext uri="{FF2B5EF4-FFF2-40B4-BE49-F238E27FC236}">
                <a16:creationId xmlns:a16="http://schemas.microsoft.com/office/drawing/2014/main" id="{0DC1F7DC-C86D-03A7-A169-FCBCAC4D4D0C}"/>
              </a:ext>
            </a:extLst>
          </p:cNvPr>
          <p:cNvSpPr>
            <a:spLocks/>
          </p:cNvSpPr>
          <p:nvPr/>
        </p:nvSpPr>
        <p:spPr bwMode="auto">
          <a:xfrm>
            <a:off x="724870" y="1636836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1" name="Button">
            <a:extLst>
              <a:ext uri="{FF2B5EF4-FFF2-40B4-BE49-F238E27FC236}">
                <a16:creationId xmlns:a16="http://schemas.microsoft.com/office/drawing/2014/main" id="{4AC0BFE3-4F25-1417-C536-B85138663DAE}"/>
              </a:ext>
            </a:extLst>
          </p:cNvPr>
          <p:cNvSpPr>
            <a:spLocks/>
          </p:cNvSpPr>
          <p:nvPr/>
        </p:nvSpPr>
        <p:spPr bwMode="auto">
          <a:xfrm>
            <a:off x="724870" y="1986685"/>
            <a:ext cx="586400" cy="225862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7" name="Panel">
            <a:extLst>
              <a:ext uri="{FF2B5EF4-FFF2-40B4-BE49-F238E27FC236}">
                <a16:creationId xmlns:a16="http://schemas.microsoft.com/office/drawing/2014/main" id="{721A2991-353B-9D7A-3B98-437DBA9521BF}"/>
              </a:ext>
            </a:extLst>
          </p:cNvPr>
          <p:cNvSpPr/>
          <p:nvPr/>
        </p:nvSpPr>
        <p:spPr>
          <a:xfrm>
            <a:off x="1445138" y="1611082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교육</a:t>
            </a:r>
          </a:p>
        </p:txBody>
      </p:sp>
      <p:sp>
        <p:nvSpPr>
          <p:cNvPr id="108" name="Panel">
            <a:extLst>
              <a:ext uri="{FF2B5EF4-FFF2-40B4-BE49-F238E27FC236}">
                <a16:creationId xmlns:a16="http://schemas.microsoft.com/office/drawing/2014/main" id="{A890FD46-4D97-276D-8386-67A2D00D67BF}"/>
              </a:ext>
            </a:extLst>
          </p:cNvPr>
          <p:cNvSpPr/>
          <p:nvPr/>
        </p:nvSpPr>
        <p:spPr>
          <a:xfrm>
            <a:off x="1445138" y="1968756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장비</a:t>
            </a:r>
          </a:p>
        </p:txBody>
      </p:sp>
      <p:sp>
        <p:nvSpPr>
          <p:cNvPr id="117" name="Panel">
            <a:extLst>
              <a:ext uri="{FF2B5EF4-FFF2-40B4-BE49-F238E27FC236}">
                <a16:creationId xmlns:a16="http://schemas.microsoft.com/office/drawing/2014/main" id="{FBCDA2ED-D2D5-722F-3AAE-77A827BD89AC}"/>
              </a:ext>
            </a:extLst>
          </p:cNvPr>
          <p:cNvSpPr/>
          <p:nvPr/>
        </p:nvSpPr>
        <p:spPr>
          <a:xfrm>
            <a:off x="5230319" y="4758718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사용자장비</a:t>
            </a:r>
          </a:p>
        </p:txBody>
      </p:sp>
      <p:sp>
        <p:nvSpPr>
          <p:cNvPr id="118" name="Panel">
            <a:extLst>
              <a:ext uri="{FF2B5EF4-FFF2-40B4-BE49-F238E27FC236}">
                <a16:creationId xmlns:a16="http://schemas.microsoft.com/office/drawing/2014/main" id="{7F51A429-04A4-87E9-804B-ED1C99615CC8}"/>
              </a:ext>
            </a:extLst>
          </p:cNvPr>
          <p:cNvSpPr/>
          <p:nvPr/>
        </p:nvSpPr>
        <p:spPr>
          <a:xfrm>
            <a:off x="5230319" y="5116392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관리자장비</a:t>
            </a:r>
          </a:p>
        </p:txBody>
      </p:sp>
      <p:sp>
        <p:nvSpPr>
          <p:cNvPr id="58" name="Check" hidden="1">
            <a:extLst>
              <a:ext uri="{FF2B5EF4-FFF2-40B4-BE49-F238E27FC236}">
                <a16:creationId xmlns:a16="http://schemas.microsoft.com/office/drawing/2014/main" id="{3DB4A4E0-8211-4FD2-E10D-605DB0B7B3DD}"/>
              </a:ext>
            </a:extLst>
          </p:cNvPr>
          <p:cNvSpPr>
            <a:spLocks noEditPoints="1"/>
          </p:cNvSpPr>
          <p:nvPr/>
        </p:nvSpPr>
        <p:spPr bwMode="auto">
          <a:xfrm>
            <a:off x="8125455" y="2407038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C5D65C84-C74C-B933-9274-1C1A9BD93DC7}"/>
              </a:ext>
            </a:extLst>
          </p:cNvPr>
          <p:cNvGrpSpPr/>
          <p:nvPr/>
        </p:nvGrpSpPr>
        <p:grpSpPr>
          <a:xfrm>
            <a:off x="6914393" y="5534672"/>
            <a:ext cx="151811" cy="131556"/>
            <a:chOff x="8078955" y="2386038"/>
            <a:chExt cx="151811" cy="131556"/>
          </a:xfrm>
        </p:grpSpPr>
        <p:sp>
          <p:nvSpPr>
            <p:cNvPr id="57" name="Box">
              <a:extLst>
                <a:ext uri="{FF2B5EF4-FFF2-40B4-BE49-F238E27FC236}">
                  <a16:creationId xmlns:a16="http://schemas.microsoft.com/office/drawing/2014/main" id="{FF424CBE-B6C3-CF6D-8CDE-7B652BCC7289}"/>
                </a:ext>
              </a:extLst>
            </p:cNvPr>
            <p:cNvSpPr/>
            <p:nvPr/>
          </p:nvSpPr>
          <p:spPr>
            <a:xfrm>
              <a:off x="8078955" y="238603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Accept">
              <a:extLst>
                <a:ext uri="{FF2B5EF4-FFF2-40B4-BE49-F238E27FC236}">
                  <a16:creationId xmlns:a16="http://schemas.microsoft.com/office/drawing/2014/main" id="{F2C3B2BD-67FC-7E7B-443E-4BCA3EE3C8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03766" y="2386038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9" name="Button">
            <a:extLst>
              <a:ext uri="{FF2B5EF4-FFF2-40B4-BE49-F238E27FC236}">
                <a16:creationId xmlns:a16="http://schemas.microsoft.com/office/drawing/2014/main" id="{BF4672C2-FB84-7ED7-F7CD-810E793D87FA}"/>
              </a:ext>
            </a:extLst>
          </p:cNvPr>
          <p:cNvSpPr>
            <a:spLocks/>
          </p:cNvSpPr>
          <p:nvPr/>
        </p:nvSpPr>
        <p:spPr bwMode="auto">
          <a:xfrm>
            <a:off x="7270868" y="5486723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1" name="Panel">
            <a:extLst>
              <a:ext uri="{FF2B5EF4-FFF2-40B4-BE49-F238E27FC236}">
                <a16:creationId xmlns:a16="http://schemas.microsoft.com/office/drawing/2014/main" id="{8D24AAAF-09BC-748C-9D3C-2D411FAAC4D6}"/>
              </a:ext>
            </a:extLst>
          </p:cNvPr>
          <p:cNvSpPr/>
          <p:nvPr/>
        </p:nvSpPr>
        <p:spPr>
          <a:xfrm>
            <a:off x="5230319" y="5467196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센터장비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878717AC-0456-4603-9A19-83C924D51D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72708" y="1609934"/>
            <a:ext cx="657317" cy="238158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754C9D25-4FAA-4394-1167-11BB1B8504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72708" y="1962847"/>
            <a:ext cx="657317" cy="238158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989FCD86-BDDE-3779-35FE-7E9A28AE2C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72708" y="2313730"/>
            <a:ext cx="657317" cy="238158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0D2B6744-FCEE-435A-3F96-10E393BE79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72708" y="2678150"/>
            <a:ext cx="657317" cy="238158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FECCDED9-D8E0-3C98-B927-1E99483EAD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72708" y="3032198"/>
            <a:ext cx="657317" cy="238158"/>
          </a:xfrm>
          <a:prstGeom prst="rect">
            <a:avLst/>
          </a:prstGeom>
        </p:spPr>
      </p:pic>
      <p:grpSp>
        <p:nvGrpSpPr>
          <p:cNvPr id="3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4D5DD93F-AEAE-8C96-F729-CD1A5AA6EF13}"/>
              </a:ext>
            </a:extLst>
          </p:cNvPr>
          <p:cNvGrpSpPr/>
          <p:nvPr/>
        </p:nvGrpSpPr>
        <p:grpSpPr>
          <a:xfrm>
            <a:off x="8311866" y="1656648"/>
            <a:ext cx="134678" cy="131556"/>
            <a:chOff x="529752" y="2632644"/>
            <a:chExt cx="134678" cy="131556"/>
          </a:xfrm>
        </p:grpSpPr>
        <p:sp>
          <p:nvSpPr>
            <p:cNvPr id="35" name="Box">
              <a:extLst>
                <a:ext uri="{FF2B5EF4-FFF2-40B4-BE49-F238E27FC236}">
                  <a16:creationId xmlns:a16="http://schemas.microsoft.com/office/drawing/2014/main" id="{7708CF64-FA9D-4091-8A04-068F3BA1FED5}"/>
                </a:ext>
              </a:extLst>
            </p:cNvPr>
            <p:cNvSpPr/>
            <p:nvPr/>
          </p:nvSpPr>
          <p:spPr>
            <a:xfrm>
              <a:off x="529752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Check" hidden="1">
              <a:extLst>
                <a:ext uri="{FF2B5EF4-FFF2-40B4-BE49-F238E27FC236}">
                  <a16:creationId xmlns:a16="http://schemas.microsoft.com/office/drawing/2014/main" id="{7CC6B9FF-C84E-F0FF-5F36-411D9CD342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" name="Accept">
            <a:extLst>
              <a:ext uri="{FF2B5EF4-FFF2-40B4-BE49-F238E27FC236}">
                <a16:creationId xmlns:a16="http://schemas.microsoft.com/office/drawing/2014/main" id="{005E04BE-DE98-F8D8-06E0-D6A3FE478154}"/>
              </a:ext>
            </a:extLst>
          </p:cNvPr>
          <p:cNvSpPr>
            <a:spLocks noChangeAspect="1"/>
          </p:cNvSpPr>
          <p:nvPr/>
        </p:nvSpPr>
        <p:spPr bwMode="auto">
          <a:xfrm>
            <a:off x="8336677" y="1656648"/>
            <a:ext cx="127000" cy="11271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513F36E9-89A4-5B3F-A5D4-6AB9883F999D}"/>
              </a:ext>
            </a:extLst>
          </p:cNvPr>
          <p:cNvGrpSpPr/>
          <p:nvPr/>
        </p:nvGrpSpPr>
        <p:grpSpPr>
          <a:xfrm>
            <a:off x="8311866" y="2011115"/>
            <a:ext cx="134678" cy="131556"/>
            <a:chOff x="529752" y="2632644"/>
            <a:chExt cx="134678" cy="131556"/>
          </a:xfrm>
        </p:grpSpPr>
        <p:sp>
          <p:nvSpPr>
            <p:cNvPr id="40" name="Box">
              <a:extLst>
                <a:ext uri="{FF2B5EF4-FFF2-40B4-BE49-F238E27FC236}">
                  <a16:creationId xmlns:a16="http://schemas.microsoft.com/office/drawing/2014/main" id="{F1BF3E21-7D88-4EAE-4B43-D3CB378EE759}"/>
                </a:ext>
              </a:extLst>
            </p:cNvPr>
            <p:cNvSpPr/>
            <p:nvPr/>
          </p:nvSpPr>
          <p:spPr>
            <a:xfrm>
              <a:off x="529752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Check" hidden="1">
              <a:extLst>
                <a:ext uri="{FF2B5EF4-FFF2-40B4-BE49-F238E27FC236}">
                  <a16:creationId xmlns:a16="http://schemas.microsoft.com/office/drawing/2014/main" id="{BCC55981-13DC-A94A-04E2-05D9B5719C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9" name="Accept">
            <a:extLst>
              <a:ext uri="{FF2B5EF4-FFF2-40B4-BE49-F238E27FC236}">
                <a16:creationId xmlns:a16="http://schemas.microsoft.com/office/drawing/2014/main" id="{229CB50F-0EBD-542D-DA1E-E53DE333FF63}"/>
              </a:ext>
            </a:extLst>
          </p:cNvPr>
          <p:cNvSpPr>
            <a:spLocks noChangeAspect="1"/>
          </p:cNvSpPr>
          <p:nvPr/>
        </p:nvSpPr>
        <p:spPr bwMode="auto">
          <a:xfrm>
            <a:off x="8336677" y="2011115"/>
            <a:ext cx="127000" cy="11271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FCCEC30E-C6B9-EAA8-C552-F699A9E5EC7E}"/>
              </a:ext>
            </a:extLst>
          </p:cNvPr>
          <p:cNvGrpSpPr/>
          <p:nvPr/>
        </p:nvGrpSpPr>
        <p:grpSpPr>
          <a:xfrm>
            <a:off x="8311866" y="2367617"/>
            <a:ext cx="134678" cy="131556"/>
            <a:chOff x="529752" y="2632644"/>
            <a:chExt cx="134678" cy="131556"/>
          </a:xfrm>
        </p:grpSpPr>
        <p:sp>
          <p:nvSpPr>
            <p:cNvPr id="45" name="Box">
              <a:extLst>
                <a:ext uri="{FF2B5EF4-FFF2-40B4-BE49-F238E27FC236}">
                  <a16:creationId xmlns:a16="http://schemas.microsoft.com/office/drawing/2014/main" id="{50D35917-AB6C-09F4-3314-6EA4B9938ABB}"/>
                </a:ext>
              </a:extLst>
            </p:cNvPr>
            <p:cNvSpPr/>
            <p:nvPr/>
          </p:nvSpPr>
          <p:spPr>
            <a:xfrm>
              <a:off x="529752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" name="Check" hidden="1">
              <a:extLst>
                <a:ext uri="{FF2B5EF4-FFF2-40B4-BE49-F238E27FC236}">
                  <a16:creationId xmlns:a16="http://schemas.microsoft.com/office/drawing/2014/main" id="{546FAEE1-8115-B1D7-799F-453C810F38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4" name="Accept">
            <a:extLst>
              <a:ext uri="{FF2B5EF4-FFF2-40B4-BE49-F238E27FC236}">
                <a16:creationId xmlns:a16="http://schemas.microsoft.com/office/drawing/2014/main" id="{3F586E5A-0D95-BC29-9EF1-A9D9AE587154}"/>
              </a:ext>
            </a:extLst>
          </p:cNvPr>
          <p:cNvSpPr>
            <a:spLocks noChangeAspect="1"/>
          </p:cNvSpPr>
          <p:nvPr/>
        </p:nvSpPr>
        <p:spPr bwMode="auto">
          <a:xfrm>
            <a:off x="8336677" y="2367617"/>
            <a:ext cx="127000" cy="11271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C526E777-640A-1DCD-7599-E63E00D9A65A}"/>
              </a:ext>
            </a:extLst>
          </p:cNvPr>
          <p:cNvGrpSpPr/>
          <p:nvPr/>
        </p:nvGrpSpPr>
        <p:grpSpPr>
          <a:xfrm>
            <a:off x="8311866" y="2713801"/>
            <a:ext cx="134678" cy="131556"/>
            <a:chOff x="529752" y="2632644"/>
            <a:chExt cx="134678" cy="131556"/>
          </a:xfrm>
        </p:grpSpPr>
        <p:sp>
          <p:nvSpPr>
            <p:cNvPr id="50" name="Box">
              <a:extLst>
                <a:ext uri="{FF2B5EF4-FFF2-40B4-BE49-F238E27FC236}">
                  <a16:creationId xmlns:a16="http://schemas.microsoft.com/office/drawing/2014/main" id="{819034E8-E5D8-8EB0-FEBE-73F62A7C1056}"/>
                </a:ext>
              </a:extLst>
            </p:cNvPr>
            <p:cNvSpPr/>
            <p:nvPr/>
          </p:nvSpPr>
          <p:spPr>
            <a:xfrm>
              <a:off x="529752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Check" hidden="1">
              <a:extLst>
                <a:ext uri="{FF2B5EF4-FFF2-40B4-BE49-F238E27FC236}">
                  <a16:creationId xmlns:a16="http://schemas.microsoft.com/office/drawing/2014/main" id="{C1A2D77F-8CA0-7A07-3897-18DA5449E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" name="Accept">
            <a:extLst>
              <a:ext uri="{FF2B5EF4-FFF2-40B4-BE49-F238E27FC236}">
                <a16:creationId xmlns:a16="http://schemas.microsoft.com/office/drawing/2014/main" id="{455C562E-AEBD-A5C1-79F4-AFD750CFF5D2}"/>
              </a:ext>
            </a:extLst>
          </p:cNvPr>
          <p:cNvSpPr>
            <a:spLocks noChangeAspect="1"/>
          </p:cNvSpPr>
          <p:nvPr/>
        </p:nvSpPr>
        <p:spPr bwMode="auto">
          <a:xfrm>
            <a:off x="8336677" y="2713801"/>
            <a:ext cx="127000" cy="11271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Box">
            <a:extLst>
              <a:ext uri="{FF2B5EF4-FFF2-40B4-BE49-F238E27FC236}">
                <a16:creationId xmlns:a16="http://schemas.microsoft.com/office/drawing/2014/main" id="{468ED7F2-BBBC-6C09-6F37-E111BAE84816}"/>
              </a:ext>
            </a:extLst>
          </p:cNvPr>
          <p:cNvSpPr/>
          <p:nvPr/>
        </p:nvSpPr>
        <p:spPr>
          <a:xfrm>
            <a:off x="8311866" y="3081418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" name="Check" hidden="1">
            <a:extLst>
              <a:ext uri="{FF2B5EF4-FFF2-40B4-BE49-F238E27FC236}">
                <a16:creationId xmlns:a16="http://schemas.microsoft.com/office/drawing/2014/main" id="{311928E3-01BE-EFA3-2E8D-95649EF9C74D}"/>
              </a:ext>
            </a:extLst>
          </p:cNvPr>
          <p:cNvSpPr>
            <a:spLocks noEditPoints="1"/>
          </p:cNvSpPr>
          <p:nvPr/>
        </p:nvSpPr>
        <p:spPr bwMode="auto">
          <a:xfrm>
            <a:off x="8358366" y="3102418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ccept">
            <a:extLst>
              <a:ext uri="{FF2B5EF4-FFF2-40B4-BE49-F238E27FC236}">
                <a16:creationId xmlns:a16="http://schemas.microsoft.com/office/drawing/2014/main" id="{68690A2F-5057-8BD9-A6C1-FDDB7D1FBD85}"/>
              </a:ext>
            </a:extLst>
          </p:cNvPr>
          <p:cNvSpPr>
            <a:spLocks noChangeAspect="1"/>
          </p:cNvSpPr>
          <p:nvPr/>
        </p:nvSpPr>
        <p:spPr bwMode="auto">
          <a:xfrm>
            <a:off x="8336677" y="3081418"/>
            <a:ext cx="127000" cy="11271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7" name="Button">
            <a:extLst>
              <a:ext uri="{FF2B5EF4-FFF2-40B4-BE49-F238E27FC236}">
                <a16:creationId xmlns:a16="http://schemas.microsoft.com/office/drawing/2014/main" id="{6CD22266-187C-180E-C45B-085C56F3EBF7}"/>
              </a:ext>
            </a:extLst>
          </p:cNvPr>
          <p:cNvSpPr>
            <a:spLocks/>
          </p:cNvSpPr>
          <p:nvPr/>
        </p:nvSpPr>
        <p:spPr bwMode="auto">
          <a:xfrm>
            <a:off x="8668341" y="1609934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0" name="Button">
            <a:extLst>
              <a:ext uri="{FF2B5EF4-FFF2-40B4-BE49-F238E27FC236}">
                <a16:creationId xmlns:a16="http://schemas.microsoft.com/office/drawing/2014/main" id="{5FE8AF44-46C1-8F8A-8C9F-067B807023E1}"/>
              </a:ext>
            </a:extLst>
          </p:cNvPr>
          <p:cNvSpPr>
            <a:spLocks/>
          </p:cNvSpPr>
          <p:nvPr/>
        </p:nvSpPr>
        <p:spPr bwMode="auto">
          <a:xfrm>
            <a:off x="8668341" y="2675319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C362D485-465C-1E49-518D-72BCF0D1721E}"/>
              </a:ext>
            </a:extLst>
          </p:cNvPr>
          <p:cNvSpPr>
            <a:spLocks/>
          </p:cNvSpPr>
          <p:nvPr/>
        </p:nvSpPr>
        <p:spPr bwMode="auto">
          <a:xfrm>
            <a:off x="8668341" y="1969443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85632A9D-1483-0119-BF4C-41E9A114F582}"/>
              </a:ext>
            </a:extLst>
          </p:cNvPr>
          <p:cNvSpPr>
            <a:spLocks/>
          </p:cNvSpPr>
          <p:nvPr/>
        </p:nvSpPr>
        <p:spPr bwMode="auto">
          <a:xfrm>
            <a:off x="8668341" y="2311258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Button">
            <a:extLst>
              <a:ext uri="{FF2B5EF4-FFF2-40B4-BE49-F238E27FC236}">
                <a16:creationId xmlns:a16="http://schemas.microsoft.com/office/drawing/2014/main" id="{6E7FE07B-4506-C518-5E24-E67258D42FD0}"/>
              </a:ext>
            </a:extLst>
          </p:cNvPr>
          <p:cNvSpPr>
            <a:spLocks/>
          </p:cNvSpPr>
          <p:nvPr/>
        </p:nvSpPr>
        <p:spPr bwMode="auto">
          <a:xfrm>
            <a:off x="8668341" y="3025760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2" name="Panel">
            <a:extLst>
              <a:ext uri="{FF2B5EF4-FFF2-40B4-BE49-F238E27FC236}">
                <a16:creationId xmlns:a16="http://schemas.microsoft.com/office/drawing/2014/main" id="{9296233C-C83F-4EA5-9102-A394363868BC}"/>
              </a:ext>
            </a:extLst>
          </p:cNvPr>
          <p:cNvSpPr/>
          <p:nvPr/>
        </p:nvSpPr>
        <p:spPr>
          <a:xfrm>
            <a:off x="6627792" y="1589741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촬영장비</a:t>
            </a:r>
          </a:p>
        </p:txBody>
      </p:sp>
      <p:sp>
        <p:nvSpPr>
          <p:cNvPr id="113" name="Panel">
            <a:extLst>
              <a:ext uri="{FF2B5EF4-FFF2-40B4-BE49-F238E27FC236}">
                <a16:creationId xmlns:a16="http://schemas.microsoft.com/office/drawing/2014/main" id="{0B58E8FD-43E6-ACA0-AD20-9E95780E9989}"/>
              </a:ext>
            </a:extLst>
          </p:cNvPr>
          <p:cNvSpPr/>
          <p:nvPr/>
        </p:nvSpPr>
        <p:spPr>
          <a:xfrm>
            <a:off x="6627792" y="1947415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음향장비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14" name="Panel">
            <a:extLst>
              <a:ext uri="{FF2B5EF4-FFF2-40B4-BE49-F238E27FC236}">
                <a16:creationId xmlns:a16="http://schemas.microsoft.com/office/drawing/2014/main" id="{EB2E5D37-2245-B09A-43ED-C4A7975FC162}"/>
              </a:ext>
            </a:extLst>
          </p:cNvPr>
          <p:cNvSpPr/>
          <p:nvPr/>
        </p:nvSpPr>
        <p:spPr>
          <a:xfrm>
            <a:off x="6627792" y="2298621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schemeClr val="tx1"/>
                </a:solidFill>
              </a:rPr>
              <a:t>조명장비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15" name="Panel">
            <a:extLst>
              <a:ext uri="{FF2B5EF4-FFF2-40B4-BE49-F238E27FC236}">
                <a16:creationId xmlns:a16="http://schemas.microsoft.com/office/drawing/2014/main" id="{7998F154-D98F-2E84-2513-B4794DBD0CCB}"/>
              </a:ext>
            </a:extLst>
          </p:cNvPr>
          <p:cNvSpPr/>
          <p:nvPr/>
        </p:nvSpPr>
        <p:spPr>
          <a:xfrm>
            <a:off x="6627792" y="2649546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특수장비</a:t>
            </a:r>
          </a:p>
        </p:txBody>
      </p:sp>
      <p:sp>
        <p:nvSpPr>
          <p:cNvPr id="116" name="Panel">
            <a:extLst>
              <a:ext uri="{FF2B5EF4-FFF2-40B4-BE49-F238E27FC236}">
                <a16:creationId xmlns:a16="http://schemas.microsoft.com/office/drawing/2014/main" id="{C3E2E0B5-7143-E5BD-84A4-F8AF55E3371C}"/>
              </a:ext>
            </a:extLst>
          </p:cNvPr>
          <p:cNvSpPr/>
          <p:nvPr/>
        </p:nvSpPr>
        <p:spPr>
          <a:xfrm>
            <a:off x="6627792" y="3009361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기타장비</a:t>
            </a:r>
          </a:p>
        </p:txBody>
      </p:sp>
      <p:sp>
        <p:nvSpPr>
          <p:cNvPr id="121" name="Button">
            <a:extLst>
              <a:ext uri="{FF2B5EF4-FFF2-40B4-BE49-F238E27FC236}">
                <a16:creationId xmlns:a16="http://schemas.microsoft.com/office/drawing/2014/main" id="{669C0685-1146-8B79-B8EC-A8E9C5154A60}"/>
              </a:ext>
            </a:extLst>
          </p:cNvPr>
          <p:cNvSpPr>
            <a:spLocks/>
          </p:cNvSpPr>
          <p:nvPr/>
        </p:nvSpPr>
        <p:spPr bwMode="auto">
          <a:xfrm>
            <a:off x="9123870" y="1608667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2" name="Button">
            <a:extLst>
              <a:ext uri="{FF2B5EF4-FFF2-40B4-BE49-F238E27FC236}">
                <a16:creationId xmlns:a16="http://schemas.microsoft.com/office/drawing/2014/main" id="{BDD66E62-F5C2-44AE-DE33-D9A0FEA5852A}"/>
              </a:ext>
            </a:extLst>
          </p:cNvPr>
          <p:cNvSpPr>
            <a:spLocks/>
          </p:cNvSpPr>
          <p:nvPr/>
        </p:nvSpPr>
        <p:spPr bwMode="auto">
          <a:xfrm>
            <a:off x="9123869" y="1968176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3" name="Button">
            <a:extLst>
              <a:ext uri="{FF2B5EF4-FFF2-40B4-BE49-F238E27FC236}">
                <a16:creationId xmlns:a16="http://schemas.microsoft.com/office/drawing/2014/main" id="{E8AC1A64-D6E7-A458-6E97-7047073E8C9A}"/>
              </a:ext>
            </a:extLst>
          </p:cNvPr>
          <p:cNvSpPr>
            <a:spLocks/>
          </p:cNvSpPr>
          <p:nvPr/>
        </p:nvSpPr>
        <p:spPr bwMode="auto">
          <a:xfrm>
            <a:off x="9123868" y="2307367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Button">
            <a:extLst>
              <a:ext uri="{FF2B5EF4-FFF2-40B4-BE49-F238E27FC236}">
                <a16:creationId xmlns:a16="http://schemas.microsoft.com/office/drawing/2014/main" id="{2141AE08-FC5F-253C-E1C4-0D3DA571EF6A}"/>
              </a:ext>
            </a:extLst>
          </p:cNvPr>
          <p:cNvSpPr>
            <a:spLocks/>
          </p:cNvSpPr>
          <p:nvPr/>
        </p:nvSpPr>
        <p:spPr bwMode="auto">
          <a:xfrm>
            <a:off x="9123867" y="267405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5" name="Button">
            <a:extLst>
              <a:ext uri="{FF2B5EF4-FFF2-40B4-BE49-F238E27FC236}">
                <a16:creationId xmlns:a16="http://schemas.microsoft.com/office/drawing/2014/main" id="{21A2E386-6C0B-C442-0344-2EB6545D62D5}"/>
              </a:ext>
            </a:extLst>
          </p:cNvPr>
          <p:cNvSpPr>
            <a:spLocks/>
          </p:cNvSpPr>
          <p:nvPr/>
        </p:nvSpPr>
        <p:spPr bwMode="auto">
          <a:xfrm>
            <a:off x="9123867" y="3025760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91927B5D-C260-EC90-4434-6B615A517587}"/>
              </a:ext>
            </a:extLst>
          </p:cNvPr>
          <p:cNvSpPr txBox="1"/>
          <p:nvPr/>
        </p:nvSpPr>
        <p:spPr>
          <a:xfrm>
            <a:off x="1174191" y="30163"/>
            <a:ext cx="298374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/>
              <a:t>카테고리 관리</a:t>
            </a:r>
            <a:endParaRPr lang="en-US" altLang="ko-KR" sz="900" dirty="0"/>
          </a:p>
        </p:txBody>
      </p:sp>
      <p:sp>
        <p:nvSpPr>
          <p:cNvPr id="133" name="Button">
            <a:extLst>
              <a:ext uri="{FF2B5EF4-FFF2-40B4-BE49-F238E27FC236}">
                <a16:creationId xmlns:a16="http://schemas.microsoft.com/office/drawing/2014/main" id="{148388BA-531A-339F-C870-A5EA64F0FF40}"/>
              </a:ext>
            </a:extLst>
          </p:cNvPr>
          <p:cNvSpPr>
            <a:spLocks/>
          </p:cNvSpPr>
          <p:nvPr/>
        </p:nvSpPr>
        <p:spPr bwMode="auto">
          <a:xfrm>
            <a:off x="7726397" y="4788023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4" name="Button">
            <a:extLst>
              <a:ext uri="{FF2B5EF4-FFF2-40B4-BE49-F238E27FC236}">
                <a16:creationId xmlns:a16="http://schemas.microsoft.com/office/drawing/2014/main" id="{7025A05D-29FD-DF0B-C47F-63862E11FD0F}"/>
              </a:ext>
            </a:extLst>
          </p:cNvPr>
          <p:cNvSpPr>
            <a:spLocks/>
          </p:cNvSpPr>
          <p:nvPr/>
        </p:nvSpPr>
        <p:spPr bwMode="auto">
          <a:xfrm>
            <a:off x="7726396" y="514753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5" name="Button">
            <a:extLst>
              <a:ext uri="{FF2B5EF4-FFF2-40B4-BE49-F238E27FC236}">
                <a16:creationId xmlns:a16="http://schemas.microsoft.com/office/drawing/2014/main" id="{ACCC5E25-9A29-2B07-C9D7-7E30773AE9EE}"/>
              </a:ext>
            </a:extLst>
          </p:cNvPr>
          <p:cNvSpPr>
            <a:spLocks/>
          </p:cNvSpPr>
          <p:nvPr/>
        </p:nvSpPr>
        <p:spPr bwMode="auto">
          <a:xfrm>
            <a:off x="7726395" y="5486723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4783BFF9-81F7-3952-3F78-DEC5F7F25305}"/>
              </a:ext>
            </a:extLst>
          </p:cNvPr>
          <p:cNvGrpSpPr/>
          <p:nvPr/>
        </p:nvGrpSpPr>
        <p:grpSpPr>
          <a:xfrm>
            <a:off x="5566951" y="4100640"/>
            <a:ext cx="2613803" cy="260995"/>
            <a:chOff x="6236898" y="3393280"/>
            <a:chExt cx="2613803" cy="260995"/>
          </a:xfrm>
        </p:grpSpPr>
        <p:sp>
          <p:nvSpPr>
            <p:cNvPr id="141" name="Panel">
              <a:extLst>
                <a:ext uri="{FF2B5EF4-FFF2-40B4-BE49-F238E27FC236}">
                  <a16:creationId xmlns:a16="http://schemas.microsoft.com/office/drawing/2014/main" id="{40D604E8-0CD2-8AE1-8D1C-701D733C539F}"/>
                </a:ext>
              </a:extLst>
            </p:cNvPr>
            <p:cNvSpPr/>
            <p:nvPr/>
          </p:nvSpPr>
          <p:spPr>
            <a:xfrm>
              <a:off x="6236898" y="3393280"/>
              <a:ext cx="1816179" cy="26099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b="0" dirty="0">
                  <a:solidFill>
                    <a:schemeClr val="bg1">
                      <a:lumMod val="75000"/>
                    </a:schemeClr>
                  </a:solidFill>
                </a:rPr>
                <a:t>카테고리명을 입력해주세요</a:t>
              </a:r>
              <a:r>
                <a:rPr lang="en-US" altLang="ko-KR" sz="900" b="0" dirty="0">
                  <a:solidFill>
                    <a:schemeClr val="bg1">
                      <a:lumMod val="75000"/>
                    </a:schemeClr>
                  </a:solidFill>
                </a:rPr>
                <a:t>.</a:t>
              </a:r>
              <a:endParaRPr lang="ko-KR" altLang="en-US" sz="900" b="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142" name="Panel">
              <a:extLst>
                <a:ext uri="{FF2B5EF4-FFF2-40B4-BE49-F238E27FC236}">
                  <a16:creationId xmlns:a16="http://schemas.microsoft.com/office/drawing/2014/main" id="{D97E1EA7-D2A5-F916-F624-3FF3EF6C8E56}"/>
                </a:ext>
              </a:extLst>
            </p:cNvPr>
            <p:cNvSpPr/>
            <p:nvPr/>
          </p:nvSpPr>
          <p:spPr>
            <a:xfrm>
              <a:off x="8123207" y="3393280"/>
              <a:ext cx="727494" cy="26099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b="0" dirty="0">
                  <a:solidFill>
                    <a:schemeClr val="bg1"/>
                  </a:solidFill>
                </a:rPr>
                <a:t>신규생성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69B032C7-4AF0-1C61-66E1-01465B25E3D4}"/>
              </a:ext>
            </a:extLst>
          </p:cNvPr>
          <p:cNvSpPr/>
          <p:nvPr/>
        </p:nvSpPr>
        <p:spPr>
          <a:xfrm>
            <a:off x="168415" y="90450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F37DEAB-BE11-602A-1626-70082DF91EE9}"/>
              </a:ext>
            </a:extLst>
          </p:cNvPr>
          <p:cNvSpPr/>
          <p:nvPr/>
        </p:nvSpPr>
        <p:spPr>
          <a:xfrm>
            <a:off x="4659902" y="90450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79D3BE6-657E-2AD3-78ED-A6258BFB6487}"/>
              </a:ext>
            </a:extLst>
          </p:cNvPr>
          <p:cNvSpPr txBox="1"/>
          <p:nvPr/>
        </p:nvSpPr>
        <p:spPr>
          <a:xfrm>
            <a:off x="168415" y="1061923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카테고리 관리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892BA0A4-DFC2-6E15-611C-5EDAD72190A8}"/>
              </a:ext>
            </a:extLst>
          </p:cNvPr>
          <p:cNvSpPr txBox="1"/>
          <p:nvPr/>
        </p:nvSpPr>
        <p:spPr>
          <a:xfrm>
            <a:off x="4659902" y="1047903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장비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4FB89B8-CBCC-71C8-8DB0-FE70DDE74568}"/>
              </a:ext>
            </a:extLst>
          </p:cNvPr>
          <p:cNvSpPr/>
          <p:nvPr/>
        </p:nvSpPr>
        <p:spPr>
          <a:xfrm>
            <a:off x="4659902" y="405702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79" name="Button">
            <a:extLst>
              <a:ext uri="{FF2B5EF4-FFF2-40B4-BE49-F238E27FC236}">
                <a16:creationId xmlns:a16="http://schemas.microsoft.com/office/drawing/2014/main" id="{826B5AC1-1C5C-8F8A-592B-67C7CAE8586C}"/>
              </a:ext>
            </a:extLst>
          </p:cNvPr>
          <p:cNvSpPr>
            <a:spLocks/>
          </p:cNvSpPr>
          <p:nvPr/>
        </p:nvSpPr>
        <p:spPr bwMode="auto">
          <a:xfrm>
            <a:off x="5220572" y="1608699"/>
            <a:ext cx="586400" cy="225862"/>
          </a:xfrm>
          <a:prstGeom prst="roundRect">
            <a:avLst>
              <a:gd name="adj" fmla="val 8776"/>
            </a:avLst>
          </a:prstGeom>
          <a:solidFill>
            <a:schemeClr val="bg2">
              <a:lumMod val="75000"/>
            </a:schemeClr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0" name="Button">
            <a:extLst>
              <a:ext uri="{FF2B5EF4-FFF2-40B4-BE49-F238E27FC236}">
                <a16:creationId xmlns:a16="http://schemas.microsoft.com/office/drawing/2014/main" id="{ED56ADB6-226B-1439-A4BD-024487D0FD96}"/>
              </a:ext>
            </a:extLst>
          </p:cNvPr>
          <p:cNvSpPr>
            <a:spLocks/>
          </p:cNvSpPr>
          <p:nvPr/>
        </p:nvSpPr>
        <p:spPr bwMode="auto">
          <a:xfrm>
            <a:off x="5220572" y="1959889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4047F80E-F605-C6AE-DF0D-138079B97C51}"/>
              </a:ext>
            </a:extLst>
          </p:cNvPr>
          <p:cNvSpPr>
            <a:spLocks/>
          </p:cNvSpPr>
          <p:nvPr/>
        </p:nvSpPr>
        <p:spPr bwMode="auto">
          <a:xfrm>
            <a:off x="5220572" y="3019340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Button">
            <a:extLst>
              <a:ext uri="{FF2B5EF4-FFF2-40B4-BE49-F238E27FC236}">
                <a16:creationId xmlns:a16="http://schemas.microsoft.com/office/drawing/2014/main" id="{6DBE5A4D-9875-0E20-2054-F1F3A5F0DA37}"/>
              </a:ext>
            </a:extLst>
          </p:cNvPr>
          <p:cNvSpPr>
            <a:spLocks/>
          </p:cNvSpPr>
          <p:nvPr/>
        </p:nvSpPr>
        <p:spPr bwMode="auto">
          <a:xfrm>
            <a:off x="5220572" y="2307105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3" name="Button">
            <a:extLst>
              <a:ext uri="{FF2B5EF4-FFF2-40B4-BE49-F238E27FC236}">
                <a16:creationId xmlns:a16="http://schemas.microsoft.com/office/drawing/2014/main" id="{B59D1721-1C02-6B98-7BF7-3B5FFAB0F695}"/>
              </a:ext>
            </a:extLst>
          </p:cNvPr>
          <p:cNvSpPr>
            <a:spLocks/>
          </p:cNvSpPr>
          <p:nvPr/>
        </p:nvSpPr>
        <p:spPr bwMode="auto">
          <a:xfrm>
            <a:off x="5220572" y="2673637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9F7F0666-B633-EAFD-9BED-4DC94BC0B9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440343"/>
              </p:ext>
            </p:extLst>
          </p:nvPr>
        </p:nvGraphicFramePr>
        <p:xfrm>
          <a:off x="9687465" y="292146"/>
          <a:ext cx="2504535" cy="662685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카테고리를 관리합니다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- </a:t>
                      </a:r>
                      <a:r>
                        <a:rPr lang="ko-KR" altLang="en-US" sz="800" b="0" dirty="0"/>
                        <a:t>장비</a:t>
                      </a: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카테고리를 등록 및 관리합니다</a:t>
                      </a:r>
                      <a:r>
                        <a:rPr lang="en-US" altLang="ko-KR" sz="800" b="0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1depth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그룹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2depth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그룹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그룹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3153332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입력 항목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보기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보기 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2depth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이동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카테고리명을 수정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체크 시 장비관리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 목록에서 장비 등록 시 분류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표시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카테고리명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수정 후 저장 버튼 눌러야 적용되는 기능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0263626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신규등록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신규등록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Input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박스에 카테고리명 입력 후 버튼 눌러 생성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176549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6. 3depth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입력 항목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보기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보기 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3depth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이동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UP/DOWN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카테고리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9149560"/>
                  </a:ext>
                </a:extLst>
              </a:tr>
            </a:tbl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F3128716-8F02-28C1-77B7-29003EEB3D81}"/>
              </a:ext>
            </a:extLst>
          </p:cNvPr>
          <p:cNvSpPr/>
          <p:nvPr/>
        </p:nvSpPr>
        <p:spPr>
          <a:xfrm>
            <a:off x="89883" y="179467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EFA1668-FEED-B6B8-8643-C5239DB7E6A7}"/>
              </a:ext>
            </a:extLst>
          </p:cNvPr>
          <p:cNvSpPr/>
          <p:nvPr/>
        </p:nvSpPr>
        <p:spPr>
          <a:xfrm>
            <a:off x="168415" y="1919214"/>
            <a:ext cx="3782485" cy="370936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E5DE0A1-97AF-BC1B-0563-D4F8E546D1A2}"/>
              </a:ext>
            </a:extLst>
          </p:cNvPr>
          <p:cNvSpPr/>
          <p:nvPr/>
        </p:nvSpPr>
        <p:spPr>
          <a:xfrm>
            <a:off x="4581370" y="1429883"/>
            <a:ext cx="362694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D7D020A-52C5-E12A-A686-082DBC16668B}"/>
              </a:ext>
            </a:extLst>
          </p:cNvPr>
          <p:cNvSpPr/>
          <p:nvPr/>
        </p:nvSpPr>
        <p:spPr>
          <a:xfrm>
            <a:off x="4659902" y="1554421"/>
            <a:ext cx="4929159" cy="370936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51D00E42-7B1D-5171-DCD0-A58C11A433BA}"/>
              </a:ext>
            </a:extLst>
          </p:cNvPr>
          <p:cNvSpPr/>
          <p:nvPr/>
        </p:nvSpPr>
        <p:spPr>
          <a:xfrm>
            <a:off x="6750093" y="848165"/>
            <a:ext cx="362694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392CEAEF-93F0-2F71-D9CD-9367B4D053F0}"/>
              </a:ext>
            </a:extLst>
          </p:cNvPr>
          <p:cNvGrpSpPr/>
          <p:nvPr/>
        </p:nvGrpSpPr>
        <p:grpSpPr>
          <a:xfrm>
            <a:off x="3154800" y="2396535"/>
            <a:ext cx="151811" cy="131556"/>
            <a:chOff x="8674617" y="6575604"/>
            <a:chExt cx="151811" cy="131556"/>
          </a:xfrm>
        </p:grpSpPr>
        <p:grpSp>
          <p:nvGrpSpPr>
            <p:cNvPr id="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AF43AAD7-D8AB-E0A5-AA74-06B89897DE3E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2" name="Box">
                <a:extLst>
                  <a:ext uri="{FF2B5EF4-FFF2-40B4-BE49-F238E27FC236}">
                    <a16:creationId xmlns:a16="http://schemas.microsoft.com/office/drawing/2014/main" id="{CC398A39-BEEE-EF45-C95E-E47E10B56D6C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Check" hidden="1">
                <a:extLst>
                  <a:ext uri="{FF2B5EF4-FFF2-40B4-BE49-F238E27FC236}">
                    <a16:creationId xmlns:a16="http://schemas.microsoft.com/office/drawing/2014/main" id="{C3EA8491-E980-351C-D1BD-30DD6CB79D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" name="Accept">
              <a:extLst>
                <a:ext uri="{FF2B5EF4-FFF2-40B4-BE49-F238E27FC236}">
                  <a16:creationId xmlns:a16="http://schemas.microsoft.com/office/drawing/2014/main" id="{02FECF47-49CD-53D4-4EFF-5A4797D15D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" name="Button">
            <a:extLst>
              <a:ext uri="{FF2B5EF4-FFF2-40B4-BE49-F238E27FC236}">
                <a16:creationId xmlns:a16="http://schemas.microsoft.com/office/drawing/2014/main" id="{187A6A42-4D77-51F5-CA9B-71FAA9F43578}"/>
              </a:ext>
            </a:extLst>
          </p:cNvPr>
          <p:cNvSpPr>
            <a:spLocks/>
          </p:cNvSpPr>
          <p:nvPr/>
        </p:nvSpPr>
        <p:spPr bwMode="auto">
          <a:xfrm>
            <a:off x="3513192" y="2340922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" name="Button">
            <a:extLst>
              <a:ext uri="{FF2B5EF4-FFF2-40B4-BE49-F238E27FC236}">
                <a16:creationId xmlns:a16="http://schemas.microsoft.com/office/drawing/2014/main" id="{F4281ADA-2D66-47BB-023A-7C238BEFEDDB}"/>
              </a:ext>
            </a:extLst>
          </p:cNvPr>
          <p:cNvSpPr>
            <a:spLocks/>
          </p:cNvSpPr>
          <p:nvPr/>
        </p:nvSpPr>
        <p:spPr bwMode="auto">
          <a:xfrm>
            <a:off x="747694" y="2348948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7" name="Panel">
            <a:extLst>
              <a:ext uri="{FF2B5EF4-FFF2-40B4-BE49-F238E27FC236}">
                <a16:creationId xmlns:a16="http://schemas.microsoft.com/office/drawing/2014/main" id="{E1FDDBC7-B01B-21CD-85D9-44DAF4A6FA29}"/>
              </a:ext>
            </a:extLst>
          </p:cNvPr>
          <p:cNvSpPr/>
          <p:nvPr/>
        </p:nvSpPr>
        <p:spPr>
          <a:xfrm>
            <a:off x="1467962" y="2331019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공간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74B6A872-AB6C-CEA2-26CB-A2939DE7D6FC}"/>
              </a:ext>
            </a:extLst>
          </p:cNvPr>
          <p:cNvGrpSpPr/>
          <p:nvPr/>
        </p:nvGrpSpPr>
        <p:grpSpPr>
          <a:xfrm>
            <a:off x="3175909" y="2749974"/>
            <a:ext cx="151811" cy="131556"/>
            <a:chOff x="8674617" y="6575604"/>
            <a:chExt cx="151811" cy="131556"/>
          </a:xfrm>
        </p:grpSpPr>
        <p:grpSp>
          <p:nvGrpSpPr>
            <p:cNvPr id="4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D1A3FBE3-EB90-F97D-1402-EAE2BF188DEA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53" name="Box">
                <a:extLst>
                  <a:ext uri="{FF2B5EF4-FFF2-40B4-BE49-F238E27FC236}">
                    <a16:creationId xmlns:a16="http://schemas.microsoft.com/office/drawing/2014/main" id="{0AE4FB93-1FA3-F968-2F06-05B0FF3AAF7E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Check" hidden="1">
                <a:extLst>
                  <a:ext uri="{FF2B5EF4-FFF2-40B4-BE49-F238E27FC236}">
                    <a16:creationId xmlns:a16="http://schemas.microsoft.com/office/drawing/2014/main" id="{53357AAA-146C-84D7-E3F1-46A61686C4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2" name="Accept">
              <a:extLst>
                <a:ext uri="{FF2B5EF4-FFF2-40B4-BE49-F238E27FC236}">
                  <a16:creationId xmlns:a16="http://schemas.microsoft.com/office/drawing/2014/main" id="{ED589B43-02FE-DB27-040D-8512A934E2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7" name="Button">
            <a:extLst>
              <a:ext uri="{FF2B5EF4-FFF2-40B4-BE49-F238E27FC236}">
                <a16:creationId xmlns:a16="http://schemas.microsoft.com/office/drawing/2014/main" id="{649E57C8-9327-37B6-B0C7-663803042A1B}"/>
              </a:ext>
            </a:extLst>
          </p:cNvPr>
          <p:cNvSpPr>
            <a:spLocks/>
          </p:cNvSpPr>
          <p:nvPr/>
        </p:nvSpPr>
        <p:spPr bwMode="auto">
          <a:xfrm>
            <a:off x="3534301" y="2694361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Button">
            <a:extLst>
              <a:ext uri="{FF2B5EF4-FFF2-40B4-BE49-F238E27FC236}">
                <a16:creationId xmlns:a16="http://schemas.microsoft.com/office/drawing/2014/main" id="{4ACB8551-3042-D383-81FD-331F875C6674}"/>
              </a:ext>
            </a:extLst>
          </p:cNvPr>
          <p:cNvSpPr>
            <a:spLocks/>
          </p:cNvSpPr>
          <p:nvPr/>
        </p:nvSpPr>
        <p:spPr bwMode="auto">
          <a:xfrm>
            <a:off x="768803" y="2702387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" name="Panel">
            <a:extLst>
              <a:ext uri="{FF2B5EF4-FFF2-40B4-BE49-F238E27FC236}">
                <a16:creationId xmlns:a16="http://schemas.microsoft.com/office/drawing/2014/main" id="{B31670B7-1C87-A9E8-9AC9-5D3CCE28E7B1}"/>
              </a:ext>
            </a:extLst>
          </p:cNvPr>
          <p:cNvSpPr/>
          <p:nvPr/>
        </p:nvSpPr>
        <p:spPr>
          <a:xfrm>
            <a:off x="1489071" y="2684458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미디어체험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BC49BFF5-AEAA-AA2A-983D-B80E9932AACC}"/>
              </a:ext>
            </a:extLst>
          </p:cNvPr>
          <p:cNvGrpSpPr/>
          <p:nvPr/>
        </p:nvGrpSpPr>
        <p:grpSpPr>
          <a:xfrm>
            <a:off x="3160712" y="3091327"/>
            <a:ext cx="151811" cy="131556"/>
            <a:chOff x="8674617" y="6575604"/>
            <a:chExt cx="151811" cy="131556"/>
          </a:xfrm>
        </p:grpSpPr>
        <p:grpSp>
          <p:nvGrpSpPr>
            <p:cNvPr id="9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B7A72450-5052-6773-FB93-983A4ADEA72F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103" name="Box">
                <a:extLst>
                  <a:ext uri="{FF2B5EF4-FFF2-40B4-BE49-F238E27FC236}">
                    <a16:creationId xmlns:a16="http://schemas.microsoft.com/office/drawing/2014/main" id="{9AAE986D-D32B-AC20-8448-5931D00B44F6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4" name="Check" hidden="1">
                <a:extLst>
                  <a:ext uri="{FF2B5EF4-FFF2-40B4-BE49-F238E27FC236}">
                    <a16:creationId xmlns:a16="http://schemas.microsoft.com/office/drawing/2014/main" id="{A9C5B22A-39C8-0394-83FF-456382087E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2" name="Accept">
              <a:extLst>
                <a:ext uri="{FF2B5EF4-FFF2-40B4-BE49-F238E27FC236}">
                  <a16:creationId xmlns:a16="http://schemas.microsoft.com/office/drawing/2014/main" id="{A6777AA0-1353-8ED4-D0C2-DADA723986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5" name="Button">
            <a:extLst>
              <a:ext uri="{FF2B5EF4-FFF2-40B4-BE49-F238E27FC236}">
                <a16:creationId xmlns:a16="http://schemas.microsoft.com/office/drawing/2014/main" id="{AACB2DEF-97CE-454B-808E-259C23387141}"/>
              </a:ext>
            </a:extLst>
          </p:cNvPr>
          <p:cNvSpPr>
            <a:spLocks/>
          </p:cNvSpPr>
          <p:nvPr/>
        </p:nvSpPr>
        <p:spPr bwMode="auto">
          <a:xfrm>
            <a:off x="3519104" y="3035714"/>
            <a:ext cx="413835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6" name="Button">
            <a:extLst>
              <a:ext uri="{FF2B5EF4-FFF2-40B4-BE49-F238E27FC236}">
                <a16:creationId xmlns:a16="http://schemas.microsoft.com/office/drawing/2014/main" id="{88A8D5DD-08B4-052E-533E-1609F830DFC5}"/>
              </a:ext>
            </a:extLst>
          </p:cNvPr>
          <p:cNvSpPr>
            <a:spLocks/>
          </p:cNvSpPr>
          <p:nvPr/>
        </p:nvSpPr>
        <p:spPr bwMode="auto">
          <a:xfrm>
            <a:off x="753606" y="3043740"/>
            <a:ext cx="58640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9" name="Panel">
            <a:extLst>
              <a:ext uri="{FF2B5EF4-FFF2-40B4-BE49-F238E27FC236}">
                <a16:creationId xmlns:a16="http://schemas.microsoft.com/office/drawing/2014/main" id="{062AFB4B-5ADC-64EA-715C-E3FC426DA543}"/>
              </a:ext>
            </a:extLst>
          </p:cNvPr>
          <p:cNvSpPr/>
          <p:nvPr/>
        </p:nvSpPr>
        <p:spPr>
          <a:xfrm>
            <a:off x="1473874" y="3025811"/>
            <a:ext cx="1457147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상영회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509370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C7B9D2-8D91-B093-5BC3-9337D0F45E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36FA814D-5D65-62E2-55B7-60279B0F6E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268774"/>
              </p:ext>
            </p:extLst>
          </p:nvPr>
        </p:nvGraphicFramePr>
        <p:xfrm>
          <a:off x="610056" y="896855"/>
          <a:ext cx="7397170" cy="3137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할인정책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1784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6C48BDE-4EC5-CC5B-41A7-7A1D5C3FC6B6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할인관리 </a:t>
            </a:r>
            <a:r>
              <a:rPr lang="en-US" altLang="ko-KR" sz="900" dirty="0">
                <a:latin typeface="+mn-ea"/>
              </a:rPr>
              <a:t>(1/1)</a:t>
            </a:r>
            <a:endParaRPr lang="ko-KR" altLang="en-US" sz="900" dirty="0">
              <a:latin typeface="+mn-ea"/>
            </a:endParaRPr>
          </a:p>
        </p:txBody>
      </p:sp>
      <p:sp>
        <p:nvSpPr>
          <p:cNvPr id="2" name="TextBox 30">
            <a:extLst>
              <a:ext uri="{FF2B5EF4-FFF2-40B4-BE49-F238E27FC236}">
                <a16:creationId xmlns:a16="http://schemas.microsoft.com/office/drawing/2014/main" id="{2A447906-B39A-8B74-F6C7-3948F705B7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할인관리</a:t>
            </a: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14A82B7A-CF21-A921-8545-1F8906B3FE11}"/>
              </a:ext>
            </a:extLst>
          </p:cNvPr>
          <p:cNvGrpSpPr/>
          <p:nvPr/>
        </p:nvGrpSpPr>
        <p:grpSpPr>
          <a:xfrm>
            <a:off x="2238979" y="946485"/>
            <a:ext cx="510121" cy="212366"/>
            <a:chOff x="8674617" y="6535199"/>
            <a:chExt cx="510121" cy="212366"/>
          </a:xfrm>
        </p:grpSpPr>
        <p:grpSp>
          <p:nvGrpSpPr>
            <p:cNvPr id="16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BB472BFC-01B4-FC4D-D455-FD7BE6FE4B97}"/>
                </a:ext>
              </a:extLst>
            </p:cNvPr>
            <p:cNvGrpSpPr/>
            <p:nvPr/>
          </p:nvGrpSpPr>
          <p:grpSpPr>
            <a:xfrm>
              <a:off x="8674617" y="6535199"/>
              <a:ext cx="510121" cy="212366"/>
              <a:chOff x="529752" y="2592239"/>
              <a:chExt cx="510121" cy="212366"/>
            </a:xfrm>
          </p:grpSpPr>
          <p:sp>
            <p:nvSpPr>
              <p:cNvPr id="164" name="Box">
                <a:extLst>
                  <a:ext uri="{FF2B5EF4-FFF2-40B4-BE49-F238E27FC236}">
                    <a16:creationId xmlns:a16="http://schemas.microsoft.com/office/drawing/2014/main" id="{0B96E6BB-C760-B7B8-6287-2D43EA225779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5" name="Label">
                <a:extLst>
                  <a:ext uri="{FF2B5EF4-FFF2-40B4-BE49-F238E27FC236}">
                    <a16:creationId xmlns:a16="http://schemas.microsoft.com/office/drawing/2014/main" id="{E7FC1108-B484-08E2-AF6B-1C5E2747696B}"/>
                  </a:ext>
                </a:extLst>
              </p:cNvPr>
              <p:cNvSpPr txBox="1"/>
              <p:nvPr/>
            </p:nvSpPr>
            <p:spPr>
              <a:xfrm>
                <a:off x="661308" y="2592239"/>
                <a:ext cx="37856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교육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6" name="Check" hidden="1">
                <a:extLst>
                  <a:ext uri="{FF2B5EF4-FFF2-40B4-BE49-F238E27FC236}">
                    <a16:creationId xmlns:a16="http://schemas.microsoft.com/office/drawing/2014/main" id="{853BCD1C-0325-880F-2558-08C9B15DB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3" name="Accept">
              <a:extLst>
                <a:ext uri="{FF2B5EF4-FFF2-40B4-BE49-F238E27FC236}">
                  <a16:creationId xmlns:a16="http://schemas.microsoft.com/office/drawing/2014/main" id="{5549D332-022C-D731-579C-9C708CBD13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C90C5333-E1C5-3F62-C4E3-3C55A9F30101}"/>
              </a:ext>
            </a:extLst>
          </p:cNvPr>
          <p:cNvGrpSpPr/>
          <p:nvPr/>
        </p:nvGrpSpPr>
        <p:grpSpPr>
          <a:xfrm>
            <a:off x="3725735" y="946485"/>
            <a:ext cx="510121" cy="212366"/>
            <a:chOff x="8674617" y="6535199"/>
            <a:chExt cx="510121" cy="212366"/>
          </a:xfrm>
        </p:grpSpPr>
        <p:grpSp>
          <p:nvGrpSpPr>
            <p:cNvPr id="16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92A69057-027D-3234-073B-1F012FC79B83}"/>
                </a:ext>
              </a:extLst>
            </p:cNvPr>
            <p:cNvGrpSpPr/>
            <p:nvPr/>
          </p:nvGrpSpPr>
          <p:grpSpPr>
            <a:xfrm>
              <a:off x="8674617" y="6535199"/>
              <a:ext cx="510121" cy="212366"/>
              <a:chOff x="529752" y="2592239"/>
              <a:chExt cx="510121" cy="212366"/>
            </a:xfrm>
          </p:grpSpPr>
          <p:sp>
            <p:nvSpPr>
              <p:cNvPr id="170" name="Box">
                <a:extLst>
                  <a:ext uri="{FF2B5EF4-FFF2-40B4-BE49-F238E27FC236}">
                    <a16:creationId xmlns:a16="http://schemas.microsoft.com/office/drawing/2014/main" id="{7BEC2296-DCC5-E931-A922-332D00E2D4E6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Label">
                <a:extLst>
                  <a:ext uri="{FF2B5EF4-FFF2-40B4-BE49-F238E27FC236}">
                    <a16:creationId xmlns:a16="http://schemas.microsoft.com/office/drawing/2014/main" id="{1EC63DFF-B6BD-2550-46E0-EE5CEF64D997}"/>
                  </a:ext>
                </a:extLst>
              </p:cNvPr>
              <p:cNvSpPr txBox="1"/>
              <p:nvPr/>
            </p:nvSpPr>
            <p:spPr>
              <a:xfrm>
                <a:off x="661308" y="2592239"/>
                <a:ext cx="37856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공간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Check" hidden="1">
                <a:extLst>
                  <a:ext uri="{FF2B5EF4-FFF2-40B4-BE49-F238E27FC236}">
                    <a16:creationId xmlns:a16="http://schemas.microsoft.com/office/drawing/2014/main" id="{0BC2E36D-B11C-9237-A428-A9A82D0DE8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9" name="Accept">
              <a:extLst>
                <a:ext uri="{FF2B5EF4-FFF2-40B4-BE49-F238E27FC236}">
                  <a16:creationId xmlns:a16="http://schemas.microsoft.com/office/drawing/2014/main" id="{427DB3D0-7151-B4FE-8018-DEBE4F0D63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4CA5BFC6-6BF5-2FFE-E87C-4307DC676695}"/>
              </a:ext>
            </a:extLst>
          </p:cNvPr>
          <p:cNvGrpSpPr/>
          <p:nvPr/>
        </p:nvGrpSpPr>
        <p:grpSpPr>
          <a:xfrm>
            <a:off x="2982357" y="946485"/>
            <a:ext cx="510121" cy="212366"/>
            <a:chOff x="8674617" y="6535199"/>
            <a:chExt cx="510121" cy="212366"/>
          </a:xfrm>
        </p:grpSpPr>
        <p:grpSp>
          <p:nvGrpSpPr>
            <p:cNvPr id="174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68D194DA-0A8A-01F4-A86F-9AD714E19CB1}"/>
                </a:ext>
              </a:extLst>
            </p:cNvPr>
            <p:cNvGrpSpPr/>
            <p:nvPr/>
          </p:nvGrpSpPr>
          <p:grpSpPr>
            <a:xfrm>
              <a:off x="8674617" y="6535199"/>
              <a:ext cx="510121" cy="212366"/>
              <a:chOff x="529752" y="2592239"/>
              <a:chExt cx="510121" cy="212366"/>
            </a:xfrm>
          </p:grpSpPr>
          <p:sp>
            <p:nvSpPr>
              <p:cNvPr id="176" name="Box">
                <a:extLst>
                  <a:ext uri="{FF2B5EF4-FFF2-40B4-BE49-F238E27FC236}">
                    <a16:creationId xmlns:a16="http://schemas.microsoft.com/office/drawing/2014/main" id="{BA01D057-9303-6400-80D9-E5B904C59C90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Label">
                <a:extLst>
                  <a:ext uri="{FF2B5EF4-FFF2-40B4-BE49-F238E27FC236}">
                    <a16:creationId xmlns:a16="http://schemas.microsoft.com/office/drawing/2014/main" id="{ADAB6696-CA1D-0E59-350D-2C0A3481BEFF}"/>
                  </a:ext>
                </a:extLst>
              </p:cNvPr>
              <p:cNvSpPr txBox="1"/>
              <p:nvPr/>
            </p:nvSpPr>
            <p:spPr>
              <a:xfrm>
                <a:off x="661308" y="2592239"/>
                <a:ext cx="37856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장비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8" name="Check" hidden="1">
                <a:extLst>
                  <a:ext uri="{FF2B5EF4-FFF2-40B4-BE49-F238E27FC236}">
                    <a16:creationId xmlns:a16="http://schemas.microsoft.com/office/drawing/2014/main" id="{69036270-829C-366C-D140-108EA45C89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5" name="Accept">
              <a:extLst>
                <a:ext uri="{FF2B5EF4-FFF2-40B4-BE49-F238E27FC236}">
                  <a16:creationId xmlns:a16="http://schemas.microsoft.com/office/drawing/2014/main" id="{B7638E1E-A258-B891-34B6-B3CE36A4F6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7AE28CA5-5992-06A3-12D7-11D7ADD77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67276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b="1" dirty="0"/>
              <a:t>할인 정책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4E2D223-8DD4-017E-71BC-09C1290DC9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707714"/>
              </p:ext>
            </p:extLst>
          </p:nvPr>
        </p:nvGraphicFramePr>
        <p:xfrm>
          <a:off x="610056" y="1454064"/>
          <a:ext cx="7397170" cy="53340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일반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051189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경로우대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091734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국가유공자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762203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기초생활수급자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29660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 err="1">
                          <a:effectLst/>
                        </a:rPr>
                        <a:t>장애인되며</a:t>
                      </a:r>
                      <a:r>
                        <a:rPr lang="en-US" altLang="ko-KR" sz="800" dirty="0">
                          <a:effectLst/>
                        </a:rPr>
                        <a:t>,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659051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청소년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54673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한부모가족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78659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다문화가족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19944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다자녀가정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새터민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75101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사회복지시설수용자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7514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정회원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972507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동아리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993974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교육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581881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구청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9213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공익 지원</a:t>
                      </a:r>
                      <a:r>
                        <a:rPr lang="en-US" altLang="ko-KR" sz="800" dirty="0">
                          <a:effectLst/>
                        </a:rPr>
                        <a:t>(</a:t>
                      </a:r>
                      <a:r>
                        <a:rPr lang="ko-KR" altLang="en-US" sz="800" dirty="0">
                          <a:effectLst/>
                        </a:rPr>
                        <a:t>공문</a:t>
                      </a:r>
                      <a:r>
                        <a:rPr lang="en-US" altLang="ko-KR" sz="800" dirty="0">
                          <a:effectLst/>
                        </a:rPr>
                        <a:t>)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611760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 err="1">
                          <a:effectLst/>
                        </a:rPr>
                        <a:t>미추홀구민</a:t>
                      </a:r>
                      <a:r>
                        <a:rPr lang="ko-KR" altLang="en-US" sz="800" dirty="0">
                          <a:effectLst/>
                        </a:rPr>
                        <a:t> 할인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0532179"/>
                  </a:ext>
                </a:extLst>
              </a:tr>
            </a:tbl>
          </a:graphicData>
        </a:graphic>
      </p:graphicFrame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631F0C30-C855-D53B-CFF9-ACE02CEA241E}"/>
              </a:ext>
            </a:extLst>
          </p:cNvPr>
          <p:cNvGrpSpPr/>
          <p:nvPr/>
        </p:nvGrpSpPr>
        <p:grpSpPr>
          <a:xfrm>
            <a:off x="2203122" y="1501306"/>
            <a:ext cx="804046" cy="212366"/>
            <a:chOff x="2180902" y="4444471"/>
            <a:chExt cx="804046" cy="212366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CAF50CC6-9F91-E937-F601-220DD6E60E1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96" name="Circle">
                <a:extLst>
                  <a:ext uri="{FF2B5EF4-FFF2-40B4-BE49-F238E27FC236}">
                    <a16:creationId xmlns:a16="http://schemas.microsoft.com/office/drawing/2014/main" id="{7DBD825E-C61D-3296-F0DB-408A6F28ADB1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abel">
                <a:extLst>
                  <a:ext uri="{FF2B5EF4-FFF2-40B4-BE49-F238E27FC236}">
                    <a16:creationId xmlns:a16="http://schemas.microsoft.com/office/drawing/2014/main" id="{CBB6EC4E-F10E-79E3-A709-A0F0241F3D81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1BCB2C84-3F44-D81F-1CA1-A0FAB2A51528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99" name="Circle">
                  <a:extLst>
                    <a:ext uri="{FF2B5EF4-FFF2-40B4-BE49-F238E27FC236}">
                      <a16:creationId xmlns:a16="http://schemas.microsoft.com/office/drawing/2014/main" id="{59E980BD-611D-56A8-76B5-72449BBF912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0" name="Check" hidden="1">
                  <a:extLst>
                    <a:ext uri="{FF2B5EF4-FFF2-40B4-BE49-F238E27FC236}">
                      <a16:creationId xmlns:a16="http://schemas.microsoft.com/office/drawing/2014/main" id="{A692C91F-928A-9A74-0FC0-53B7D798282E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1" name="Label">
                  <a:extLst>
                    <a:ext uri="{FF2B5EF4-FFF2-40B4-BE49-F238E27FC236}">
                      <a16:creationId xmlns:a16="http://schemas.microsoft.com/office/drawing/2014/main" id="{0087FF17-2F44-17D1-7F2D-EF10937543DA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95" name="Check">
              <a:extLst>
                <a:ext uri="{FF2B5EF4-FFF2-40B4-BE49-F238E27FC236}">
                  <a16:creationId xmlns:a16="http://schemas.microsoft.com/office/drawing/2014/main" id="{0A3BA0E1-867A-A6F1-B6CA-AFE1EE105F50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4AAA7EF-D1D6-C0C1-F2FB-0F752E91CC1D}"/>
              </a:ext>
            </a:extLst>
          </p:cNvPr>
          <p:cNvGrpSpPr/>
          <p:nvPr/>
        </p:nvGrpSpPr>
        <p:grpSpPr>
          <a:xfrm>
            <a:off x="2203122" y="1823408"/>
            <a:ext cx="804046" cy="212366"/>
            <a:chOff x="2180902" y="4444471"/>
            <a:chExt cx="804046" cy="212366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CF36AF84-3D48-3A0A-6164-9F1F6191BE9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05" name="Circle">
                <a:extLst>
                  <a:ext uri="{FF2B5EF4-FFF2-40B4-BE49-F238E27FC236}">
                    <a16:creationId xmlns:a16="http://schemas.microsoft.com/office/drawing/2014/main" id="{46A4F187-2177-C79D-794B-340C3E3458AA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Label">
                <a:extLst>
                  <a:ext uri="{FF2B5EF4-FFF2-40B4-BE49-F238E27FC236}">
                    <a16:creationId xmlns:a16="http://schemas.microsoft.com/office/drawing/2014/main" id="{5DDFED87-FD42-F83E-4C51-C4F6378EE724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F56E577B-F77A-52FC-5AA4-BB95EB02C2E3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08" name="Circle">
                  <a:extLst>
                    <a:ext uri="{FF2B5EF4-FFF2-40B4-BE49-F238E27FC236}">
                      <a16:creationId xmlns:a16="http://schemas.microsoft.com/office/drawing/2014/main" id="{34D3D228-48AA-BE93-802B-BFF007615C1C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Check" hidden="1">
                  <a:extLst>
                    <a:ext uri="{FF2B5EF4-FFF2-40B4-BE49-F238E27FC236}">
                      <a16:creationId xmlns:a16="http://schemas.microsoft.com/office/drawing/2014/main" id="{3C350866-1415-819A-7F1A-A629D003404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Label">
                  <a:extLst>
                    <a:ext uri="{FF2B5EF4-FFF2-40B4-BE49-F238E27FC236}">
                      <a16:creationId xmlns:a16="http://schemas.microsoft.com/office/drawing/2014/main" id="{1437CBD4-9F99-6EDC-3118-4E80A30617B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04" name="Check">
              <a:extLst>
                <a:ext uri="{FF2B5EF4-FFF2-40B4-BE49-F238E27FC236}">
                  <a16:creationId xmlns:a16="http://schemas.microsoft.com/office/drawing/2014/main" id="{C5A1CF04-6756-71C3-35B8-186B875B7745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AAC72C9C-6148-A76C-79C7-6055F6595748}"/>
              </a:ext>
            </a:extLst>
          </p:cNvPr>
          <p:cNvGrpSpPr/>
          <p:nvPr/>
        </p:nvGrpSpPr>
        <p:grpSpPr>
          <a:xfrm>
            <a:off x="2203122" y="3075182"/>
            <a:ext cx="804046" cy="212366"/>
            <a:chOff x="2180902" y="4444471"/>
            <a:chExt cx="804046" cy="212366"/>
          </a:xfrm>
        </p:grpSpPr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3828DB8A-E2F3-C745-D2BE-DA851D3185F3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14" name="Circle">
                <a:extLst>
                  <a:ext uri="{FF2B5EF4-FFF2-40B4-BE49-F238E27FC236}">
                    <a16:creationId xmlns:a16="http://schemas.microsoft.com/office/drawing/2014/main" id="{B1C2CDF4-24F6-0C20-A5BD-C4C24A2953F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5" name="Label">
                <a:extLst>
                  <a:ext uri="{FF2B5EF4-FFF2-40B4-BE49-F238E27FC236}">
                    <a16:creationId xmlns:a16="http://schemas.microsoft.com/office/drawing/2014/main" id="{5AEC7C46-AE85-5E88-9EF9-8EFB282F49DB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16" name="그룹 215">
                <a:extLst>
                  <a:ext uri="{FF2B5EF4-FFF2-40B4-BE49-F238E27FC236}">
                    <a16:creationId xmlns:a16="http://schemas.microsoft.com/office/drawing/2014/main" id="{7EEDCFD6-E865-7A1B-9B19-1FA95BCD423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17" name="Circle">
                  <a:extLst>
                    <a:ext uri="{FF2B5EF4-FFF2-40B4-BE49-F238E27FC236}">
                      <a16:creationId xmlns:a16="http://schemas.microsoft.com/office/drawing/2014/main" id="{BD4536F9-F290-825E-616F-31685D0A5B6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Check" hidden="1">
                  <a:extLst>
                    <a:ext uri="{FF2B5EF4-FFF2-40B4-BE49-F238E27FC236}">
                      <a16:creationId xmlns:a16="http://schemas.microsoft.com/office/drawing/2014/main" id="{6092956F-B846-3588-C64F-1152C18769E6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9" name="Label">
                  <a:extLst>
                    <a:ext uri="{FF2B5EF4-FFF2-40B4-BE49-F238E27FC236}">
                      <a16:creationId xmlns:a16="http://schemas.microsoft.com/office/drawing/2014/main" id="{6FD4C300-B2F1-042A-4E0F-1F97BFD8D7D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13" name="Check">
              <a:extLst>
                <a:ext uri="{FF2B5EF4-FFF2-40B4-BE49-F238E27FC236}">
                  <a16:creationId xmlns:a16="http://schemas.microsoft.com/office/drawing/2014/main" id="{AE38CBDD-6A44-D0DC-1BFD-2E16AF61DDC9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12960A50-8C3B-C739-4DF7-F853C2426EC1}"/>
              </a:ext>
            </a:extLst>
          </p:cNvPr>
          <p:cNvGrpSpPr/>
          <p:nvPr/>
        </p:nvGrpSpPr>
        <p:grpSpPr>
          <a:xfrm>
            <a:off x="2203122" y="3397888"/>
            <a:ext cx="804046" cy="212366"/>
            <a:chOff x="2180902" y="4444471"/>
            <a:chExt cx="804046" cy="212366"/>
          </a:xfrm>
        </p:grpSpPr>
        <p:grpSp>
          <p:nvGrpSpPr>
            <p:cNvPr id="221" name="그룹 220">
              <a:extLst>
                <a:ext uri="{FF2B5EF4-FFF2-40B4-BE49-F238E27FC236}">
                  <a16:creationId xmlns:a16="http://schemas.microsoft.com/office/drawing/2014/main" id="{A46284A3-6773-E82A-DED0-B9161BD163AD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23" name="Circle">
                <a:extLst>
                  <a:ext uri="{FF2B5EF4-FFF2-40B4-BE49-F238E27FC236}">
                    <a16:creationId xmlns:a16="http://schemas.microsoft.com/office/drawing/2014/main" id="{3A3FD6EB-DE62-6A9B-0816-0ABB74B4B4B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4" name="Label">
                <a:extLst>
                  <a:ext uri="{FF2B5EF4-FFF2-40B4-BE49-F238E27FC236}">
                    <a16:creationId xmlns:a16="http://schemas.microsoft.com/office/drawing/2014/main" id="{E62E796B-FE05-7BA3-C09B-9C5E37F572F4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25" name="그룹 224">
                <a:extLst>
                  <a:ext uri="{FF2B5EF4-FFF2-40B4-BE49-F238E27FC236}">
                    <a16:creationId xmlns:a16="http://schemas.microsoft.com/office/drawing/2014/main" id="{80F21201-CADA-D98A-E5D3-2E921DF9FB04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26" name="Circle">
                  <a:extLst>
                    <a:ext uri="{FF2B5EF4-FFF2-40B4-BE49-F238E27FC236}">
                      <a16:creationId xmlns:a16="http://schemas.microsoft.com/office/drawing/2014/main" id="{2ADC1EB8-5C4C-D90B-2D25-F2FB5B4E254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7" name="Check" hidden="1">
                  <a:extLst>
                    <a:ext uri="{FF2B5EF4-FFF2-40B4-BE49-F238E27FC236}">
                      <a16:creationId xmlns:a16="http://schemas.microsoft.com/office/drawing/2014/main" id="{682B1536-6069-2A82-8304-4DE823E9FB4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8" name="Label">
                  <a:extLst>
                    <a:ext uri="{FF2B5EF4-FFF2-40B4-BE49-F238E27FC236}">
                      <a16:creationId xmlns:a16="http://schemas.microsoft.com/office/drawing/2014/main" id="{0B88400C-4415-689D-6B1C-445B4B08442A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22" name="Check">
              <a:extLst>
                <a:ext uri="{FF2B5EF4-FFF2-40B4-BE49-F238E27FC236}">
                  <a16:creationId xmlns:a16="http://schemas.microsoft.com/office/drawing/2014/main" id="{41077DFF-7DD1-743E-DF78-FCB150AD4AAA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909E4AFB-1EDA-258F-2231-8371CB1C94BD}"/>
              </a:ext>
            </a:extLst>
          </p:cNvPr>
          <p:cNvGrpSpPr/>
          <p:nvPr/>
        </p:nvGrpSpPr>
        <p:grpSpPr>
          <a:xfrm>
            <a:off x="2203122" y="3704294"/>
            <a:ext cx="804046" cy="212366"/>
            <a:chOff x="2180902" y="4444471"/>
            <a:chExt cx="804046" cy="212366"/>
          </a:xfrm>
        </p:grpSpPr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2BD9CCDA-9384-4D96-CC01-5F3533F2BB60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32" name="Circle">
                <a:extLst>
                  <a:ext uri="{FF2B5EF4-FFF2-40B4-BE49-F238E27FC236}">
                    <a16:creationId xmlns:a16="http://schemas.microsoft.com/office/drawing/2014/main" id="{902B903B-FA78-B5C0-9454-A0D2B7393A7A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3" name="Label">
                <a:extLst>
                  <a:ext uri="{FF2B5EF4-FFF2-40B4-BE49-F238E27FC236}">
                    <a16:creationId xmlns:a16="http://schemas.microsoft.com/office/drawing/2014/main" id="{BEA918CA-16B9-28A5-3E78-4F20E3C5E44A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3BF5A9BB-70B5-0FD7-138C-AE64F7F1A8F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35" name="Circle">
                  <a:extLst>
                    <a:ext uri="{FF2B5EF4-FFF2-40B4-BE49-F238E27FC236}">
                      <a16:creationId xmlns:a16="http://schemas.microsoft.com/office/drawing/2014/main" id="{D3DF4986-81D8-B962-D9B5-3F2E086D6574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6" name="Check" hidden="1">
                  <a:extLst>
                    <a:ext uri="{FF2B5EF4-FFF2-40B4-BE49-F238E27FC236}">
                      <a16:creationId xmlns:a16="http://schemas.microsoft.com/office/drawing/2014/main" id="{FC2E7018-4D79-F3F0-4DA3-EEC6B2A6CEA8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7" name="Label">
                  <a:extLst>
                    <a:ext uri="{FF2B5EF4-FFF2-40B4-BE49-F238E27FC236}">
                      <a16:creationId xmlns:a16="http://schemas.microsoft.com/office/drawing/2014/main" id="{BDAB1352-EB85-EFCB-462B-DF4A9A1B23C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31" name="Check">
              <a:extLst>
                <a:ext uri="{FF2B5EF4-FFF2-40B4-BE49-F238E27FC236}">
                  <a16:creationId xmlns:a16="http://schemas.microsoft.com/office/drawing/2014/main" id="{2C5D98AB-FA45-4730-D967-A1ADC59E8A9B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444CDB3E-6B79-9B8B-8A23-F56E3F8D2F6E}"/>
              </a:ext>
            </a:extLst>
          </p:cNvPr>
          <p:cNvGrpSpPr/>
          <p:nvPr/>
        </p:nvGrpSpPr>
        <p:grpSpPr>
          <a:xfrm>
            <a:off x="2203122" y="4025602"/>
            <a:ext cx="804046" cy="212366"/>
            <a:chOff x="2180902" y="4444471"/>
            <a:chExt cx="804046" cy="212366"/>
          </a:xfrm>
        </p:grpSpPr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6848C02B-5A0F-DDE4-323B-CECB3E5F87BE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41" name="Circle">
                <a:extLst>
                  <a:ext uri="{FF2B5EF4-FFF2-40B4-BE49-F238E27FC236}">
                    <a16:creationId xmlns:a16="http://schemas.microsoft.com/office/drawing/2014/main" id="{1F2B881E-77F6-E3FC-A99B-DC5F6A4FD28F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2" name="Label">
                <a:extLst>
                  <a:ext uri="{FF2B5EF4-FFF2-40B4-BE49-F238E27FC236}">
                    <a16:creationId xmlns:a16="http://schemas.microsoft.com/office/drawing/2014/main" id="{23A3A2AD-1892-D303-CFAE-55045B6524A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795D0F88-1248-A300-30EF-5042A2DE36B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44" name="Circle">
                  <a:extLst>
                    <a:ext uri="{FF2B5EF4-FFF2-40B4-BE49-F238E27FC236}">
                      <a16:creationId xmlns:a16="http://schemas.microsoft.com/office/drawing/2014/main" id="{FF3867E2-3F79-4956-D523-D873A758731C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5" name="Check" hidden="1">
                  <a:extLst>
                    <a:ext uri="{FF2B5EF4-FFF2-40B4-BE49-F238E27FC236}">
                      <a16:creationId xmlns:a16="http://schemas.microsoft.com/office/drawing/2014/main" id="{D9BA8C41-6D4F-068A-493D-D7C9AAF0AF80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6" name="Label">
                  <a:extLst>
                    <a:ext uri="{FF2B5EF4-FFF2-40B4-BE49-F238E27FC236}">
                      <a16:creationId xmlns:a16="http://schemas.microsoft.com/office/drawing/2014/main" id="{9899A59D-E1BB-0E70-AFFB-1F52DF6E19A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0" name="Check">
              <a:extLst>
                <a:ext uri="{FF2B5EF4-FFF2-40B4-BE49-F238E27FC236}">
                  <a16:creationId xmlns:a16="http://schemas.microsoft.com/office/drawing/2014/main" id="{9FEF6A62-A426-F001-2DC4-40C3DB1A7FC6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14B491E-3DE6-F039-B7E2-7111E164CA4E}"/>
              </a:ext>
            </a:extLst>
          </p:cNvPr>
          <p:cNvGrpSpPr/>
          <p:nvPr/>
        </p:nvGrpSpPr>
        <p:grpSpPr>
          <a:xfrm>
            <a:off x="2203122" y="4339549"/>
            <a:ext cx="804046" cy="212366"/>
            <a:chOff x="2180902" y="4444471"/>
            <a:chExt cx="804046" cy="212366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88B2012-024C-3541-BFEF-24EE54FD1998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0" name="Circle">
                <a:extLst>
                  <a:ext uri="{FF2B5EF4-FFF2-40B4-BE49-F238E27FC236}">
                    <a16:creationId xmlns:a16="http://schemas.microsoft.com/office/drawing/2014/main" id="{E43A6397-B0DC-885B-548D-B1314CBE5855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1" name="Label">
                <a:extLst>
                  <a:ext uri="{FF2B5EF4-FFF2-40B4-BE49-F238E27FC236}">
                    <a16:creationId xmlns:a16="http://schemas.microsoft.com/office/drawing/2014/main" id="{D88670A7-C511-CC03-5C22-A7165781A8C9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F895CA69-36C0-6A8A-23C2-B42F0FBC27E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53" name="Circle">
                  <a:extLst>
                    <a:ext uri="{FF2B5EF4-FFF2-40B4-BE49-F238E27FC236}">
                      <a16:creationId xmlns:a16="http://schemas.microsoft.com/office/drawing/2014/main" id="{49404E6F-D750-CE6C-52F2-F80E3B0BF8FD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4" name="Check" hidden="1">
                  <a:extLst>
                    <a:ext uri="{FF2B5EF4-FFF2-40B4-BE49-F238E27FC236}">
                      <a16:creationId xmlns:a16="http://schemas.microsoft.com/office/drawing/2014/main" id="{D4BE88C5-9001-6511-E71E-8158A28D32D4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Label">
                  <a:extLst>
                    <a:ext uri="{FF2B5EF4-FFF2-40B4-BE49-F238E27FC236}">
                      <a16:creationId xmlns:a16="http://schemas.microsoft.com/office/drawing/2014/main" id="{8138CB66-5A84-F42C-C3AD-00FF5614604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9" name="Check">
              <a:extLst>
                <a:ext uri="{FF2B5EF4-FFF2-40B4-BE49-F238E27FC236}">
                  <a16:creationId xmlns:a16="http://schemas.microsoft.com/office/drawing/2014/main" id="{4DD21EFC-CC3B-B44C-03D2-6CC383EC961C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AB6A9B84-06C2-6C4A-DEB0-1725DE2BD16A}"/>
              </a:ext>
            </a:extLst>
          </p:cNvPr>
          <p:cNvGrpSpPr/>
          <p:nvPr/>
        </p:nvGrpSpPr>
        <p:grpSpPr>
          <a:xfrm>
            <a:off x="2203122" y="4652641"/>
            <a:ext cx="804046" cy="212366"/>
            <a:chOff x="2180902" y="4444471"/>
            <a:chExt cx="804046" cy="212366"/>
          </a:xfrm>
        </p:grpSpPr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CFA178C6-CF42-F862-76A4-289209EA5174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9" name="Circle">
                <a:extLst>
                  <a:ext uri="{FF2B5EF4-FFF2-40B4-BE49-F238E27FC236}">
                    <a16:creationId xmlns:a16="http://schemas.microsoft.com/office/drawing/2014/main" id="{E1F08C35-5DCE-516E-6F94-E59723A73507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0" name="Label">
                <a:extLst>
                  <a:ext uri="{FF2B5EF4-FFF2-40B4-BE49-F238E27FC236}">
                    <a16:creationId xmlns:a16="http://schemas.microsoft.com/office/drawing/2014/main" id="{F65E7B0E-AB0B-5A20-2314-D59960D4DA2A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6A2C0E6B-4C65-E9AC-CD6D-60513AD4B6C1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62" name="Circle">
                  <a:extLst>
                    <a:ext uri="{FF2B5EF4-FFF2-40B4-BE49-F238E27FC236}">
                      <a16:creationId xmlns:a16="http://schemas.microsoft.com/office/drawing/2014/main" id="{1EA19804-7A5E-1523-FA26-51DAADAF6259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3" name="Check" hidden="1">
                  <a:extLst>
                    <a:ext uri="{FF2B5EF4-FFF2-40B4-BE49-F238E27FC236}">
                      <a16:creationId xmlns:a16="http://schemas.microsoft.com/office/drawing/2014/main" id="{C83FA377-B7F5-5CF1-6D12-E4FD614902C9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Label">
                  <a:extLst>
                    <a:ext uri="{FF2B5EF4-FFF2-40B4-BE49-F238E27FC236}">
                      <a16:creationId xmlns:a16="http://schemas.microsoft.com/office/drawing/2014/main" id="{EFD32EE7-F686-5212-4680-3AF1B9FA4B7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58" name="Check">
              <a:extLst>
                <a:ext uri="{FF2B5EF4-FFF2-40B4-BE49-F238E27FC236}">
                  <a16:creationId xmlns:a16="http://schemas.microsoft.com/office/drawing/2014/main" id="{12CAD941-8609-754F-294D-4808A60C0E4C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5" name="TextBox 264">
            <a:extLst>
              <a:ext uri="{FF2B5EF4-FFF2-40B4-BE49-F238E27FC236}">
                <a16:creationId xmlns:a16="http://schemas.microsoft.com/office/drawing/2014/main" id="{F98A3CAA-1BE1-087F-5B29-0153D85296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22997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b="1" dirty="0"/>
              <a:t>교육 할인관리</a:t>
            </a: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B794A300-2473-D38D-2239-E7FABF1DAF0E}"/>
              </a:ext>
            </a:extLst>
          </p:cNvPr>
          <p:cNvGrpSpPr/>
          <p:nvPr/>
        </p:nvGrpSpPr>
        <p:grpSpPr>
          <a:xfrm>
            <a:off x="2203122" y="2144716"/>
            <a:ext cx="804046" cy="212366"/>
            <a:chOff x="2180902" y="4444471"/>
            <a:chExt cx="804046" cy="212366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832683CA-DEDF-FA48-5F4C-C8B462F348FD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78" name="Circle">
                <a:extLst>
                  <a:ext uri="{FF2B5EF4-FFF2-40B4-BE49-F238E27FC236}">
                    <a16:creationId xmlns:a16="http://schemas.microsoft.com/office/drawing/2014/main" id="{E3310CFC-75A3-A5C0-2539-4122872EFA21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9" name="Label">
                <a:extLst>
                  <a:ext uri="{FF2B5EF4-FFF2-40B4-BE49-F238E27FC236}">
                    <a16:creationId xmlns:a16="http://schemas.microsoft.com/office/drawing/2014/main" id="{A08CD9A2-DDC2-7866-5FFB-B838DF3A3B50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B4D985CD-D6FF-8019-04E5-D476ABF152B8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81" name="Circle">
                  <a:extLst>
                    <a:ext uri="{FF2B5EF4-FFF2-40B4-BE49-F238E27FC236}">
                      <a16:creationId xmlns:a16="http://schemas.microsoft.com/office/drawing/2014/main" id="{B76049D7-15C9-0607-5E16-3C0BC1AEEC24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Check" hidden="1">
                  <a:extLst>
                    <a:ext uri="{FF2B5EF4-FFF2-40B4-BE49-F238E27FC236}">
                      <a16:creationId xmlns:a16="http://schemas.microsoft.com/office/drawing/2014/main" id="{617F5840-F832-2E3B-0C6A-56F1D718C3C8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3" name="Label">
                  <a:extLst>
                    <a:ext uri="{FF2B5EF4-FFF2-40B4-BE49-F238E27FC236}">
                      <a16:creationId xmlns:a16="http://schemas.microsoft.com/office/drawing/2014/main" id="{389CF575-E368-199A-C795-8926133985B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77" name="Check">
              <a:extLst>
                <a:ext uri="{FF2B5EF4-FFF2-40B4-BE49-F238E27FC236}">
                  <a16:creationId xmlns:a16="http://schemas.microsoft.com/office/drawing/2014/main" id="{AE817611-E035-5C31-2E1C-234E638395A7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E38437F3-3CD2-E49D-8527-02D7853A9F60}"/>
              </a:ext>
            </a:extLst>
          </p:cNvPr>
          <p:cNvGrpSpPr/>
          <p:nvPr/>
        </p:nvGrpSpPr>
        <p:grpSpPr>
          <a:xfrm>
            <a:off x="3097124" y="2125134"/>
            <a:ext cx="1016704" cy="241092"/>
            <a:chOff x="2142872" y="1285558"/>
            <a:chExt cx="1016704" cy="241092"/>
          </a:xfrm>
        </p:grpSpPr>
        <p:sp>
          <p:nvSpPr>
            <p:cNvPr id="285" name="Text Box">
              <a:extLst>
                <a:ext uri="{FF2B5EF4-FFF2-40B4-BE49-F238E27FC236}">
                  <a16:creationId xmlns:a16="http://schemas.microsoft.com/office/drawing/2014/main" id="{139C3E60-8F10-DCE6-947F-DD71B8403B0C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D1E4709-2306-A310-1F73-A21384E73BF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EEF7C421-6F2A-9A8D-D7F3-BD90E9AB18F1}"/>
              </a:ext>
            </a:extLst>
          </p:cNvPr>
          <p:cNvGrpSpPr/>
          <p:nvPr/>
        </p:nvGrpSpPr>
        <p:grpSpPr>
          <a:xfrm>
            <a:off x="3097124" y="2441524"/>
            <a:ext cx="1016704" cy="241092"/>
            <a:chOff x="2142872" y="1285558"/>
            <a:chExt cx="1016704" cy="241092"/>
          </a:xfrm>
        </p:grpSpPr>
        <p:sp>
          <p:nvSpPr>
            <p:cNvPr id="288" name="Text Box">
              <a:extLst>
                <a:ext uri="{FF2B5EF4-FFF2-40B4-BE49-F238E27FC236}">
                  <a16:creationId xmlns:a16="http://schemas.microsoft.com/office/drawing/2014/main" id="{E88FBA8E-D68F-6D71-7855-03726C569FC3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3C8DBCF-759A-2B3B-1883-05174A9922F4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C6A9FC0B-5BD3-200D-11EF-0792ACCA0F0D}"/>
              </a:ext>
            </a:extLst>
          </p:cNvPr>
          <p:cNvGrpSpPr/>
          <p:nvPr/>
        </p:nvGrpSpPr>
        <p:grpSpPr>
          <a:xfrm>
            <a:off x="3097124" y="2759509"/>
            <a:ext cx="1016704" cy="241092"/>
            <a:chOff x="2142872" y="1285558"/>
            <a:chExt cx="1016704" cy="241092"/>
          </a:xfrm>
        </p:grpSpPr>
        <p:sp>
          <p:nvSpPr>
            <p:cNvPr id="291" name="Text Box">
              <a:extLst>
                <a:ext uri="{FF2B5EF4-FFF2-40B4-BE49-F238E27FC236}">
                  <a16:creationId xmlns:a16="http://schemas.microsoft.com/office/drawing/2014/main" id="{61212C35-00C6-B427-724E-29901D306EC5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0A2FC8-5C31-2D1F-F4E2-5B4E1D1EC0AF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2E3670DE-3799-8FAB-CC6C-09E5170EBA27}"/>
              </a:ext>
            </a:extLst>
          </p:cNvPr>
          <p:cNvGrpSpPr/>
          <p:nvPr/>
        </p:nvGrpSpPr>
        <p:grpSpPr>
          <a:xfrm>
            <a:off x="2203122" y="2451697"/>
            <a:ext cx="804046" cy="212366"/>
            <a:chOff x="2180902" y="4444471"/>
            <a:chExt cx="804046" cy="212366"/>
          </a:xfrm>
        </p:grpSpPr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110AEABC-4022-47DF-6E3F-D78CDD8F34AF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96" name="Circle">
                <a:extLst>
                  <a:ext uri="{FF2B5EF4-FFF2-40B4-BE49-F238E27FC236}">
                    <a16:creationId xmlns:a16="http://schemas.microsoft.com/office/drawing/2014/main" id="{EC80103B-5A64-D069-A616-12EF8563129A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7" name="Label">
                <a:extLst>
                  <a:ext uri="{FF2B5EF4-FFF2-40B4-BE49-F238E27FC236}">
                    <a16:creationId xmlns:a16="http://schemas.microsoft.com/office/drawing/2014/main" id="{8B3BC407-3479-D629-B5C2-4403ADC0AF3D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98" name="그룹 297">
                <a:extLst>
                  <a:ext uri="{FF2B5EF4-FFF2-40B4-BE49-F238E27FC236}">
                    <a16:creationId xmlns:a16="http://schemas.microsoft.com/office/drawing/2014/main" id="{59C50805-FA31-B449-27B1-D142C6AE29EF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99" name="Circle">
                  <a:extLst>
                    <a:ext uri="{FF2B5EF4-FFF2-40B4-BE49-F238E27FC236}">
                      <a16:creationId xmlns:a16="http://schemas.microsoft.com/office/drawing/2014/main" id="{EE150AED-E6ED-2315-FA4D-36966004CC18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0" name="Check" hidden="1">
                  <a:extLst>
                    <a:ext uri="{FF2B5EF4-FFF2-40B4-BE49-F238E27FC236}">
                      <a16:creationId xmlns:a16="http://schemas.microsoft.com/office/drawing/2014/main" id="{EC64E388-6838-717F-FA06-4D1EBC2D44B6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1" name="Label">
                  <a:extLst>
                    <a:ext uri="{FF2B5EF4-FFF2-40B4-BE49-F238E27FC236}">
                      <a16:creationId xmlns:a16="http://schemas.microsoft.com/office/drawing/2014/main" id="{8EDE511E-91D8-22EB-C969-AB037A60A60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95" name="Check">
              <a:extLst>
                <a:ext uri="{FF2B5EF4-FFF2-40B4-BE49-F238E27FC236}">
                  <a16:creationId xmlns:a16="http://schemas.microsoft.com/office/drawing/2014/main" id="{A25B2602-22B6-9D94-428B-266C29E390C9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02" name="그룹 301">
            <a:extLst>
              <a:ext uri="{FF2B5EF4-FFF2-40B4-BE49-F238E27FC236}">
                <a16:creationId xmlns:a16="http://schemas.microsoft.com/office/drawing/2014/main" id="{6DA46825-0649-BC64-3348-7473623C85E6}"/>
              </a:ext>
            </a:extLst>
          </p:cNvPr>
          <p:cNvGrpSpPr/>
          <p:nvPr/>
        </p:nvGrpSpPr>
        <p:grpSpPr>
          <a:xfrm>
            <a:off x="2203122" y="2768099"/>
            <a:ext cx="804046" cy="212366"/>
            <a:chOff x="2180902" y="4444471"/>
            <a:chExt cx="804046" cy="212366"/>
          </a:xfrm>
        </p:grpSpPr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F0A7DC8F-8D0D-2BDB-73FD-60BC13D0E5B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05" name="Circle">
                <a:extLst>
                  <a:ext uri="{FF2B5EF4-FFF2-40B4-BE49-F238E27FC236}">
                    <a16:creationId xmlns:a16="http://schemas.microsoft.com/office/drawing/2014/main" id="{06EF5DDA-11F4-0542-BFF5-55694F5F73C7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Label">
                <a:extLst>
                  <a:ext uri="{FF2B5EF4-FFF2-40B4-BE49-F238E27FC236}">
                    <a16:creationId xmlns:a16="http://schemas.microsoft.com/office/drawing/2014/main" id="{24DD0A15-23D7-C430-9B83-65A3B5979017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8BB691BE-452F-06A1-618F-F5FDB2E4B12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08" name="Circle">
                  <a:extLst>
                    <a:ext uri="{FF2B5EF4-FFF2-40B4-BE49-F238E27FC236}">
                      <a16:creationId xmlns:a16="http://schemas.microsoft.com/office/drawing/2014/main" id="{D5C1AF99-EFBF-9762-97CB-1772AFB785B8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9" name="Check" hidden="1">
                  <a:extLst>
                    <a:ext uri="{FF2B5EF4-FFF2-40B4-BE49-F238E27FC236}">
                      <a16:creationId xmlns:a16="http://schemas.microsoft.com/office/drawing/2014/main" id="{DD53E189-363C-28CC-A6BF-60B03301F8B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0" name="Label">
                  <a:extLst>
                    <a:ext uri="{FF2B5EF4-FFF2-40B4-BE49-F238E27FC236}">
                      <a16:creationId xmlns:a16="http://schemas.microsoft.com/office/drawing/2014/main" id="{913D657A-3238-6AFB-2973-C13A90120B13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04" name="Check">
              <a:extLst>
                <a:ext uri="{FF2B5EF4-FFF2-40B4-BE49-F238E27FC236}">
                  <a16:creationId xmlns:a16="http://schemas.microsoft.com/office/drawing/2014/main" id="{B0198423-60C8-27DF-007D-689EB37B859B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6383BE78-B0F0-7961-5A53-7904A6752A41}"/>
              </a:ext>
            </a:extLst>
          </p:cNvPr>
          <p:cNvGrpSpPr/>
          <p:nvPr/>
        </p:nvGrpSpPr>
        <p:grpSpPr>
          <a:xfrm>
            <a:off x="2203122" y="4957157"/>
            <a:ext cx="804046" cy="212366"/>
            <a:chOff x="2180902" y="4444471"/>
            <a:chExt cx="804046" cy="212366"/>
          </a:xfrm>
        </p:grpSpPr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D4438E78-D604-3532-F892-8A3A1C6FB82D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14" name="Circle">
                <a:extLst>
                  <a:ext uri="{FF2B5EF4-FFF2-40B4-BE49-F238E27FC236}">
                    <a16:creationId xmlns:a16="http://schemas.microsoft.com/office/drawing/2014/main" id="{20073DD6-EE81-A921-06E2-B565882250E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Label">
                <a:extLst>
                  <a:ext uri="{FF2B5EF4-FFF2-40B4-BE49-F238E27FC236}">
                    <a16:creationId xmlns:a16="http://schemas.microsoft.com/office/drawing/2014/main" id="{F24A6C05-F90F-0973-18AA-FBB9E07717F9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ACD26BEE-8B91-DA9F-F16D-8B5601804DF9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17" name="Circle">
                  <a:extLst>
                    <a:ext uri="{FF2B5EF4-FFF2-40B4-BE49-F238E27FC236}">
                      <a16:creationId xmlns:a16="http://schemas.microsoft.com/office/drawing/2014/main" id="{A765A99D-2D73-93B6-02DE-59441A40D57E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8" name="Check" hidden="1">
                  <a:extLst>
                    <a:ext uri="{FF2B5EF4-FFF2-40B4-BE49-F238E27FC236}">
                      <a16:creationId xmlns:a16="http://schemas.microsoft.com/office/drawing/2014/main" id="{FE4BD2FB-90F7-EA62-4B04-A08C93EEA930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9" name="Label">
                  <a:extLst>
                    <a:ext uri="{FF2B5EF4-FFF2-40B4-BE49-F238E27FC236}">
                      <a16:creationId xmlns:a16="http://schemas.microsoft.com/office/drawing/2014/main" id="{E1F26192-C084-8AEB-D4E8-BA76564D4F6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13" name="Check">
              <a:extLst>
                <a:ext uri="{FF2B5EF4-FFF2-40B4-BE49-F238E27FC236}">
                  <a16:creationId xmlns:a16="http://schemas.microsoft.com/office/drawing/2014/main" id="{154FE4FF-20F5-2A1B-0D0C-A664211F7BAA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0" name="그룹 319">
            <a:extLst>
              <a:ext uri="{FF2B5EF4-FFF2-40B4-BE49-F238E27FC236}">
                <a16:creationId xmlns:a16="http://schemas.microsoft.com/office/drawing/2014/main" id="{37882DD7-5E1B-0891-4E7E-A37F88148FB7}"/>
              </a:ext>
            </a:extLst>
          </p:cNvPr>
          <p:cNvGrpSpPr/>
          <p:nvPr/>
        </p:nvGrpSpPr>
        <p:grpSpPr>
          <a:xfrm>
            <a:off x="2203122" y="5278465"/>
            <a:ext cx="804046" cy="212366"/>
            <a:chOff x="2180902" y="4444471"/>
            <a:chExt cx="804046" cy="212366"/>
          </a:xfrm>
        </p:grpSpPr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A0C25592-0F4C-19E5-7B8C-155014D1054D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23" name="Circle">
                <a:extLst>
                  <a:ext uri="{FF2B5EF4-FFF2-40B4-BE49-F238E27FC236}">
                    <a16:creationId xmlns:a16="http://schemas.microsoft.com/office/drawing/2014/main" id="{14055E5E-0342-03D3-BA2F-0B6764A4914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4" name="Label">
                <a:extLst>
                  <a:ext uri="{FF2B5EF4-FFF2-40B4-BE49-F238E27FC236}">
                    <a16:creationId xmlns:a16="http://schemas.microsoft.com/office/drawing/2014/main" id="{C321833B-E63D-541C-712A-6C0F0E889FDA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5" name="그룹 324">
                <a:extLst>
                  <a:ext uri="{FF2B5EF4-FFF2-40B4-BE49-F238E27FC236}">
                    <a16:creationId xmlns:a16="http://schemas.microsoft.com/office/drawing/2014/main" id="{ED063EC9-AC58-3E4E-B1EF-410F52F43212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26" name="Circle">
                  <a:extLst>
                    <a:ext uri="{FF2B5EF4-FFF2-40B4-BE49-F238E27FC236}">
                      <a16:creationId xmlns:a16="http://schemas.microsoft.com/office/drawing/2014/main" id="{E147195D-B7D3-3194-18AC-C6260200068D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7" name="Check" hidden="1">
                  <a:extLst>
                    <a:ext uri="{FF2B5EF4-FFF2-40B4-BE49-F238E27FC236}">
                      <a16:creationId xmlns:a16="http://schemas.microsoft.com/office/drawing/2014/main" id="{788AECE9-1E72-05F4-A807-6CE9BFD006BC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8" name="Label">
                  <a:extLst>
                    <a:ext uri="{FF2B5EF4-FFF2-40B4-BE49-F238E27FC236}">
                      <a16:creationId xmlns:a16="http://schemas.microsoft.com/office/drawing/2014/main" id="{A8808695-88F1-0347-4C17-FB74A12C9BF7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22" name="Check">
              <a:extLst>
                <a:ext uri="{FF2B5EF4-FFF2-40B4-BE49-F238E27FC236}">
                  <a16:creationId xmlns:a16="http://schemas.microsoft.com/office/drawing/2014/main" id="{A7B6124A-EF81-7F66-81C7-397BE894A7D1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E56DE0-67C7-DCD3-B742-AE9011DC86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6763728"/>
              </p:ext>
            </p:extLst>
          </p:nvPr>
        </p:nvGraphicFramePr>
        <p:xfrm>
          <a:off x="9687465" y="292146"/>
          <a:ext cx="2504535" cy="310263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할인정책 및 할인 종류를 관리합니다</a:t>
                      </a:r>
                      <a:r>
                        <a:rPr lang="en-US" altLang="ko-KR" sz="800" b="1" dirty="0"/>
                        <a:t>.</a:t>
                      </a:r>
                      <a:r>
                        <a:rPr lang="ko-KR" altLang="en-US" sz="800" b="1" dirty="0"/>
                        <a:t> </a:t>
                      </a:r>
                      <a:endParaRPr lang="en-US" altLang="ko-KR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할인정책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할인정책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checkbox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체크를 해야 할인이 적용이 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교육할인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Y / N 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 퍼센트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10%~100%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Y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활성화 및 할인율을 선택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Y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설정한 할인 종류는 사용자페이지에서 교육 신청 시 할인적용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 표시되며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설정한 할인율이 최종 결제 금액에 반영되는 방식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비활성화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D5B2A0-E950-7CF5-DC9A-33934BD53B20}"/>
              </a:ext>
            </a:extLst>
          </p:cNvPr>
          <p:cNvSpPr/>
          <p:nvPr/>
        </p:nvSpPr>
        <p:spPr>
          <a:xfrm>
            <a:off x="1174191" y="69731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8A531EB-6AE9-E74F-99C2-7A21F27123D2}"/>
              </a:ext>
            </a:extLst>
          </p:cNvPr>
          <p:cNvSpPr/>
          <p:nvPr/>
        </p:nvSpPr>
        <p:spPr>
          <a:xfrm>
            <a:off x="1426118" y="127016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2C9D2843-A231-9F8A-9E00-0CED6147A574}"/>
              </a:ext>
            </a:extLst>
          </p:cNvPr>
          <p:cNvGrpSpPr/>
          <p:nvPr/>
        </p:nvGrpSpPr>
        <p:grpSpPr>
          <a:xfrm>
            <a:off x="2203122" y="5580076"/>
            <a:ext cx="804046" cy="212366"/>
            <a:chOff x="2180902" y="4444471"/>
            <a:chExt cx="804046" cy="212366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0FF474EE-26A4-1DDD-BE13-2DD81380113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1" name="Circle">
                <a:extLst>
                  <a:ext uri="{FF2B5EF4-FFF2-40B4-BE49-F238E27FC236}">
                    <a16:creationId xmlns:a16="http://schemas.microsoft.com/office/drawing/2014/main" id="{9B594484-1ABE-4AE7-7F2A-FF9D76E62A7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" name="Label">
                <a:extLst>
                  <a:ext uri="{FF2B5EF4-FFF2-40B4-BE49-F238E27FC236}">
                    <a16:creationId xmlns:a16="http://schemas.microsoft.com/office/drawing/2014/main" id="{57966404-7835-6FA1-B3B7-3DB05C5F8686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B07580D0-63F3-0E61-7D4D-718CDB8203B2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4" name="Circle">
                  <a:extLst>
                    <a:ext uri="{FF2B5EF4-FFF2-40B4-BE49-F238E27FC236}">
                      <a16:creationId xmlns:a16="http://schemas.microsoft.com/office/drawing/2014/main" id="{15BF0360-939F-EE6A-EA58-5739318F241D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" name="Check" hidden="1">
                  <a:extLst>
                    <a:ext uri="{FF2B5EF4-FFF2-40B4-BE49-F238E27FC236}">
                      <a16:creationId xmlns:a16="http://schemas.microsoft.com/office/drawing/2014/main" id="{1BCD5488-9EAD-EC95-6067-C0E1364B4033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" name="Label">
                  <a:extLst>
                    <a:ext uri="{FF2B5EF4-FFF2-40B4-BE49-F238E27FC236}">
                      <a16:creationId xmlns:a16="http://schemas.microsoft.com/office/drawing/2014/main" id="{EF4901DC-528C-8357-6FBE-CB84DD969904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0" name="Check">
              <a:extLst>
                <a:ext uri="{FF2B5EF4-FFF2-40B4-BE49-F238E27FC236}">
                  <a16:creationId xmlns:a16="http://schemas.microsoft.com/office/drawing/2014/main" id="{45118A8A-F7CB-6F89-6032-2925A6DAF989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B4D2C8E-9DB1-1E70-EECC-A2623CC90434}"/>
              </a:ext>
            </a:extLst>
          </p:cNvPr>
          <p:cNvGrpSpPr/>
          <p:nvPr/>
        </p:nvGrpSpPr>
        <p:grpSpPr>
          <a:xfrm>
            <a:off x="2203122" y="5893168"/>
            <a:ext cx="804046" cy="212366"/>
            <a:chOff x="2180902" y="4444471"/>
            <a:chExt cx="804046" cy="212366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276AEF38-6E3F-22D1-713A-F9B640426834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0" name="Circle">
                <a:extLst>
                  <a:ext uri="{FF2B5EF4-FFF2-40B4-BE49-F238E27FC236}">
                    <a16:creationId xmlns:a16="http://schemas.microsoft.com/office/drawing/2014/main" id="{CFD19ACE-1B2F-E82B-14B9-C10D276ED29B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abel">
                <a:extLst>
                  <a:ext uri="{FF2B5EF4-FFF2-40B4-BE49-F238E27FC236}">
                    <a16:creationId xmlns:a16="http://schemas.microsoft.com/office/drawing/2014/main" id="{988E3B29-244C-901E-33D1-0C03DC7BDF88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01C5DD26-3704-C5FF-F530-1A873A6D0D12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3" name="Circle">
                  <a:extLst>
                    <a:ext uri="{FF2B5EF4-FFF2-40B4-BE49-F238E27FC236}">
                      <a16:creationId xmlns:a16="http://schemas.microsoft.com/office/drawing/2014/main" id="{E44EF398-0781-04CE-7126-B50C4952702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" name="Check" hidden="1">
                  <a:extLst>
                    <a:ext uri="{FF2B5EF4-FFF2-40B4-BE49-F238E27FC236}">
                      <a16:creationId xmlns:a16="http://schemas.microsoft.com/office/drawing/2014/main" id="{3A5B5DA1-6C19-642E-E17B-439AD9A5E0F0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" name="Label">
                  <a:extLst>
                    <a:ext uri="{FF2B5EF4-FFF2-40B4-BE49-F238E27FC236}">
                      <a16:creationId xmlns:a16="http://schemas.microsoft.com/office/drawing/2014/main" id="{4A9FB5E9-4AA5-025D-902D-C79C1AC95B35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9" name="Check">
              <a:extLst>
                <a:ext uri="{FF2B5EF4-FFF2-40B4-BE49-F238E27FC236}">
                  <a16:creationId xmlns:a16="http://schemas.microsoft.com/office/drawing/2014/main" id="{87034B6B-4685-8F00-8964-03137D86A01A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4F00BF78-FC1A-E62A-ADFF-C086E012EC1F}"/>
              </a:ext>
            </a:extLst>
          </p:cNvPr>
          <p:cNvGrpSpPr/>
          <p:nvPr/>
        </p:nvGrpSpPr>
        <p:grpSpPr>
          <a:xfrm>
            <a:off x="2203122" y="6197684"/>
            <a:ext cx="804046" cy="212366"/>
            <a:chOff x="2180902" y="4444471"/>
            <a:chExt cx="804046" cy="212366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D282EFC5-67DE-F38A-C80A-FFC453BB2E3A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9" name="Circle">
                <a:extLst>
                  <a:ext uri="{FF2B5EF4-FFF2-40B4-BE49-F238E27FC236}">
                    <a16:creationId xmlns:a16="http://schemas.microsoft.com/office/drawing/2014/main" id="{3F4F66D0-7265-8CB2-C2DA-3D227E2E11E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Label">
                <a:extLst>
                  <a:ext uri="{FF2B5EF4-FFF2-40B4-BE49-F238E27FC236}">
                    <a16:creationId xmlns:a16="http://schemas.microsoft.com/office/drawing/2014/main" id="{FC8D9C88-CF1E-E6ED-2040-FA8D9AEF3C61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" name="그룹 30">
                <a:extLst>
                  <a:ext uri="{FF2B5EF4-FFF2-40B4-BE49-F238E27FC236}">
                    <a16:creationId xmlns:a16="http://schemas.microsoft.com/office/drawing/2014/main" id="{1A59FBD6-C2EF-288A-BD03-DC9639D9C0C8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2" name="Circle">
                  <a:extLst>
                    <a:ext uri="{FF2B5EF4-FFF2-40B4-BE49-F238E27FC236}">
                      <a16:creationId xmlns:a16="http://schemas.microsoft.com/office/drawing/2014/main" id="{02E5E917-7AA7-25A4-4067-D2F6C759EB19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" name="Check" hidden="1">
                  <a:extLst>
                    <a:ext uri="{FF2B5EF4-FFF2-40B4-BE49-F238E27FC236}">
                      <a16:creationId xmlns:a16="http://schemas.microsoft.com/office/drawing/2014/main" id="{DC679EE7-726D-3BCB-2E3D-20E74F62BCEA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" name="Label">
                  <a:extLst>
                    <a:ext uri="{FF2B5EF4-FFF2-40B4-BE49-F238E27FC236}">
                      <a16:creationId xmlns:a16="http://schemas.microsoft.com/office/drawing/2014/main" id="{5B9929A0-9E8B-6D86-CA5A-B7CA73E8A06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8" name="Check">
              <a:extLst>
                <a:ext uri="{FF2B5EF4-FFF2-40B4-BE49-F238E27FC236}">
                  <a16:creationId xmlns:a16="http://schemas.microsoft.com/office/drawing/2014/main" id="{4D499ACD-61B2-7C72-BA24-97AF54E9A540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4FBD6ACA-B827-08BC-F284-7579DA1D4102}"/>
              </a:ext>
            </a:extLst>
          </p:cNvPr>
          <p:cNvGrpSpPr/>
          <p:nvPr/>
        </p:nvGrpSpPr>
        <p:grpSpPr>
          <a:xfrm>
            <a:off x="2203122" y="6518992"/>
            <a:ext cx="804046" cy="212366"/>
            <a:chOff x="2180902" y="4444471"/>
            <a:chExt cx="804046" cy="212366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F68DA975-C139-7705-86CA-766FDDB0F80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8" name="Circle">
                <a:extLst>
                  <a:ext uri="{FF2B5EF4-FFF2-40B4-BE49-F238E27FC236}">
                    <a16:creationId xmlns:a16="http://schemas.microsoft.com/office/drawing/2014/main" id="{63E8D186-6A43-4742-B9C3-68FBADB5932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Label">
                <a:extLst>
                  <a:ext uri="{FF2B5EF4-FFF2-40B4-BE49-F238E27FC236}">
                    <a16:creationId xmlns:a16="http://schemas.microsoft.com/office/drawing/2014/main" id="{2E67060D-017B-8B93-B87B-173BD11524C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" name="그룹 39">
                <a:extLst>
                  <a:ext uri="{FF2B5EF4-FFF2-40B4-BE49-F238E27FC236}">
                    <a16:creationId xmlns:a16="http://schemas.microsoft.com/office/drawing/2014/main" id="{EEE6AC49-43B6-0A39-EA33-D9A3A9819750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41" name="Circle">
                  <a:extLst>
                    <a:ext uri="{FF2B5EF4-FFF2-40B4-BE49-F238E27FC236}">
                      <a16:creationId xmlns:a16="http://schemas.microsoft.com/office/drawing/2014/main" id="{722BA625-63F3-D5E1-3D66-4D75EF062C51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" name="Check" hidden="1">
                  <a:extLst>
                    <a:ext uri="{FF2B5EF4-FFF2-40B4-BE49-F238E27FC236}">
                      <a16:creationId xmlns:a16="http://schemas.microsoft.com/office/drawing/2014/main" id="{6908D8A6-6114-539A-BD82-92075ABCCC76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" name="Label">
                  <a:extLst>
                    <a:ext uri="{FF2B5EF4-FFF2-40B4-BE49-F238E27FC236}">
                      <a16:creationId xmlns:a16="http://schemas.microsoft.com/office/drawing/2014/main" id="{E370FB3F-3D03-8345-153B-5D20B26FFFB5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7" name="Check">
              <a:extLst>
                <a:ext uri="{FF2B5EF4-FFF2-40B4-BE49-F238E27FC236}">
                  <a16:creationId xmlns:a16="http://schemas.microsoft.com/office/drawing/2014/main" id="{BD2A0716-B5C0-E40D-EB68-AB29B2C939EE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118197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593D9A-45EC-831B-074A-D88E3F9302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429E1561-D5F0-9628-5D49-0C727C1DD717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할인관리 </a:t>
            </a:r>
            <a:r>
              <a:rPr lang="en-US" altLang="ko-KR" sz="900" dirty="0">
                <a:latin typeface="+mn-ea"/>
              </a:rPr>
              <a:t>(1/2)</a:t>
            </a:r>
            <a:endParaRPr lang="ko-KR" altLang="en-US" sz="900" dirty="0">
              <a:latin typeface="+mn-ea"/>
            </a:endParaRPr>
          </a:p>
        </p:txBody>
      </p:sp>
      <p:sp>
        <p:nvSpPr>
          <p:cNvPr id="2" name="TextBox 30">
            <a:extLst>
              <a:ext uri="{FF2B5EF4-FFF2-40B4-BE49-F238E27FC236}">
                <a16:creationId xmlns:a16="http://schemas.microsoft.com/office/drawing/2014/main" id="{804CD7D2-5A19-68FA-23EB-8F696DD24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할인관리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57E9A42-948D-215F-24AB-242946C22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9153630"/>
              </p:ext>
            </p:extLst>
          </p:nvPr>
        </p:nvGraphicFramePr>
        <p:xfrm>
          <a:off x="610056" y="813277"/>
          <a:ext cx="7397170" cy="59023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6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장기대여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8601700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휴관일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8924449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토요일 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079760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일요일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664248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일반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0511899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경로우대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0917340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국가유공자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762203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기초생활수급자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296608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장애인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6590516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청소년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546738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한부모가족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786594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다문화가족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199446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다자녀가정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새터민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751015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사회복지시설수용자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75145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정회원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6562577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동아리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8104375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교육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99550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구청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203135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공익 지원</a:t>
                      </a:r>
                      <a:r>
                        <a:rPr lang="en-US" altLang="ko-KR" sz="800" dirty="0">
                          <a:effectLst/>
                        </a:rPr>
                        <a:t>(</a:t>
                      </a:r>
                      <a:r>
                        <a:rPr lang="ko-KR" altLang="en-US" sz="800" dirty="0">
                          <a:effectLst/>
                        </a:rPr>
                        <a:t>공문</a:t>
                      </a:r>
                      <a:r>
                        <a:rPr lang="en-US" altLang="ko-KR" sz="800" dirty="0">
                          <a:effectLst/>
                        </a:rPr>
                        <a:t>)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312513"/>
                  </a:ext>
                </a:extLst>
              </a:tr>
              <a:tr h="28106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 err="1">
                          <a:effectLst/>
                        </a:rPr>
                        <a:t>미추홀구민</a:t>
                      </a:r>
                      <a:r>
                        <a:rPr lang="ko-KR" altLang="en-US" sz="800" dirty="0">
                          <a:effectLst/>
                        </a:rPr>
                        <a:t> 할인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389448"/>
                  </a:ext>
                </a:extLst>
              </a:tr>
            </a:tbl>
          </a:graphicData>
        </a:graphic>
      </p:graphicFrame>
      <p:grpSp>
        <p:nvGrpSpPr>
          <p:cNvPr id="43" name="그룹 42">
            <a:extLst>
              <a:ext uri="{FF2B5EF4-FFF2-40B4-BE49-F238E27FC236}">
                <a16:creationId xmlns:a16="http://schemas.microsoft.com/office/drawing/2014/main" id="{6B172482-9E26-4FBE-F77A-76FECF27DF4D}"/>
              </a:ext>
            </a:extLst>
          </p:cNvPr>
          <p:cNvGrpSpPr/>
          <p:nvPr/>
        </p:nvGrpSpPr>
        <p:grpSpPr>
          <a:xfrm>
            <a:off x="2231412" y="1111902"/>
            <a:ext cx="804046" cy="212366"/>
            <a:chOff x="2180902" y="4444471"/>
            <a:chExt cx="804046" cy="212366"/>
          </a:xfrm>
        </p:grpSpPr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CBE2BDB1-5692-7869-3DD3-F95C50601AD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44" name="Circle">
                <a:extLst>
                  <a:ext uri="{FF2B5EF4-FFF2-40B4-BE49-F238E27FC236}">
                    <a16:creationId xmlns:a16="http://schemas.microsoft.com/office/drawing/2014/main" id="{14933D70-4295-6407-F8C8-A1B8AE0AA9C1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5" name="Label">
                <a:extLst>
                  <a:ext uri="{FF2B5EF4-FFF2-40B4-BE49-F238E27FC236}">
                    <a16:creationId xmlns:a16="http://schemas.microsoft.com/office/drawing/2014/main" id="{7600F8AD-1235-72BE-2AF7-BD48124B3F5C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46" name="그룹 145">
                <a:extLst>
                  <a:ext uri="{FF2B5EF4-FFF2-40B4-BE49-F238E27FC236}">
                    <a16:creationId xmlns:a16="http://schemas.microsoft.com/office/drawing/2014/main" id="{E6075D03-678D-6382-D3C8-198C8851D805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47" name="Circle">
                  <a:extLst>
                    <a:ext uri="{FF2B5EF4-FFF2-40B4-BE49-F238E27FC236}">
                      <a16:creationId xmlns:a16="http://schemas.microsoft.com/office/drawing/2014/main" id="{FC40CB02-CB7F-CACE-7F6A-937A54436D5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" name="Check" hidden="1">
                  <a:extLst>
                    <a:ext uri="{FF2B5EF4-FFF2-40B4-BE49-F238E27FC236}">
                      <a16:creationId xmlns:a16="http://schemas.microsoft.com/office/drawing/2014/main" id="{4A3FB4BF-735C-E8A0-8995-11C89E99AE8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9" name="Label">
                  <a:extLst>
                    <a:ext uri="{FF2B5EF4-FFF2-40B4-BE49-F238E27FC236}">
                      <a16:creationId xmlns:a16="http://schemas.microsoft.com/office/drawing/2014/main" id="{3BB3BF63-77BB-5070-EF95-B0123D17DE3E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3" name="Check">
              <a:extLst>
                <a:ext uri="{FF2B5EF4-FFF2-40B4-BE49-F238E27FC236}">
                  <a16:creationId xmlns:a16="http://schemas.microsoft.com/office/drawing/2014/main" id="{D0A8CCFF-7A63-C157-972B-7106EF40FEBB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25406B62-8C90-6B5C-173F-032085D03B9F}"/>
              </a:ext>
            </a:extLst>
          </p:cNvPr>
          <p:cNvGrpSpPr/>
          <p:nvPr/>
        </p:nvGrpSpPr>
        <p:grpSpPr>
          <a:xfrm>
            <a:off x="2231412" y="1435988"/>
            <a:ext cx="804046" cy="212366"/>
            <a:chOff x="2180902" y="4444471"/>
            <a:chExt cx="804046" cy="212366"/>
          </a:xfrm>
        </p:grpSpPr>
        <p:grpSp>
          <p:nvGrpSpPr>
            <p:cNvPr id="151" name="그룹 150">
              <a:extLst>
                <a:ext uri="{FF2B5EF4-FFF2-40B4-BE49-F238E27FC236}">
                  <a16:creationId xmlns:a16="http://schemas.microsoft.com/office/drawing/2014/main" id="{79B03A7D-DF0C-EEEE-BB04-E551107303C6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53" name="Circle">
                <a:extLst>
                  <a:ext uri="{FF2B5EF4-FFF2-40B4-BE49-F238E27FC236}">
                    <a16:creationId xmlns:a16="http://schemas.microsoft.com/office/drawing/2014/main" id="{9DE286FB-2A15-941E-3AAD-2F4F0219BDEC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4" name="Label">
                <a:extLst>
                  <a:ext uri="{FF2B5EF4-FFF2-40B4-BE49-F238E27FC236}">
                    <a16:creationId xmlns:a16="http://schemas.microsoft.com/office/drawing/2014/main" id="{30F9A4A7-DAE9-FBA8-2A70-DDE4B10960B2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3015FB5F-0A27-F4BC-CF3D-7419AAFD62D7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56" name="Circle">
                  <a:extLst>
                    <a:ext uri="{FF2B5EF4-FFF2-40B4-BE49-F238E27FC236}">
                      <a16:creationId xmlns:a16="http://schemas.microsoft.com/office/drawing/2014/main" id="{1A7FD720-988F-AA82-30E8-2E95E730ECC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7" name="Check" hidden="1">
                  <a:extLst>
                    <a:ext uri="{FF2B5EF4-FFF2-40B4-BE49-F238E27FC236}">
                      <a16:creationId xmlns:a16="http://schemas.microsoft.com/office/drawing/2014/main" id="{A1DAE9B1-FC58-5019-8F37-B460CE96F31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8" name="Label">
                  <a:extLst>
                    <a:ext uri="{FF2B5EF4-FFF2-40B4-BE49-F238E27FC236}">
                      <a16:creationId xmlns:a16="http://schemas.microsoft.com/office/drawing/2014/main" id="{29FC88DE-A93E-3C4F-9A0B-A3E0008FFFD5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52" name="Check">
              <a:extLst>
                <a:ext uri="{FF2B5EF4-FFF2-40B4-BE49-F238E27FC236}">
                  <a16:creationId xmlns:a16="http://schemas.microsoft.com/office/drawing/2014/main" id="{1802B13D-6767-A206-FFFB-EEE89F096F97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70354801-D2CE-6ECF-E4E5-901A825DD914}"/>
              </a:ext>
            </a:extLst>
          </p:cNvPr>
          <p:cNvGrpSpPr/>
          <p:nvPr/>
        </p:nvGrpSpPr>
        <p:grpSpPr>
          <a:xfrm>
            <a:off x="3125414" y="1401026"/>
            <a:ext cx="1016704" cy="199997"/>
            <a:chOff x="2142872" y="1285558"/>
            <a:chExt cx="1016704" cy="241092"/>
          </a:xfrm>
        </p:grpSpPr>
        <p:sp>
          <p:nvSpPr>
            <p:cNvPr id="160" name="Text Box">
              <a:extLst>
                <a:ext uri="{FF2B5EF4-FFF2-40B4-BE49-F238E27FC236}">
                  <a16:creationId xmlns:a16="http://schemas.microsoft.com/office/drawing/2014/main" id="{53D6C453-DA60-2E78-AD3E-0C30AC182A74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CBB2F8-6A33-C8A5-8F28-FB863DDF401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01D78267-0F75-104E-17F2-DAC995353A7A}"/>
              </a:ext>
            </a:extLst>
          </p:cNvPr>
          <p:cNvGrpSpPr/>
          <p:nvPr/>
        </p:nvGrpSpPr>
        <p:grpSpPr>
          <a:xfrm>
            <a:off x="2231412" y="1680842"/>
            <a:ext cx="804046" cy="212366"/>
            <a:chOff x="2180902" y="4444471"/>
            <a:chExt cx="804046" cy="212366"/>
          </a:xfrm>
        </p:grpSpPr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C21B9717-17D8-A74A-7BBC-014F2136F034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84" name="Circle">
                <a:extLst>
                  <a:ext uri="{FF2B5EF4-FFF2-40B4-BE49-F238E27FC236}">
                    <a16:creationId xmlns:a16="http://schemas.microsoft.com/office/drawing/2014/main" id="{1A6571A1-F329-99D8-D9DA-319A9DC42FB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Label">
                <a:extLst>
                  <a:ext uri="{FF2B5EF4-FFF2-40B4-BE49-F238E27FC236}">
                    <a16:creationId xmlns:a16="http://schemas.microsoft.com/office/drawing/2014/main" id="{485A73C8-9A52-231E-9BF5-4CA012AD34BB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71AC3292-3D47-00A6-F5AC-1A9B4C868D2E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87" name="Circle">
                  <a:extLst>
                    <a:ext uri="{FF2B5EF4-FFF2-40B4-BE49-F238E27FC236}">
                      <a16:creationId xmlns:a16="http://schemas.microsoft.com/office/drawing/2014/main" id="{A0249EBE-567A-10F0-6F11-C87577A2FC4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8" name="Check" hidden="1">
                  <a:extLst>
                    <a:ext uri="{FF2B5EF4-FFF2-40B4-BE49-F238E27FC236}">
                      <a16:creationId xmlns:a16="http://schemas.microsoft.com/office/drawing/2014/main" id="{1AA97B43-6A80-5FB7-6EF6-9320EFD6ECC5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9" name="Label">
                  <a:extLst>
                    <a:ext uri="{FF2B5EF4-FFF2-40B4-BE49-F238E27FC236}">
                      <a16:creationId xmlns:a16="http://schemas.microsoft.com/office/drawing/2014/main" id="{F86C0591-0B8C-305F-0D2C-D094622C497F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83" name="Check">
              <a:extLst>
                <a:ext uri="{FF2B5EF4-FFF2-40B4-BE49-F238E27FC236}">
                  <a16:creationId xmlns:a16="http://schemas.microsoft.com/office/drawing/2014/main" id="{12068193-0CB7-41CC-0235-B16B120DD71E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5A3C60A-EADE-CB85-ED50-63872F8037E5}"/>
              </a:ext>
            </a:extLst>
          </p:cNvPr>
          <p:cNvGrpSpPr/>
          <p:nvPr/>
        </p:nvGrpSpPr>
        <p:grpSpPr>
          <a:xfrm>
            <a:off x="3125414" y="1716086"/>
            <a:ext cx="1016704" cy="199997"/>
            <a:chOff x="2142872" y="1285558"/>
            <a:chExt cx="1016704" cy="241092"/>
          </a:xfrm>
        </p:grpSpPr>
        <p:sp>
          <p:nvSpPr>
            <p:cNvPr id="191" name="Text Box">
              <a:extLst>
                <a:ext uri="{FF2B5EF4-FFF2-40B4-BE49-F238E27FC236}">
                  <a16:creationId xmlns:a16="http://schemas.microsoft.com/office/drawing/2014/main" id="{DA46732E-5366-80A9-58AB-41E78306AB60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AFF32D-ECD9-D655-4C9C-A5ECD3824FF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754ABC62-C57D-1A3D-253E-5095A79478BA}"/>
              </a:ext>
            </a:extLst>
          </p:cNvPr>
          <p:cNvGrpSpPr/>
          <p:nvPr/>
        </p:nvGrpSpPr>
        <p:grpSpPr>
          <a:xfrm>
            <a:off x="2231412" y="1987105"/>
            <a:ext cx="804046" cy="212366"/>
            <a:chOff x="2180902" y="4444471"/>
            <a:chExt cx="804046" cy="212366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8E489AD8-CCBB-EC57-22F6-67860F663BB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96" name="Circle">
                <a:extLst>
                  <a:ext uri="{FF2B5EF4-FFF2-40B4-BE49-F238E27FC236}">
                    <a16:creationId xmlns:a16="http://schemas.microsoft.com/office/drawing/2014/main" id="{7F9DC10E-7F04-5FA1-51FC-2C2BCD8E341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abel">
                <a:extLst>
                  <a:ext uri="{FF2B5EF4-FFF2-40B4-BE49-F238E27FC236}">
                    <a16:creationId xmlns:a16="http://schemas.microsoft.com/office/drawing/2014/main" id="{75D6D450-4988-4461-96EC-AA64CB16A7D6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433066FB-6441-2102-1AC9-31E58E721628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99" name="Circle">
                  <a:extLst>
                    <a:ext uri="{FF2B5EF4-FFF2-40B4-BE49-F238E27FC236}">
                      <a16:creationId xmlns:a16="http://schemas.microsoft.com/office/drawing/2014/main" id="{56013BBD-44F1-E634-DB3E-6335EFC5987F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0" name="Check" hidden="1">
                  <a:extLst>
                    <a:ext uri="{FF2B5EF4-FFF2-40B4-BE49-F238E27FC236}">
                      <a16:creationId xmlns:a16="http://schemas.microsoft.com/office/drawing/2014/main" id="{73D3CCFE-4546-F348-CBD3-F9B0EBB9B843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1" name="Label">
                  <a:extLst>
                    <a:ext uri="{FF2B5EF4-FFF2-40B4-BE49-F238E27FC236}">
                      <a16:creationId xmlns:a16="http://schemas.microsoft.com/office/drawing/2014/main" id="{1BBD7929-8392-C343-29A9-C25E9B22496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95" name="Check">
              <a:extLst>
                <a:ext uri="{FF2B5EF4-FFF2-40B4-BE49-F238E27FC236}">
                  <a16:creationId xmlns:a16="http://schemas.microsoft.com/office/drawing/2014/main" id="{C820835D-175C-9F10-7253-E9A41D433B4B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6DD5C89-D295-8897-B39F-C173C394B40A}"/>
              </a:ext>
            </a:extLst>
          </p:cNvPr>
          <p:cNvGrpSpPr/>
          <p:nvPr/>
        </p:nvGrpSpPr>
        <p:grpSpPr>
          <a:xfrm>
            <a:off x="2231412" y="2247062"/>
            <a:ext cx="804046" cy="212366"/>
            <a:chOff x="2180902" y="4444471"/>
            <a:chExt cx="804046" cy="212366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685B47C1-177D-1ED9-0456-8C82229C440A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05" name="Circle">
                <a:extLst>
                  <a:ext uri="{FF2B5EF4-FFF2-40B4-BE49-F238E27FC236}">
                    <a16:creationId xmlns:a16="http://schemas.microsoft.com/office/drawing/2014/main" id="{2B0C5C73-2B7C-A96C-1349-0F23C7315484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Label">
                <a:extLst>
                  <a:ext uri="{FF2B5EF4-FFF2-40B4-BE49-F238E27FC236}">
                    <a16:creationId xmlns:a16="http://schemas.microsoft.com/office/drawing/2014/main" id="{AAB85049-C560-2ED2-35C5-EF81DDA0151C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BCBCFC2A-F1CD-81C5-D61D-DA8549B6539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08" name="Circle">
                  <a:extLst>
                    <a:ext uri="{FF2B5EF4-FFF2-40B4-BE49-F238E27FC236}">
                      <a16:creationId xmlns:a16="http://schemas.microsoft.com/office/drawing/2014/main" id="{6E64BD73-B4B8-F2A0-966A-B5B0F965858C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Check" hidden="1">
                  <a:extLst>
                    <a:ext uri="{FF2B5EF4-FFF2-40B4-BE49-F238E27FC236}">
                      <a16:creationId xmlns:a16="http://schemas.microsoft.com/office/drawing/2014/main" id="{AE5233C7-5674-4FBE-B43A-29230D1981A2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Label">
                  <a:extLst>
                    <a:ext uri="{FF2B5EF4-FFF2-40B4-BE49-F238E27FC236}">
                      <a16:creationId xmlns:a16="http://schemas.microsoft.com/office/drawing/2014/main" id="{EB96A079-6C60-4C0D-6910-58AA59F4400F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04" name="Check">
              <a:extLst>
                <a:ext uri="{FF2B5EF4-FFF2-40B4-BE49-F238E27FC236}">
                  <a16:creationId xmlns:a16="http://schemas.microsoft.com/office/drawing/2014/main" id="{9164B2E0-6DF1-AB6C-0D66-CE95459DF5C5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0069F8A0-6253-0D56-BA1F-E00E592579BC}"/>
              </a:ext>
            </a:extLst>
          </p:cNvPr>
          <p:cNvGrpSpPr/>
          <p:nvPr/>
        </p:nvGrpSpPr>
        <p:grpSpPr>
          <a:xfrm>
            <a:off x="2231412" y="3383427"/>
            <a:ext cx="804046" cy="212366"/>
            <a:chOff x="2180902" y="4444471"/>
            <a:chExt cx="804046" cy="212366"/>
          </a:xfrm>
        </p:grpSpPr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5575A90A-0427-0EBE-AB01-F056A128BC8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14" name="Circle">
                <a:extLst>
                  <a:ext uri="{FF2B5EF4-FFF2-40B4-BE49-F238E27FC236}">
                    <a16:creationId xmlns:a16="http://schemas.microsoft.com/office/drawing/2014/main" id="{A75B0DFA-EE0F-B949-25E1-4C674392856F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5" name="Label">
                <a:extLst>
                  <a:ext uri="{FF2B5EF4-FFF2-40B4-BE49-F238E27FC236}">
                    <a16:creationId xmlns:a16="http://schemas.microsoft.com/office/drawing/2014/main" id="{F7C75CC7-7974-EBBA-3495-D94597B95F8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16" name="그룹 215">
                <a:extLst>
                  <a:ext uri="{FF2B5EF4-FFF2-40B4-BE49-F238E27FC236}">
                    <a16:creationId xmlns:a16="http://schemas.microsoft.com/office/drawing/2014/main" id="{F199CB57-0077-2126-5830-4DFEA483CB3E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17" name="Circle">
                  <a:extLst>
                    <a:ext uri="{FF2B5EF4-FFF2-40B4-BE49-F238E27FC236}">
                      <a16:creationId xmlns:a16="http://schemas.microsoft.com/office/drawing/2014/main" id="{E6F8E028-013A-548B-32AB-8E0E741BEA7C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Check" hidden="1">
                  <a:extLst>
                    <a:ext uri="{FF2B5EF4-FFF2-40B4-BE49-F238E27FC236}">
                      <a16:creationId xmlns:a16="http://schemas.microsoft.com/office/drawing/2014/main" id="{1186FBCE-B346-2469-C92F-E13F7117F30C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9" name="Label">
                  <a:extLst>
                    <a:ext uri="{FF2B5EF4-FFF2-40B4-BE49-F238E27FC236}">
                      <a16:creationId xmlns:a16="http://schemas.microsoft.com/office/drawing/2014/main" id="{3A62B67E-D087-39CD-094A-39550D45AA87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13" name="Check">
              <a:extLst>
                <a:ext uri="{FF2B5EF4-FFF2-40B4-BE49-F238E27FC236}">
                  <a16:creationId xmlns:a16="http://schemas.microsoft.com/office/drawing/2014/main" id="{FFF9D1F5-29EF-0FEA-16E7-7F923B71B4D4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F5D0E087-2A0A-AA02-61FF-A4F523451785}"/>
              </a:ext>
            </a:extLst>
          </p:cNvPr>
          <p:cNvGrpSpPr/>
          <p:nvPr/>
        </p:nvGrpSpPr>
        <p:grpSpPr>
          <a:xfrm>
            <a:off x="2231412" y="3652866"/>
            <a:ext cx="804046" cy="212366"/>
            <a:chOff x="2180902" y="4444471"/>
            <a:chExt cx="804046" cy="212366"/>
          </a:xfrm>
        </p:grpSpPr>
        <p:grpSp>
          <p:nvGrpSpPr>
            <p:cNvPr id="221" name="그룹 220">
              <a:extLst>
                <a:ext uri="{FF2B5EF4-FFF2-40B4-BE49-F238E27FC236}">
                  <a16:creationId xmlns:a16="http://schemas.microsoft.com/office/drawing/2014/main" id="{8914F57B-189A-DA9B-C82E-77CAC9D08D1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23" name="Circle">
                <a:extLst>
                  <a:ext uri="{FF2B5EF4-FFF2-40B4-BE49-F238E27FC236}">
                    <a16:creationId xmlns:a16="http://schemas.microsoft.com/office/drawing/2014/main" id="{523912F6-1503-63D2-A00E-7EE3E6A906D4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4" name="Label">
                <a:extLst>
                  <a:ext uri="{FF2B5EF4-FFF2-40B4-BE49-F238E27FC236}">
                    <a16:creationId xmlns:a16="http://schemas.microsoft.com/office/drawing/2014/main" id="{3329F9A7-96F2-29FD-D7E7-5B1EDB7AA111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25" name="그룹 224">
                <a:extLst>
                  <a:ext uri="{FF2B5EF4-FFF2-40B4-BE49-F238E27FC236}">
                    <a16:creationId xmlns:a16="http://schemas.microsoft.com/office/drawing/2014/main" id="{26069627-F88F-EC11-5C60-11E81C8D1C67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26" name="Circle">
                  <a:extLst>
                    <a:ext uri="{FF2B5EF4-FFF2-40B4-BE49-F238E27FC236}">
                      <a16:creationId xmlns:a16="http://schemas.microsoft.com/office/drawing/2014/main" id="{B9AACAA5-D2D6-6618-FBBE-806DB49388D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7" name="Check" hidden="1">
                  <a:extLst>
                    <a:ext uri="{FF2B5EF4-FFF2-40B4-BE49-F238E27FC236}">
                      <a16:creationId xmlns:a16="http://schemas.microsoft.com/office/drawing/2014/main" id="{47A80F98-82DC-31D8-F223-4C2588FFF58E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8" name="Label">
                  <a:extLst>
                    <a:ext uri="{FF2B5EF4-FFF2-40B4-BE49-F238E27FC236}">
                      <a16:creationId xmlns:a16="http://schemas.microsoft.com/office/drawing/2014/main" id="{6E81DC77-D188-551B-7E07-DA35B29968D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22" name="Check">
              <a:extLst>
                <a:ext uri="{FF2B5EF4-FFF2-40B4-BE49-F238E27FC236}">
                  <a16:creationId xmlns:a16="http://schemas.microsoft.com/office/drawing/2014/main" id="{4F2F8DBD-470B-E050-2DF6-1151AA14412A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7D812DB6-FB91-53BB-C8E0-1324FECF1761}"/>
              </a:ext>
            </a:extLst>
          </p:cNvPr>
          <p:cNvGrpSpPr/>
          <p:nvPr/>
        </p:nvGrpSpPr>
        <p:grpSpPr>
          <a:xfrm>
            <a:off x="2231412" y="3959272"/>
            <a:ext cx="804046" cy="212366"/>
            <a:chOff x="2180902" y="4444471"/>
            <a:chExt cx="804046" cy="212366"/>
          </a:xfrm>
        </p:grpSpPr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75CBF28-06FB-A568-9D64-C55E7D54BF9A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32" name="Circle">
                <a:extLst>
                  <a:ext uri="{FF2B5EF4-FFF2-40B4-BE49-F238E27FC236}">
                    <a16:creationId xmlns:a16="http://schemas.microsoft.com/office/drawing/2014/main" id="{06F1C000-F20D-359A-6F7D-569605FBEB53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3" name="Label">
                <a:extLst>
                  <a:ext uri="{FF2B5EF4-FFF2-40B4-BE49-F238E27FC236}">
                    <a16:creationId xmlns:a16="http://schemas.microsoft.com/office/drawing/2014/main" id="{2062335B-CBF1-13AE-6E50-26F4F2DE0EFB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20ED42D5-AAA2-7DED-90F8-A3E51DA07985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35" name="Circle">
                  <a:extLst>
                    <a:ext uri="{FF2B5EF4-FFF2-40B4-BE49-F238E27FC236}">
                      <a16:creationId xmlns:a16="http://schemas.microsoft.com/office/drawing/2014/main" id="{F8B89254-04A9-3C6D-2229-CA11F05D46E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6" name="Check" hidden="1">
                  <a:extLst>
                    <a:ext uri="{FF2B5EF4-FFF2-40B4-BE49-F238E27FC236}">
                      <a16:creationId xmlns:a16="http://schemas.microsoft.com/office/drawing/2014/main" id="{4443AE0F-3489-FC9F-91CF-9845966951E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7" name="Label">
                  <a:extLst>
                    <a:ext uri="{FF2B5EF4-FFF2-40B4-BE49-F238E27FC236}">
                      <a16:creationId xmlns:a16="http://schemas.microsoft.com/office/drawing/2014/main" id="{25209D8F-F362-929F-8E2C-7D989C017DB3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31" name="Check">
              <a:extLst>
                <a:ext uri="{FF2B5EF4-FFF2-40B4-BE49-F238E27FC236}">
                  <a16:creationId xmlns:a16="http://schemas.microsoft.com/office/drawing/2014/main" id="{2BD92CA4-F2F7-7809-1C3B-821392D41D28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BB41E991-81A3-8FD7-B235-C39949160200}"/>
              </a:ext>
            </a:extLst>
          </p:cNvPr>
          <p:cNvGrpSpPr/>
          <p:nvPr/>
        </p:nvGrpSpPr>
        <p:grpSpPr>
          <a:xfrm>
            <a:off x="2231412" y="4209561"/>
            <a:ext cx="804046" cy="212366"/>
            <a:chOff x="2180902" y="4444471"/>
            <a:chExt cx="804046" cy="212366"/>
          </a:xfrm>
        </p:grpSpPr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914DFC90-CD2F-D5D2-7B61-831481D20A83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41" name="Circle">
                <a:extLst>
                  <a:ext uri="{FF2B5EF4-FFF2-40B4-BE49-F238E27FC236}">
                    <a16:creationId xmlns:a16="http://schemas.microsoft.com/office/drawing/2014/main" id="{CC088928-E0B1-6593-39E4-5A5290203ECC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2" name="Label">
                <a:extLst>
                  <a:ext uri="{FF2B5EF4-FFF2-40B4-BE49-F238E27FC236}">
                    <a16:creationId xmlns:a16="http://schemas.microsoft.com/office/drawing/2014/main" id="{D0BB7187-F6A1-DC18-7D51-20B0EA1AF51C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20910867-7626-D818-612F-C7567802C871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44" name="Circle">
                  <a:extLst>
                    <a:ext uri="{FF2B5EF4-FFF2-40B4-BE49-F238E27FC236}">
                      <a16:creationId xmlns:a16="http://schemas.microsoft.com/office/drawing/2014/main" id="{BDD239BD-EC87-CBC3-849C-AC69751EE611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5" name="Check" hidden="1">
                  <a:extLst>
                    <a:ext uri="{FF2B5EF4-FFF2-40B4-BE49-F238E27FC236}">
                      <a16:creationId xmlns:a16="http://schemas.microsoft.com/office/drawing/2014/main" id="{5B96BF90-A534-B68C-AAEF-3C8D248FDF27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6" name="Label">
                  <a:extLst>
                    <a:ext uri="{FF2B5EF4-FFF2-40B4-BE49-F238E27FC236}">
                      <a16:creationId xmlns:a16="http://schemas.microsoft.com/office/drawing/2014/main" id="{CBDA5050-0109-4BF3-AA9F-57047FC37CDA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0" name="Check">
              <a:extLst>
                <a:ext uri="{FF2B5EF4-FFF2-40B4-BE49-F238E27FC236}">
                  <a16:creationId xmlns:a16="http://schemas.microsoft.com/office/drawing/2014/main" id="{C1C5D750-9C36-5626-78E3-21DB2B393CA9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0CD889-0BBD-3AFD-089D-24E4A4961CEE}"/>
              </a:ext>
            </a:extLst>
          </p:cNvPr>
          <p:cNvGrpSpPr/>
          <p:nvPr/>
        </p:nvGrpSpPr>
        <p:grpSpPr>
          <a:xfrm>
            <a:off x="2231412" y="4470240"/>
            <a:ext cx="804046" cy="212366"/>
            <a:chOff x="2180902" y="4444471"/>
            <a:chExt cx="804046" cy="212366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436DD1F2-7B48-1C70-0109-57B3FEAA5A3D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0" name="Circle">
                <a:extLst>
                  <a:ext uri="{FF2B5EF4-FFF2-40B4-BE49-F238E27FC236}">
                    <a16:creationId xmlns:a16="http://schemas.microsoft.com/office/drawing/2014/main" id="{14A1B29C-824D-D25E-8B51-A5DB9CBC4C2D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1" name="Label">
                <a:extLst>
                  <a:ext uri="{FF2B5EF4-FFF2-40B4-BE49-F238E27FC236}">
                    <a16:creationId xmlns:a16="http://schemas.microsoft.com/office/drawing/2014/main" id="{1F7C4700-94D7-C7B7-F47B-4B9E359788F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8DA36FEC-5D32-9D9F-BA97-873B0941657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53" name="Circle">
                  <a:extLst>
                    <a:ext uri="{FF2B5EF4-FFF2-40B4-BE49-F238E27FC236}">
                      <a16:creationId xmlns:a16="http://schemas.microsoft.com/office/drawing/2014/main" id="{A7D3117E-2B1A-C820-5FA1-AF44750891C8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4" name="Check" hidden="1">
                  <a:extLst>
                    <a:ext uri="{FF2B5EF4-FFF2-40B4-BE49-F238E27FC236}">
                      <a16:creationId xmlns:a16="http://schemas.microsoft.com/office/drawing/2014/main" id="{26140754-BD18-C4E7-05FB-E02895A3F5D4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Label">
                  <a:extLst>
                    <a:ext uri="{FF2B5EF4-FFF2-40B4-BE49-F238E27FC236}">
                      <a16:creationId xmlns:a16="http://schemas.microsoft.com/office/drawing/2014/main" id="{9224986A-B0EB-8A02-3F69-0E3C270510F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9" name="Check">
              <a:extLst>
                <a:ext uri="{FF2B5EF4-FFF2-40B4-BE49-F238E27FC236}">
                  <a16:creationId xmlns:a16="http://schemas.microsoft.com/office/drawing/2014/main" id="{86EA74D4-C48A-F97C-2AB6-A85C7E1F1BE2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9E259D0D-95CB-9CCC-FAD4-D45ECCA0B8CE}"/>
              </a:ext>
            </a:extLst>
          </p:cNvPr>
          <p:cNvGrpSpPr/>
          <p:nvPr/>
        </p:nvGrpSpPr>
        <p:grpSpPr>
          <a:xfrm>
            <a:off x="2231412" y="4783332"/>
            <a:ext cx="804046" cy="212366"/>
            <a:chOff x="2180902" y="4444471"/>
            <a:chExt cx="804046" cy="212366"/>
          </a:xfrm>
        </p:grpSpPr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699F00F-1C20-D74E-BE70-4F88205DF964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9" name="Circle">
                <a:extLst>
                  <a:ext uri="{FF2B5EF4-FFF2-40B4-BE49-F238E27FC236}">
                    <a16:creationId xmlns:a16="http://schemas.microsoft.com/office/drawing/2014/main" id="{9F4FA71A-8D4E-A8D2-9BEB-BA18AE5A05A0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0" name="Label">
                <a:extLst>
                  <a:ext uri="{FF2B5EF4-FFF2-40B4-BE49-F238E27FC236}">
                    <a16:creationId xmlns:a16="http://schemas.microsoft.com/office/drawing/2014/main" id="{1C40C22A-311C-F63E-8883-3FEA8CEEF05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10952ABF-18C1-705D-8420-24BAF30DADEE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62" name="Circle">
                  <a:extLst>
                    <a:ext uri="{FF2B5EF4-FFF2-40B4-BE49-F238E27FC236}">
                      <a16:creationId xmlns:a16="http://schemas.microsoft.com/office/drawing/2014/main" id="{911ECFDF-90B2-E75B-C04E-D270391F8DBB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3" name="Check" hidden="1">
                  <a:extLst>
                    <a:ext uri="{FF2B5EF4-FFF2-40B4-BE49-F238E27FC236}">
                      <a16:creationId xmlns:a16="http://schemas.microsoft.com/office/drawing/2014/main" id="{B93B2D0A-CF25-D434-2CEE-EC9BD8953E7C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Label">
                  <a:extLst>
                    <a:ext uri="{FF2B5EF4-FFF2-40B4-BE49-F238E27FC236}">
                      <a16:creationId xmlns:a16="http://schemas.microsoft.com/office/drawing/2014/main" id="{EAFD1D7C-ECC4-259D-B939-82C42A8E31AC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58" name="Check">
              <a:extLst>
                <a:ext uri="{FF2B5EF4-FFF2-40B4-BE49-F238E27FC236}">
                  <a16:creationId xmlns:a16="http://schemas.microsoft.com/office/drawing/2014/main" id="{01055EA0-4812-8F17-9AE1-1A4C91E51A3E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5" name="TextBox 264">
            <a:extLst>
              <a:ext uri="{FF2B5EF4-FFF2-40B4-BE49-F238E27FC236}">
                <a16:creationId xmlns:a16="http://schemas.microsoft.com/office/drawing/2014/main" id="{B0570F79-964D-F376-24ED-3BA7A17642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58918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b="1" dirty="0"/>
              <a:t>장비할인관리</a:t>
            </a:r>
          </a:p>
        </p:txBody>
      </p:sp>
      <p:grpSp>
        <p:nvGrpSpPr>
          <p:cNvPr id="266" name="그룹 265">
            <a:extLst>
              <a:ext uri="{FF2B5EF4-FFF2-40B4-BE49-F238E27FC236}">
                <a16:creationId xmlns:a16="http://schemas.microsoft.com/office/drawing/2014/main" id="{CF4BE120-5990-2DF0-FCDA-E9BCB1D09BC1}"/>
              </a:ext>
            </a:extLst>
          </p:cNvPr>
          <p:cNvGrpSpPr/>
          <p:nvPr/>
        </p:nvGrpSpPr>
        <p:grpSpPr>
          <a:xfrm>
            <a:off x="2231412" y="814983"/>
            <a:ext cx="804046" cy="212366"/>
            <a:chOff x="2180902" y="4444471"/>
            <a:chExt cx="804046" cy="212366"/>
          </a:xfrm>
        </p:grpSpPr>
        <p:grpSp>
          <p:nvGrpSpPr>
            <p:cNvPr id="267" name="그룹 266">
              <a:extLst>
                <a:ext uri="{FF2B5EF4-FFF2-40B4-BE49-F238E27FC236}">
                  <a16:creationId xmlns:a16="http://schemas.microsoft.com/office/drawing/2014/main" id="{9F4EB0E5-4C5F-E6FD-9F29-CD4A122F107F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69" name="Circle">
                <a:extLst>
                  <a:ext uri="{FF2B5EF4-FFF2-40B4-BE49-F238E27FC236}">
                    <a16:creationId xmlns:a16="http://schemas.microsoft.com/office/drawing/2014/main" id="{84EA2A41-4A59-4E1C-5F78-D974B2C1089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0" name="Label">
                <a:extLst>
                  <a:ext uri="{FF2B5EF4-FFF2-40B4-BE49-F238E27FC236}">
                    <a16:creationId xmlns:a16="http://schemas.microsoft.com/office/drawing/2014/main" id="{3D2C440B-A9FB-3B1D-00A7-9D3BF802F64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6E8338A4-ED7D-4D1C-64D0-CDABD18675A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72" name="Circle">
                  <a:extLst>
                    <a:ext uri="{FF2B5EF4-FFF2-40B4-BE49-F238E27FC236}">
                      <a16:creationId xmlns:a16="http://schemas.microsoft.com/office/drawing/2014/main" id="{78A7DC22-0132-91EB-A1D6-4F569FD38A9A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3" name="Check" hidden="1">
                  <a:extLst>
                    <a:ext uri="{FF2B5EF4-FFF2-40B4-BE49-F238E27FC236}">
                      <a16:creationId xmlns:a16="http://schemas.microsoft.com/office/drawing/2014/main" id="{65A13882-9C84-733D-DFB2-2FF4804D3842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Label">
                  <a:extLst>
                    <a:ext uri="{FF2B5EF4-FFF2-40B4-BE49-F238E27FC236}">
                      <a16:creationId xmlns:a16="http://schemas.microsoft.com/office/drawing/2014/main" id="{F19977EB-C297-90F1-A5E9-2608733C2FF2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68" name="Check">
              <a:extLst>
                <a:ext uri="{FF2B5EF4-FFF2-40B4-BE49-F238E27FC236}">
                  <a16:creationId xmlns:a16="http://schemas.microsoft.com/office/drawing/2014/main" id="{34899652-DF95-B329-B564-D212049FF61A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CA6F3F0E-75D9-8C01-295A-B1C2FA2AC5C1}"/>
              </a:ext>
            </a:extLst>
          </p:cNvPr>
          <p:cNvGrpSpPr/>
          <p:nvPr/>
        </p:nvGrpSpPr>
        <p:grpSpPr>
          <a:xfrm>
            <a:off x="2231412" y="2515106"/>
            <a:ext cx="804046" cy="212366"/>
            <a:chOff x="2180902" y="4444471"/>
            <a:chExt cx="804046" cy="212366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7DA98241-9DCE-47F4-C503-1E491B9C4B8C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78" name="Circle">
                <a:extLst>
                  <a:ext uri="{FF2B5EF4-FFF2-40B4-BE49-F238E27FC236}">
                    <a16:creationId xmlns:a16="http://schemas.microsoft.com/office/drawing/2014/main" id="{A1BD2FD7-AF5A-43FA-EA85-61134B6EE6D6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9" name="Label">
                <a:extLst>
                  <a:ext uri="{FF2B5EF4-FFF2-40B4-BE49-F238E27FC236}">
                    <a16:creationId xmlns:a16="http://schemas.microsoft.com/office/drawing/2014/main" id="{D4282921-3510-1BC3-03C9-CE6A2E506C48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97337E66-AD1E-B650-BB6A-0262771C5122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81" name="Circle">
                  <a:extLst>
                    <a:ext uri="{FF2B5EF4-FFF2-40B4-BE49-F238E27FC236}">
                      <a16:creationId xmlns:a16="http://schemas.microsoft.com/office/drawing/2014/main" id="{9D353C8E-CF8B-F63E-78D2-57517380B34D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Check" hidden="1">
                  <a:extLst>
                    <a:ext uri="{FF2B5EF4-FFF2-40B4-BE49-F238E27FC236}">
                      <a16:creationId xmlns:a16="http://schemas.microsoft.com/office/drawing/2014/main" id="{AE279E32-90ED-75FC-C0F0-55471A5D7DBA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3" name="Label">
                  <a:extLst>
                    <a:ext uri="{FF2B5EF4-FFF2-40B4-BE49-F238E27FC236}">
                      <a16:creationId xmlns:a16="http://schemas.microsoft.com/office/drawing/2014/main" id="{145D3FE5-670B-87DF-5D35-99AAB2D5260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77" name="Check">
              <a:extLst>
                <a:ext uri="{FF2B5EF4-FFF2-40B4-BE49-F238E27FC236}">
                  <a16:creationId xmlns:a16="http://schemas.microsoft.com/office/drawing/2014/main" id="{FA554908-55FA-9094-FCFD-DB5447823C84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9E77541B-B7CA-BDEE-8119-863CF12647B3}"/>
              </a:ext>
            </a:extLst>
          </p:cNvPr>
          <p:cNvGrpSpPr/>
          <p:nvPr/>
        </p:nvGrpSpPr>
        <p:grpSpPr>
          <a:xfrm>
            <a:off x="3125414" y="2815119"/>
            <a:ext cx="1016704" cy="195567"/>
            <a:chOff x="2142872" y="1285558"/>
            <a:chExt cx="1016704" cy="241092"/>
          </a:xfrm>
        </p:grpSpPr>
        <p:sp>
          <p:nvSpPr>
            <p:cNvPr id="285" name="Text Box">
              <a:extLst>
                <a:ext uri="{FF2B5EF4-FFF2-40B4-BE49-F238E27FC236}">
                  <a16:creationId xmlns:a16="http://schemas.microsoft.com/office/drawing/2014/main" id="{7D4323B7-6726-79E2-0B12-F173E56982E7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2AD1B20-DCB1-476D-1F50-CEC96417250B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1109F3AD-86A2-A19B-153A-EF3A0450ABAA}"/>
              </a:ext>
            </a:extLst>
          </p:cNvPr>
          <p:cNvGrpSpPr/>
          <p:nvPr/>
        </p:nvGrpSpPr>
        <p:grpSpPr>
          <a:xfrm>
            <a:off x="3125414" y="3095997"/>
            <a:ext cx="1016704" cy="195567"/>
            <a:chOff x="2142872" y="1285558"/>
            <a:chExt cx="1016704" cy="241092"/>
          </a:xfrm>
        </p:grpSpPr>
        <p:sp>
          <p:nvSpPr>
            <p:cNvPr id="288" name="Text Box">
              <a:extLst>
                <a:ext uri="{FF2B5EF4-FFF2-40B4-BE49-F238E27FC236}">
                  <a16:creationId xmlns:a16="http://schemas.microsoft.com/office/drawing/2014/main" id="{35AF455D-2458-BCA2-4019-A53B8CD2AB06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CAB3970-0E21-3F3A-9AC4-F800768AF528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ECF21CF8-736A-8BCB-4148-18E465A9BED5}"/>
              </a:ext>
            </a:extLst>
          </p:cNvPr>
          <p:cNvGrpSpPr/>
          <p:nvPr/>
        </p:nvGrpSpPr>
        <p:grpSpPr>
          <a:xfrm>
            <a:off x="3125414" y="3378471"/>
            <a:ext cx="1016704" cy="195567"/>
            <a:chOff x="2142872" y="1285558"/>
            <a:chExt cx="1016704" cy="241092"/>
          </a:xfrm>
        </p:grpSpPr>
        <p:sp>
          <p:nvSpPr>
            <p:cNvPr id="291" name="Text Box">
              <a:extLst>
                <a:ext uri="{FF2B5EF4-FFF2-40B4-BE49-F238E27FC236}">
                  <a16:creationId xmlns:a16="http://schemas.microsoft.com/office/drawing/2014/main" id="{06803B9E-3791-EFD2-7287-A2FD13DD42C4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8D4FC9-FCC9-9230-3942-37359B70B66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459665FA-780F-AE7B-BCBE-61D731B52ECA}"/>
              </a:ext>
            </a:extLst>
          </p:cNvPr>
          <p:cNvGrpSpPr/>
          <p:nvPr/>
        </p:nvGrpSpPr>
        <p:grpSpPr>
          <a:xfrm>
            <a:off x="2231412" y="2822087"/>
            <a:ext cx="804046" cy="212366"/>
            <a:chOff x="2180902" y="4444471"/>
            <a:chExt cx="804046" cy="212366"/>
          </a:xfrm>
        </p:grpSpPr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1F8F58D5-3141-39D1-AC6C-DEE5B10FDD0A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96" name="Circle">
                <a:extLst>
                  <a:ext uri="{FF2B5EF4-FFF2-40B4-BE49-F238E27FC236}">
                    <a16:creationId xmlns:a16="http://schemas.microsoft.com/office/drawing/2014/main" id="{C09BD683-7B4A-AA4C-6721-FF468240F4A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7" name="Label">
                <a:extLst>
                  <a:ext uri="{FF2B5EF4-FFF2-40B4-BE49-F238E27FC236}">
                    <a16:creationId xmlns:a16="http://schemas.microsoft.com/office/drawing/2014/main" id="{93CC8E58-5649-A630-9C1A-E4BDC77316E5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98" name="그룹 297">
                <a:extLst>
                  <a:ext uri="{FF2B5EF4-FFF2-40B4-BE49-F238E27FC236}">
                    <a16:creationId xmlns:a16="http://schemas.microsoft.com/office/drawing/2014/main" id="{C03D4A21-4C27-6A58-4B9F-2C6089E1A78B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99" name="Circle">
                  <a:extLst>
                    <a:ext uri="{FF2B5EF4-FFF2-40B4-BE49-F238E27FC236}">
                      <a16:creationId xmlns:a16="http://schemas.microsoft.com/office/drawing/2014/main" id="{A08178AE-6812-5013-5A26-935BCE2E3D03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0" name="Check" hidden="1">
                  <a:extLst>
                    <a:ext uri="{FF2B5EF4-FFF2-40B4-BE49-F238E27FC236}">
                      <a16:creationId xmlns:a16="http://schemas.microsoft.com/office/drawing/2014/main" id="{B0222D8E-2563-E8C0-513B-233833D0FA0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1" name="Label">
                  <a:extLst>
                    <a:ext uri="{FF2B5EF4-FFF2-40B4-BE49-F238E27FC236}">
                      <a16:creationId xmlns:a16="http://schemas.microsoft.com/office/drawing/2014/main" id="{F4C6DFA9-5836-63D9-AAAF-802D0FBD203E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95" name="Check">
              <a:extLst>
                <a:ext uri="{FF2B5EF4-FFF2-40B4-BE49-F238E27FC236}">
                  <a16:creationId xmlns:a16="http://schemas.microsoft.com/office/drawing/2014/main" id="{673126D8-897F-05CE-62B1-D66418CA91AD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02" name="그룹 301">
            <a:extLst>
              <a:ext uri="{FF2B5EF4-FFF2-40B4-BE49-F238E27FC236}">
                <a16:creationId xmlns:a16="http://schemas.microsoft.com/office/drawing/2014/main" id="{D160EAB8-3BC4-6968-8C5B-CBAEB090EE15}"/>
              </a:ext>
            </a:extLst>
          </p:cNvPr>
          <p:cNvGrpSpPr/>
          <p:nvPr/>
        </p:nvGrpSpPr>
        <p:grpSpPr>
          <a:xfrm>
            <a:off x="2231412" y="3076344"/>
            <a:ext cx="804046" cy="212366"/>
            <a:chOff x="2180902" y="4444471"/>
            <a:chExt cx="804046" cy="212366"/>
          </a:xfrm>
        </p:grpSpPr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F81665F1-6CB1-AE57-F4C8-6E8199CE869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05" name="Circle">
                <a:extLst>
                  <a:ext uri="{FF2B5EF4-FFF2-40B4-BE49-F238E27FC236}">
                    <a16:creationId xmlns:a16="http://schemas.microsoft.com/office/drawing/2014/main" id="{DA66FE3A-9437-2CBA-7592-D492CA903430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Label">
                <a:extLst>
                  <a:ext uri="{FF2B5EF4-FFF2-40B4-BE49-F238E27FC236}">
                    <a16:creationId xmlns:a16="http://schemas.microsoft.com/office/drawing/2014/main" id="{AC7BCD8D-FD06-6AEF-A455-4134B8BF672A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97E3444B-5943-FC31-EA87-B34F62FAA10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08" name="Circle">
                  <a:extLst>
                    <a:ext uri="{FF2B5EF4-FFF2-40B4-BE49-F238E27FC236}">
                      <a16:creationId xmlns:a16="http://schemas.microsoft.com/office/drawing/2014/main" id="{3185D776-DE4B-9F4D-2DE1-2B8627B38E6B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9" name="Check" hidden="1">
                  <a:extLst>
                    <a:ext uri="{FF2B5EF4-FFF2-40B4-BE49-F238E27FC236}">
                      <a16:creationId xmlns:a16="http://schemas.microsoft.com/office/drawing/2014/main" id="{C04015C1-9908-15E5-10CF-28E1ACA1F046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0" name="Label">
                  <a:extLst>
                    <a:ext uri="{FF2B5EF4-FFF2-40B4-BE49-F238E27FC236}">
                      <a16:creationId xmlns:a16="http://schemas.microsoft.com/office/drawing/2014/main" id="{74FF91CB-FC5B-28E1-81D6-7F21B9006287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04" name="Check">
              <a:extLst>
                <a:ext uri="{FF2B5EF4-FFF2-40B4-BE49-F238E27FC236}">
                  <a16:creationId xmlns:a16="http://schemas.microsoft.com/office/drawing/2014/main" id="{B146B2B2-954C-66A0-6059-6574E589F97B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3FF8B936-0653-E052-7DCE-9BBD72EDA6D9}"/>
              </a:ext>
            </a:extLst>
          </p:cNvPr>
          <p:cNvGrpSpPr/>
          <p:nvPr/>
        </p:nvGrpSpPr>
        <p:grpSpPr>
          <a:xfrm>
            <a:off x="2229841" y="5095321"/>
            <a:ext cx="804046" cy="212366"/>
            <a:chOff x="2180902" y="4444471"/>
            <a:chExt cx="804046" cy="212366"/>
          </a:xfrm>
        </p:grpSpPr>
        <p:sp>
          <p:nvSpPr>
            <p:cNvPr id="4" name="Circle">
              <a:extLst>
                <a:ext uri="{FF2B5EF4-FFF2-40B4-BE49-F238E27FC236}">
                  <a16:creationId xmlns:a16="http://schemas.microsoft.com/office/drawing/2014/main" id="{F81D0F12-12F6-A603-6E7A-5E00424267CB}"/>
                </a:ext>
              </a:extLst>
            </p:cNvPr>
            <p:cNvSpPr/>
            <p:nvPr/>
          </p:nvSpPr>
          <p:spPr>
            <a:xfrm>
              <a:off x="2180902" y="4483979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abel">
              <a:extLst>
                <a:ext uri="{FF2B5EF4-FFF2-40B4-BE49-F238E27FC236}">
                  <a16:creationId xmlns:a16="http://schemas.microsoft.com/office/drawing/2014/main" id="{CDCB9CD0-E26A-F5B5-108E-531AA3F01639}"/>
                </a:ext>
              </a:extLst>
            </p:cNvPr>
            <p:cNvSpPr txBox="1"/>
            <p:nvPr/>
          </p:nvSpPr>
          <p:spPr>
            <a:xfrm>
              <a:off x="2314252" y="4444471"/>
              <a:ext cx="2118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Y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C92BBEAF-845D-95A1-650B-409381C13B44}"/>
                </a:ext>
              </a:extLst>
            </p:cNvPr>
            <p:cNvGrpSpPr/>
            <p:nvPr/>
          </p:nvGrpSpPr>
          <p:grpSpPr>
            <a:xfrm>
              <a:off x="2617303" y="4444471"/>
              <a:ext cx="367645" cy="212366"/>
              <a:chOff x="2617303" y="4444471"/>
              <a:chExt cx="367645" cy="212366"/>
            </a:xfrm>
          </p:grpSpPr>
          <p:sp>
            <p:nvSpPr>
              <p:cNvPr id="9" name="Circle">
                <a:extLst>
                  <a:ext uri="{FF2B5EF4-FFF2-40B4-BE49-F238E27FC236}">
                    <a16:creationId xmlns:a16="http://schemas.microsoft.com/office/drawing/2014/main" id="{9CDD9307-0662-1E15-5356-AA7BA4C28A5B}"/>
                  </a:ext>
                </a:extLst>
              </p:cNvPr>
              <p:cNvSpPr/>
              <p:nvPr/>
            </p:nvSpPr>
            <p:spPr>
              <a:xfrm>
                <a:off x="2617303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" name="Check" hidden="1">
                <a:extLst>
                  <a:ext uri="{FF2B5EF4-FFF2-40B4-BE49-F238E27FC236}">
                    <a16:creationId xmlns:a16="http://schemas.microsoft.com/office/drawing/2014/main" id="{B1E22A40-FE17-8B22-1532-2D15A23F4183}"/>
                  </a:ext>
                </a:extLst>
              </p:cNvPr>
              <p:cNvSpPr/>
              <p:nvPr/>
            </p:nvSpPr>
            <p:spPr>
              <a:xfrm>
                <a:off x="2654609" y="4521285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" name="Label">
                <a:extLst>
                  <a:ext uri="{FF2B5EF4-FFF2-40B4-BE49-F238E27FC236}">
                    <a16:creationId xmlns:a16="http://schemas.microsoft.com/office/drawing/2014/main" id="{B988AE1E-9743-DC57-1C7C-4083A1F7AD51}"/>
                  </a:ext>
                </a:extLst>
              </p:cNvPr>
              <p:cNvSpPr txBox="1"/>
              <p:nvPr/>
            </p:nvSpPr>
            <p:spPr>
              <a:xfrm>
                <a:off x="2750653" y="4444471"/>
                <a:ext cx="23429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" name="Check">
            <a:extLst>
              <a:ext uri="{FF2B5EF4-FFF2-40B4-BE49-F238E27FC236}">
                <a16:creationId xmlns:a16="http://schemas.microsoft.com/office/drawing/2014/main" id="{5568E693-3EB2-A7CA-0278-D7D4872920B2}"/>
              </a:ext>
            </a:extLst>
          </p:cNvPr>
          <p:cNvSpPr/>
          <p:nvPr/>
        </p:nvSpPr>
        <p:spPr>
          <a:xfrm>
            <a:off x="2703482" y="517213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671FF659-2800-832C-2452-07AA11042F51}"/>
              </a:ext>
            </a:extLst>
          </p:cNvPr>
          <p:cNvGrpSpPr/>
          <p:nvPr/>
        </p:nvGrpSpPr>
        <p:grpSpPr>
          <a:xfrm>
            <a:off x="2229841" y="5324560"/>
            <a:ext cx="804046" cy="212366"/>
            <a:chOff x="2180902" y="4444471"/>
            <a:chExt cx="804046" cy="212366"/>
          </a:xfrm>
        </p:grpSpPr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EADA166C-097E-3953-3933-7D24D618AF2C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6" name="Circle">
                <a:extLst>
                  <a:ext uri="{FF2B5EF4-FFF2-40B4-BE49-F238E27FC236}">
                    <a16:creationId xmlns:a16="http://schemas.microsoft.com/office/drawing/2014/main" id="{2FB81120-E262-4CE9-5249-782C6CBFC653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" name="Label">
                <a:extLst>
                  <a:ext uri="{FF2B5EF4-FFF2-40B4-BE49-F238E27FC236}">
                    <a16:creationId xmlns:a16="http://schemas.microsoft.com/office/drawing/2014/main" id="{1F45D8E0-1932-FB23-DBD5-13876C8E6281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070B94B1-95A0-8FBF-FEA2-738F4580119B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9" name="Circle">
                  <a:extLst>
                    <a:ext uri="{FF2B5EF4-FFF2-40B4-BE49-F238E27FC236}">
                      <a16:creationId xmlns:a16="http://schemas.microsoft.com/office/drawing/2014/main" id="{9F0F8190-47D8-9DDA-9398-9B3D93C7F071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" name="Check" hidden="1">
                  <a:extLst>
                    <a:ext uri="{FF2B5EF4-FFF2-40B4-BE49-F238E27FC236}">
                      <a16:creationId xmlns:a16="http://schemas.microsoft.com/office/drawing/2014/main" id="{F0998448-C733-243B-385C-95B80E564FA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" name="Label">
                  <a:extLst>
                    <a:ext uri="{FF2B5EF4-FFF2-40B4-BE49-F238E27FC236}">
                      <a16:creationId xmlns:a16="http://schemas.microsoft.com/office/drawing/2014/main" id="{1CF73D69-E5FC-CF22-7B22-26D2009C6719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5" name="Check">
              <a:extLst>
                <a:ext uri="{FF2B5EF4-FFF2-40B4-BE49-F238E27FC236}">
                  <a16:creationId xmlns:a16="http://schemas.microsoft.com/office/drawing/2014/main" id="{DD376632-FB66-3A2E-E7E2-FEF894F0B5A2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B85A506B-51F1-8FE5-7971-DF310F8A7F74}"/>
              </a:ext>
            </a:extLst>
          </p:cNvPr>
          <p:cNvGrpSpPr/>
          <p:nvPr/>
        </p:nvGrpSpPr>
        <p:grpSpPr>
          <a:xfrm>
            <a:off x="2229841" y="5631246"/>
            <a:ext cx="804046" cy="212366"/>
            <a:chOff x="2180902" y="4444471"/>
            <a:chExt cx="804046" cy="212366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003BCBD-E778-56EC-197F-9B4E2A8A9E36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" name="Circle">
                <a:extLst>
                  <a:ext uri="{FF2B5EF4-FFF2-40B4-BE49-F238E27FC236}">
                    <a16:creationId xmlns:a16="http://schemas.microsoft.com/office/drawing/2014/main" id="{39C6EF65-54B6-1F8C-6E93-3FD570193697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" name="Label">
                <a:extLst>
                  <a:ext uri="{FF2B5EF4-FFF2-40B4-BE49-F238E27FC236}">
                    <a16:creationId xmlns:a16="http://schemas.microsoft.com/office/drawing/2014/main" id="{82A4045D-F434-C30E-D47F-11463E42DD6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F59E5220-23D7-D3C7-F7AD-2D8654D54FDF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8" name="Circle">
                  <a:extLst>
                    <a:ext uri="{FF2B5EF4-FFF2-40B4-BE49-F238E27FC236}">
                      <a16:creationId xmlns:a16="http://schemas.microsoft.com/office/drawing/2014/main" id="{3F812042-A734-1088-7E7A-61D4D82102A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9" name="Check" hidden="1">
                  <a:extLst>
                    <a:ext uri="{FF2B5EF4-FFF2-40B4-BE49-F238E27FC236}">
                      <a16:creationId xmlns:a16="http://schemas.microsoft.com/office/drawing/2014/main" id="{748F7917-4120-9AA4-EE67-6C8398DC4BF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" name="Label">
                  <a:extLst>
                    <a:ext uri="{FF2B5EF4-FFF2-40B4-BE49-F238E27FC236}">
                      <a16:creationId xmlns:a16="http://schemas.microsoft.com/office/drawing/2014/main" id="{AD69B48F-7B9A-2782-7F2D-C14296F3EA29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" name="Check">
              <a:extLst>
                <a:ext uri="{FF2B5EF4-FFF2-40B4-BE49-F238E27FC236}">
                  <a16:creationId xmlns:a16="http://schemas.microsoft.com/office/drawing/2014/main" id="{AD775DB1-9641-812B-22DE-40815010D2F7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3336C9C8-A452-8227-4FB9-1B79EC99FA28}"/>
              </a:ext>
            </a:extLst>
          </p:cNvPr>
          <p:cNvGrpSpPr/>
          <p:nvPr/>
        </p:nvGrpSpPr>
        <p:grpSpPr>
          <a:xfrm>
            <a:off x="2229841" y="5899573"/>
            <a:ext cx="804046" cy="212366"/>
            <a:chOff x="2180902" y="4444471"/>
            <a:chExt cx="804046" cy="212366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98CAB558-4995-4F0B-53F8-9E58774F3FA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4" name="Circle">
                <a:extLst>
                  <a:ext uri="{FF2B5EF4-FFF2-40B4-BE49-F238E27FC236}">
                    <a16:creationId xmlns:a16="http://schemas.microsoft.com/office/drawing/2014/main" id="{099C1AD1-3F77-F8B8-6982-766313ECAD73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>
                <a:extLst>
                  <a:ext uri="{FF2B5EF4-FFF2-40B4-BE49-F238E27FC236}">
                    <a16:creationId xmlns:a16="http://schemas.microsoft.com/office/drawing/2014/main" id="{2CE297B0-84F0-0F08-163E-A758D594C770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" name="그룹 35">
                <a:extLst>
                  <a:ext uri="{FF2B5EF4-FFF2-40B4-BE49-F238E27FC236}">
                    <a16:creationId xmlns:a16="http://schemas.microsoft.com/office/drawing/2014/main" id="{AA988B02-49F4-DE10-148B-8AFD50B8C1E2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7" name="Circle">
                  <a:extLst>
                    <a:ext uri="{FF2B5EF4-FFF2-40B4-BE49-F238E27FC236}">
                      <a16:creationId xmlns:a16="http://schemas.microsoft.com/office/drawing/2014/main" id="{22AD3146-5857-A429-DDA9-6106964EF09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" name="Check" hidden="1">
                  <a:extLst>
                    <a:ext uri="{FF2B5EF4-FFF2-40B4-BE49-F238E27FC236}">
                      <a16:creationId xmlns:a16="http://schemas.microsoft.com/office/drawing/2014/main" id="{8AEB4CFE-E341-C26F-8243-F9A1D19E048E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" name="Label">
                  <a:extLst>
                    <a:ext uri="{FF2B5EF4-FFF2-40B4-BE49-F238E27FC236}">
                      <a16:creationId xmlns:a16="http://schemas.microsoft.com/office/drawing/2014/main" id="{9B28E615-EFE2-D908-01E7-9418428E19B6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3" name="Check">
              <a:extLst>
                <a:ext uri="{FF2B5EF4-FFF2-40B4-BE49-F238E27FC236}">
                  <a16:creationId xmlns:a16="http://schemas.microsoft.com/office/drawing/2014/main" id="{591D6294-2BE0-4FB3-F12D-538D24C287AE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3D3EDC5B-9147-129D-F974-C772946A30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458951"/>
              </p:ext>
            </p:extLst>
          </p:nvPr>
        </p:nvGraphicFramePr>
        <p:xfrm>
          <a:off x="9687465" y="292146"/>
          <a:ext cx="2504535" cy="2303147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할인정책 및 할인 종류를 관리합니다</a:t>
                      </a:r>
                      <a:r>
                        <a:rPr lang="en-US" altLang="ko-KR" sz="800" b="1" dirty="0"/>
                        <a:t>.</a:t>
                      </a:r>
                      <a:r>
                        <a:rPr lang="ko-KR" altLang="en-US" sz="800" b="1" dirty="0"/>
                        <a:t> </a:t>
                      </a:r>
                      <a:endParaRPr lang="en-US" altLang="ko-KR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장비할인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Y / N 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 퍼센트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10%~100%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Y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활성화 및 할인율을 선택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Y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설정한 할인 종류는 사용자페이지에서 장비 신청 시 할인적용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 표시되며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설정한 할인율이 최종 결제 금액에 반영되는 방식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비활성화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73C2FEE6-122C-9783-E544-FD5304BAFB69}"/>
              </a:ext>
            </a:extLst>
          </p:cNvPr>
          <p:cNvSpPr/>
          <p:nvPr/>
        </p:nvSpPr>
        <p:spPr>
          <a:xfrm>
            <a:off x="1388796" y="63281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522A3636-086B-9B42-6A97-DE1BD6852D67}"/>
              </a:ext>
            </a:extLst>
          </p:cNvPr>
          <p:cNvGrpSpPr/>
          <p:nvPr/>
        </p:nvGrpSpPr>
        <p:grpSpPr>
          <a:xfrm>
            <a:off x="2229841" y="6199356"/>
            <a:ext cx="804046" cy="212366"/>
            <a:chOff x="2180902" y="4444471"/>
            <a:chExt cx="804046" cy="212366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86ED3CAE-DB69-7F1F-FE08-890761D273FC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44" name="Circle">
                <a:extLst>
                  <a:ext uri="{FF2B5EF4-FFF2-40B4-BE49-F238E27FC236}">
                    <a16:creationId xmlns:a16="http://schemas.microsoft.com/office/drawing/2014/main" id="{59473F38-B704-BB13-429C-64307C13C35F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7" name="Label">
                <a:extLst>
                  <a:ext uri="{FF2B5EF4-FFF2-40B4-BE49-F238E27FC236}">
                    <a16:creationId xmlns:a16="http://schemas.microsoft.com/office/drawing/2014/main" id="{07DCA503-99CD-6AAC-DDB7-39138684403B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8" name="그룹 47">
                <a:extLst>
                  <a:ext uri="{FF2B5EF4-FFF2-40B4-BE49-F238E27FC236}">
                    <a16:creationId xmlns:a16="http://schemas.microsoft.com/office/drawing/2014/main" id="{59F2E7BD-D0DC-1D12-46D8-9A6D430E6602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49" name="Circle">
                  <a:extLst>
                    <a:ext uri="{FF2B5EF4-FFF2-40B4-BE49-F238E27FC236}">
                      <a16:creationId xmlns:a16="http://schemas.microsoft.com/office/drawing/2014/main" id="{4B29BF39-9626-F4E4-52D2-405D2425AA73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0" name="Check" hidden="1">
                  <a:extLst>
                    <a:ext uri="{FF2B5EF4-FFF2-40B4-BE49-F238E27FC236}">
                      <a16:creationId xmlns:a16="http://schemas.microsoft.com/office/drawing/2014/main" id="{79B79434-662A-E768-D1F6-5325FCDACC68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1" name="Label">
                  <a:extLst>
                    <a:ext uri="{FF2B5EF4-FFF2-40B4-BE49-F238E27FC236}">
                      <a16:creationId xmlns:a16="http://schemas.microsoft.com/office/drawing/2014/main" id="{03521E3B-AB33-AFE2-12F3-74BA01C681C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42" name="Check">
              <a:extLst>
                <a:ext uri="{FF2B5EF4-FFF2-40B4-BE49-F238E27FC236}">
                  <a16:creationId xmlns:a16="http://schemas.microsoft.com/office/drawing/2014/main" id="{18078383-ECEE-7205-21C5-8C2E86FE97DE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4D3CCEE-3C30-64F7-B7E4-EEEB0D64ACB5}"/>
              </a:ext>
            </a:extLst>
          </p:cNvPr>
          <p:cNvGrpSpPr/>
          <p:nvPr/>
        </p:nvGrpSpPr>
        <p:grpSpPr>
          <a:xfrm>
            <a:off x="2229841" y="6467683"/>
            <a:ext cx="804046" cy="212366"/>
            <a:chOff x="2180902" y="4444471"/>
            <a:chExt cx="804046" cy="212366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B1CA6736-B130-4E11-C46C-EC2B7A4184DC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55" name="Circle">
                <a:extLst>
                  <a:ext uri="{FF2B5EF4-FFF2-40B4-BE49-F238E27FC236}">
                    <a16:creationId xmlns:a16="http://schemas.microsoft.com/office/drawing/2014/main" id="{E4FA11F2-747D-ECED-31F5-8A1A04437FD4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abel">
                <a:extLst>
                  <a:ext uri="{FF2B5EF4-FFF2-40B4-BE49-F238E27FC236}">
                    <a16:creationId xmlns:a16="http://schemas.microsoft.com/office/drawing/2014/main" id="{138A2CCD-F1DC-8452-6938-59BD9B305878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7" name="그룹 56">
                <a:extLst>
                  <a:ext uri="{FF2B5EF4-FFF2-40B4-BE49-F238E27FC236}">
                    <a16:creationId xmlns:a16="http://schemas.microsoft.com/office/drawing/2014/main" id="{42240D31-0768-32FB-0E4D-2D96E4A3CD2E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58" name="Circle">
                  <a:extLst>
                    <a:ext uri="{FF2B5EF4-FFF2-40B4-BE49-F238E27FC236}">
                      <a16:creationId xmlns:a16="http://schemas.microsoft.com/office/drawing/2014/main" id="{840FA214-FE09-84A9-F33C-9A05BEE6075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" name="Check" hidden="1">
                  <a:extLst>
                    <a:ext uri="{FF2B5EF4-FFF2-40B4-BE49-F238E27FC236}">
                      <a16:creationId xmlns:a16="http://schemas.microsoft.com/office/drawing/2014/main" id="{BB578741-56D8-3EF3-1C36-98F9B499E03E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" name="Label">
                  <a:extLst>
                    <a:ext uri="{FF2B5EF4-FFF2-40B4-BE49-F238E27FC236}">
                      <a16:creationId xmlns:a16="http://schemas.microsoft.com/office/drawing/2014/main" id="{B798EEEB-09EE-D4BA-D8DE-F94CAC78363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54" name="Check">
              <a:extLst>
                <a:ext uri="{FF2B5EF4-FFF2-40B4-BE49-F238E27FC236}">
                  <a16:creationId xmlns:a16="http://schemas.microsoft.com/office/drawing/2014/main" id="{2E787F10-B36F-B346-193E-4B76D0ADA0C9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763663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2DF5D-3FC7-E005-97F9-EA3308CEB9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72516129-B3F6-A09E-E8D8-16D6FD631DD0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할인관리 </a:t>
            </a:r>
            <a:r>
              <a:rPr lang="en-US" altLang="ko-KR" sz="900" dirty="0">
                <a:latin typeface="+mn-ea"/>
              </a:rPr>
              <a:t>(1/3)</a:t>
            </a:r>
            <a:endParaRPr lang="ko-KR" altLang="en-US" sz="900" dirty="0">
              <a:latin typeface="+mn-ea"/>
            </a:endParaRPr>
          </a:p>
        </p:txBody>
      </p:sp>
      <p:sp>
        <p:nvSpPr>
          <p:cNvPr id="2" name="TextBox 30">
            <a:extLst>
              <a:ext uri="{FF2B5EF4-FFF2-40B4-BE49-F238E27FC236}">
                <a16:creationId xmlns:a16="http://schemas.microsoft.com/office/drawing/2014/main" id="{16D810A6-B13F-008C-599F-D6E489BF07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할인관리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1860380-DD36-F853-6026-8DC181D3DD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236864"/>
              </p:ext>
            </p:extLst>
          </p:nvPr>
        </p:nvGraphicFramePr>
        <p:xfrm>
          <a:off x="610056" y="813275"/>
          <a:ext cx="7397170" cy="5768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9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토요일 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079760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일요일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664248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일반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0511899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경로우대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0917340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국가유공자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762203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기초생활수급자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296608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장애인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6590516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청소년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546738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한부모가족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786594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다문화가족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199446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>
                          <a:effectLst/>
                        </a:rPr>
                        <a:t>다자녀가정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새터민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751015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사회복지시설수용자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75145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정회원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6562577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동아리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8104375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교육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1954926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구청 지원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7568833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>
                          <a:effectLst/>
                        </a:rPr>
                        <a:t>공익 지원</a:t>
                      </a:r>
                      <a:r>
                        <a:rPr lang="en-US" altLang="ko-KR" sz="800" dirty="0">
                          <a:effectLst/>
                        </a:rPr>
                        <a:t>(</a:t>
                      </a:r>
                      <a:r>
                        <a:rPr lang="ko-KR" altLang="en-US" sz="800" dirty="0">
                          <a:effectLst/>
                        </a:rPr>
                        <a:t>공문</a:t>
                      </a:r>
                      <a:r>
                        <a:rPr lang="en-US" altLang="ko-KR" sz="800" dirty="0">
                          <a:effectLst/>
                        </a:rPr>
                        <a:t>)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8411998"/>
                  </a:ext>
                </a:extLst>
              </a:tr>
              <a:tr h="30359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dirty="0" err="1">
                          <a:effectLst/>
                        </a:rPr>
                        <a:t>미추홀구민</a:t>
                      </a:r>
                      <a:r>
                        <a:rPr lang="ko-KR" altLang="en-US" sz="800" dirty="0">
                          <a:effectLst/>
                        </a:rPr>
                        <a:t> 할인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1190"/>
                  </a:ext>
                </a:extLst>
              </a:tr>
            </a:tbl>
          </a:graphicData>
        </a:graphic>
      </p:graphicFrame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A2E8C672-77D7-BDF6-9E0D-8065E668F9A1}"/>
              </a:ext>
            </a:extLst>
          </p:cNvPr>
          <p:cNvGrpSpPr/>
          <p:nvPr/>
        </p:nvGrpSpPr>
        <p:grpSpPr>
          <a:xfrm>
            <a:off x="2231412" y="858585"/>
            <a:ext cx="804046" cy="212366"/>
            <a:chOff x="2180902" y="4444471"/>
            <a:chExt cx="804046" cy="212366"/>
          </a:xfrm>
        </p:grpSpPr>
        <p:grpSp>
          <p:nvGrpSpPr>
            <p:cNvPr id="151" name="그룹 150">
              <a:extLst>
                <a:ext uri="{FF2B5EF4-FFF2-40B4-BE49-F238E27FC236}">
                  <a16:creationId xmlns:a16="http://schemas.microsoft.com/office/drawing/2014/main" id="{5620A494-59F2-5D7F-DF1C-50F3806CD36E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53" name="Circle">
                <a:extLst>
                  <a:ext uri="{FF2B5EF4-FFF2-40B4-BE49-F238E27FC236}">
                    <a16:creationId xmlns:a16="http://schemas.microsoft.com/office/drawing/2014/main" id="{6B1AF6BA-ADF4-1EBA-DFB6-A30135A9260B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4" name="Label">
                <a:extLst>
                  <a:ext uri="{FF2B5EF4-FFF2-40B4-BE49-F238E27FC236}">
                    <a16:creationId xmlns:a16="http://schemas.microsoft.com/office/drawing/2014/main" id="{E2835133-2884-0C1F-0A36-F95CA9F8DD75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71C1395F-1A8A-5601-329D-74F7335F1885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56" name="Circle">
                  <a:extLst>
                    <a:ext uri="{FF2B5EF4-FFF2-40B4-BE49-F238E27FC236}">
                      <a16:creationId xmlns:a16="http://schemas.microsoft.com/office/drawing/2014/main" id="{03C6C0D0-8C0D-6D5A-8CA7-0D2E0E30657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7" name="Check" hidden="1">
                  <a:extLst>
                    <a:ext uri="{FF2B5EF4-FFF2-40B4-BE49-F238E27FC236}">
                      <a16:creationId xmlns:a16="http://schemas.microsoft.com/office/drawing/2014/main" id="{110E5BDA-CAC3-7172-5D69-CDA9483FB3B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8" name="Label">
                  <a:extLst>
                    <a:ext uri="{FF2B5EF4-FFF2-40B4-BE49-F238E27FC236}">
                      <a16:creationId xmlns:a16="http://schemas.microsoft.com/office/drawing/2014/main" id="{75B5AE96-8812-82EF-9C8F-1753413294C6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52" name="Check">
              <a:extLst>
                <a:ext uri="{FF2B5EF4-FFF2-40B4-BE49-F238E27FC236}">
                  <a16:creationId xmlns:a16="http://schemas.microsoft.com/office/drawing/2014/main" id="{A6D88476-337E-C993-CC4D-D1618BDE4C12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9E54FB1F-8DBE-A685-8FE5-89B2CB40299F}"/>
              </a:ext>
            </a:extLst>
          </p:cNvPr>
          <p:cNvGrpSpPr/>
          <p:nvPr/>
        </p:nvGrpSpPr>
        <p:grpSpPr>
          <a:xfrm>
            <a:off x="2231412" y="1174460"/>
            <a:ext cx="804046" cy="212366"/>
            <a:chOff x="2180902" y="4444471"/>
            <a:chExt cx="804046" cy="212366"/>
          </a:xfrm>
        </p:grpSpPr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AA1272CD-DA1D-2D1A-2AEC-C3C065F1859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84" name="Circle">
                <a:extLst>
                  <a:ext uri="{FF2B5EF4-FFF2-40B4-BE49-F238E27FC236}">
                    <a16:creationId xmlns:a16="http://schemas.microsoft.com/office/drawing/2014/main" id="{94C251D7-F3BA-720E-A25E-4952066AE80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Label">
                <a:extLst>
                  <a:ext uri="{FF2B5EF4-FFF2-40B4-BE49-F238E27FC236}">
                    <a16:creationId xmlns:a16="http://schemas.microsoft.com/office/drawing/2014/main" id="{97529735-3ED6-961F-442D-FD36394A7D0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4D9DE045-52E4-02BA-7460-659C3856F1B3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87" name="Circle">
                  <a:extLst>
                    <a:ext uri="{FF2B5EF4-FFF2-40B4-BE49-F238E27FC236}">
                      <a16:creationId xmlns:a16="http://schemas.microsoft.com/office/drawing/2014/main" id="{C667A8D1-5B09-C364-FD27-062E685DEE1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8" name="Check" hidden="1">
                  <a:extLst>
                    <a:ext uri="{FF2B5EF4-FFF2-40B4-BE49-F238E27FC236}">
                      <a16:creationId xmlns:a16="http://schemas.microsoft.com/office/drawing/2014/main" id="{51757A9C-0850-9E3B-61EC-C54DA629EC5E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9" name="Label">
                  <a:extLst>
                    <a:ext uri="{FF2B5EF4-FFF2-40B4-BE49-F238E27FC236}">
                      <a16:creationId xmlns:a16="http://schemas.microsoft.com/office/drawing/2014/main" id="{488A3762-F5B6-F3F3-70A3-E28FA46652BC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83" name="Check">
              <a:extLst>
                <a:ext uri="{FF2B5EF4-FFF2-40B4-BE49-F238E27FC236}">
                  <a16:creationId xmlns:a16="http://schemas.microsoft.com/office/drawing/2014/main" id="{10A32040-FDF4-6AA3-7DD8-5B03C2F24636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7882A03-0137-5E6C-1B6F-DCE3D8D069E9}"/>
              </a:ext>
            </a:extLst>
          </p:cNvPr>
          <p:cNvGrpSpPr/>
          <p:nvPr/>
        </p:nvGrpSpPr>
        <p:grpSpPr>
          <a:xfrm>
            <a:off x="2231412" y="1480723"/>
            <a:ext cx="804046" cy="212366"/>
            <a:chOff x="2180902" y="4444471"/>
            <a:chExt cx="804046" cy="212366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6EA0E52C-E4FD-13CF-1FEC-92FF7D91C0C0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96" name="Circle">
                <a:extLst>
                  <a:ext uri="{FF2B5EF4-FFF2-40B4-BE49-F238E27FC236}">
                    <a16:creationId xmlns:a16="http://schemas.microsoft.com/office/drawing/2014/main" id="{51E0D4BD-110F-D1F1-8C4C-377F0560D9D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abel">
                <a:extLst>
                  <a:ext uri="{FF2B5EF4-FFF2-40B4-BE49-F238E27FC236}">
                    <a16:creationId xmlns:a16="http://schemas.microsoft.com/office/drawing/2014/main" id="{3D841D6F-159E-1CB4-9F0E-E0D31E57184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897C84D1-7B14-86C2-5E0E-52F27CCF446C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99" name="Circle">
                  <a:extLst>
                    <a:ext uri="{FF2B5EF4-FFF2-40B4-BE49-F238E27FC236}">
                      <a16:creationId xmlns:a16="http://schemas.microsoft.com/office/drawing/2014/main" id="{B6FCE1FB-025F-FC27-29AC-60C70C99CE0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0" name="Check" hidden="1">
                  <a:extLst>
                    <a:ext uri="{FF2B5EF4-FFF2-40B4-BE49-F238E27FC236}">
                      <a16:creationId xmlns:a16="http://schemas.microsoft.com/office/drawing/2014/main" id="{6A9F55C0-9F1C-A04B-D0FC-4EB5617EAA03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1" name="Label">
                  <a:extLst>
                    <a:ext uri="{FF2B5EF4-FFF2-40B4-BE49-F238E27FC236}">
                      <a16:creationId xmlns:a16="http://schemas.microsoft.com/office/drawing/2014/main" id="{130950BA-1579-1E5B-44C4-4ADACB993DA7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95" name="Check">
              <a:extLst>
                <a:ext uri="{FF2B5EF4-FFF2-40B4-BE49-F238E27FC236}">
                  <a16:creationId xmlns:a16="http://schemas.microsoft.com/office/drawing/2014/main" id="{D9315258-1848-5434-071C-9110A2832287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EDE25B7E-D5C4-A5D3-64A2-7EE5B197A4D7}"/>
              </a:ext>
            </a:extLst>
          </p:cNvPr>
          <p:cNvGrpSpPr/>
          <p:nvPr/>
        </p:nvGrpSpPr>
        <p:grpSpPr>
          <a:xfrm>
            <a:off x="2231412" y="1802825"/>
            <a:ext cx="804046" cy="212366"/>
            <a:chOff x="2180902" y="4444471"/>
            <a:chExt cx="804046" cy="212366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F46864A9-F317-F094-55FF-C0997FB1094A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05" name="Circle">
                <a:extLst>
                  <a:ext uri="{FF2B5EF4-FFF2-40B4-BE49-F238E27FC236}">
                    <a16:creationId xmlns:a16="http://schemas.microsoft.com/office/drawing/2014/main" id="{3970F025-7A7B-2213-3E84-DED4A97A4B6A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Label">
                <a:extLst>
                  <a:ext uri="{FF2B5EF4-FFF2-40B4-BE49-F238E27FC236}">
                    <a16:creationId xmlns:a16="http://schemas.microsoft.com/office/drawing/2014/main" id="{44610025-6ADD-26AF-3357-F409DFA96382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261C8953-ECE8-FCA6-6A5A-4024AE27E686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08" name="Circle">
                  <a:extLst>
                    <a:ext uri="{FF2B5EF4-FFF2-40B4-BE49-F238E27FC236}">
                      <a16:creationId xmlns:a16="http://schemas.microsoft.com/office/drawing/2014/main" id="{7522BC7C-1430-6D4A-F403-5170F80F3041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Check" hidden="1">
                  <a:extLst>
                    <a:ext uri="{FF2B5EF4-FFF2-40B4-BE49-F238E27FC236}">
                      <a16:creationId xmlns:a16="http://schemas.microsoft.com/office/drawing/2014/main" id="{537D830A-64FA-8C7C-0A13-DDB573D17F32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Label">
                  <a:extLst>
                    <a:ext uri="{FF2B5EF4-FFF2-40B4-BE49-F238E27FC236}">
                      <a16:creationId xmlns:a16="http://schemas.microsoft.com/office/drawing/2014/main" id="{FD952CAD-DEB1-3BFC-C8A7-EC1D00592E5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04" name="Check">
              <a:extLst>
                <a:ext uri="{FF2B5EF4-FFF2-40B4-BE49-F238E27FC236}">
                  <a16:creationId xmlns:a16="http://schemas.microsoft.com/office/drawing/2014/main" id="{8A30CEAD-5495-AE07-F4D9-9EB0109A4512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65151460-7146-218E-A4D2-10D46A535E2C}"/>
              </a:ext>
            </a:extLst>
          </p:cNvPr>
          <p:cNvGrpSpPr/>
          <p:nvPr/>
        </p:nvGrpSpPr>
        <p:grpSpPr>
          <a:xfrm>
            <a:off x="2231412" y="2983579"/>
            <a:ext cx="804046" cy="212366"/>
            <a:chOff x="2180902" y="4444471"/>
            <a:chExt cx="804046" cy="212366"/>
          </a:xfrm>
        </p:grpSpPr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43542710-FA2B-DBD2-00D3-628920BDBB2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14" name="Circle">
                <a:extLst>
                  <a:ext uri="{FF2B5EF4-FFF2-40B4-BE49-F238E27FC236}">
                    <a16:creationId xmlns:a16="http://schemas.microsoft.com/office/drawing/2014/main" id="{DA6F8158-0421-F36D-585E-8889FF2DA001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5" name="Label">
                <a:extLst>
                  <a:ext uri="{FF2B5EF4-FFF2-40B4-BE49-F238E27FC236}">
                    <a16:creationId xmlns:a16="http://schemas.microsoft.com/office/drawing/2014/main" id="{7FF5A82A-CED0-E107-D859-7F9B5B09018B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16" name="그룹 215">
                <a:extLst>
                  <a:ext uri="{FF2B5EF4-FFF2-40B4-BE49-F238E27FC236}">
                    <a16:creationId xmlns:a16="http://schemas.microsoft.com/office/drawing/2014/main" id="{09FE0D8B-9634-D0A2-90AE-20AB930F2FA3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17" name="Circle">
                  <a:extLst>
                    <a:ext uri="{FF2B5EF4-FFF2-40B4-BE49-F238E27FC236}">
                      <a16:creationId xmlns:a16="http://schemas.microsoft.com/office/drawing/2014/main" id="{1721248F-C5F3-D18B-E978-A2788FE3D10D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Check" hidden="1">
                  <a:extLst>
                    <a:ext uri="{FF2B5EF4-FFF2-40B4-BE49-F238E27FC236}">
                      <a16:creationId xmlns:a16="http://schemas.microsoft.com/office/drawing/2014/main" id="{DBCE834D-8414-1E3A-91FD-54441C888A0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9" name="Label">
                  <a:extLst>
                    <a:ext uri="{FF2B5EF4-FFF2-40B4-BE49-F238E27FC236}">
                      <a16:creationId xmlns:a16="http://schemas.microsoft.com/office/drawing/2014/main" id="{60D6B032-E65A-BDA6-3254-A8AB8C2BA2CD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13" name="Check">
              <a:extLst>
                <a:ext uri="{FF2B5EF4-FFF2-40B4-BE49-F238E27FC236}">
                  <a16:creationId xmlns:a16="http://schemas.microsoft.com/office/drawing/2014/main" id="{00F9D6F1-FC72-2D1C-479B-7A19743BBBD6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712A4B50-D48E-96F4-B180-ADFE3462AB39}"/>
              </a:ext>
            </a:extLst>
          </p:cNvPr>
          <p:cNvGrpSpPr/>
          <p:nvPr/>
        </p:nvGrpSpPr>
        <p:grpSpPr>
          <a:xfrm>
            <a:off x="2231412" y="3306285"/>
            <a:ext cx="804046" cy="212366"/>
            <a:chOff x="2180902" y="4444471"/>
            <a:chExt cx="804046" cy="212366"/>
          </a:xfrm>
        </p:grpSpPr>
        <p:grpSp>
          <p:nvGrpSpPr>
            <p:cNvPr id="221" name="그룹 220">
              <a:extLst>
                <a:ext uri="{FF2B5EF4-FFF2-40B4-BE49-F238E27FC236}">
                  <a16:creationId xmlns:a16="http://schemas.microsoft.com/office/drawing/2014/main" id="{31E80EBC-E1E8-1597-4442-A592FCF8E655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23" name="Circle">
                <a:extLst>
                  <a:ext uri="{FF2B5EF4-FFF2-40B4-BE49-F238E27FC236}">
                    <a16:creationId xmlns:a16="http://schemas.microsoft.com/office/drawing/2014/main" id="{FE99AFF3-9378-424A-EB10-47B52E477D8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4" name="Label">
                <a:extLst>
                  <a:ext uri="{FF2B5EF4-FFF2-40B4-BE49-F238E27FC236}">
                    <a16:creationId xmlns:a16="http://schemas.microsoft.com/office/drawing/2014/main" id="{79BE5168-85F9-BC5D-E282-3655659F55B7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25" name="그룹 224">
                <a:extLst>
                  <a:ext uri="{FF2B5EF4-FFF2-40B4-BE49-F238E27FC236}">
                    <a16:creationId xmlns:a16="http://schemas.microsoft.com/office/drawing/2014/main" id="{4F7F2E35-8529-670A-BE6E-109AE3969759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26" name="Circle">
                  <a:extLst>
                    <a:ext uri="{FF2B5EF4-FFF2-40B4-BE49-F238E27FC236}">
                      <a16:creationId xmlns:a16="http://schemas.microsoft.com/office/drawing/2014/main" id="{77328505-3E2E-81BD-F611-293D5AC4B286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7" name="Check" hidden="1">
                  <a:extLst>
                    <a:ext uri="{FF2B5EF4-FFF2-40B4-BE49-F238E27FC236}">
                      <a16:creationId xmlns:a16="http://schemas.microsoft.com/office/drawing/2014/main" id="{BDDAFF1B-3D77-414E-0E94-F834125624F3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8" name="Label">
                  <a:extLst>
                    <a:ext uri="{FF2B5EF4-FFF2-40B4-BE49-F238E27FC236}">
                      <a16:creationId xmlns:a16="http://schemas.microsoft.com/office/drawing/2014/main" id="{9B27538E-CDA0-5FBA-B984-4248FF521845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22" name="Check">
              <a:extLst>
                <a:ext uri="{FF2B5EF4-FFF2-40B4-BE49-F238E27FC236}">
                  <a16:creationId xmlns:a16="http://schemas.microsoft.com/office/drawing/2014/main" id="{5C88B044-884D-D713-0662-31C1BF5FB9BF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106A398F-CB44-CE6D-7800-6F58CB52B863}"/>
              </a:ext>
            </a:extLst>
          </p:cNvPr>
          <p:cNvGrpSpPr/>
          <p:nvPr/>
        </p:nvGrpSpPr>
        <p:grpSpPr>
          <a:xfrm>
            <a:off x="2231412" y="3612691"/>
            <a:ext cx="804046" cy="212366"/>
            <a:chOff x="2180902" y="4444471"/>
            <a:chExt cx="804046" cy="212366"/>
          </a:xfrm>
        </p:grpSpPr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3EB0C124-BFFF-1219-6C9F-D18EA1CD650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32" name="Circle">
                <a:extLst>
                  <a:ext uri="{FF2B5EF4-FFF2-40B4-BE49-F238E27FC236}">
                    <a16:creationId xmlns:a16="http://schemas.microsoft.com/office/drawing/2014/main" id="{FFC05F0E-2F2B-9C15-1C0E-0EA77A21D29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3" name="Label">
                <a:extLst>
                  <a:ext uri="{FF2B5EF4-FFF2-40B4-BE49-F238E27FC236}">
                    <a16:creationId xmlns:a16="http://schemas.microsoft.com/office/drawing/2014/main" id="{3804362F-F445-18CA-5275-6BE792BDF3F4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B83C976B-9DAE-62CB-4458-B6ABE44E0CF8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35" name="Circle">
                  <a:extLst>
                    <a:ext uri="{FF2B5EF4-FFF2-40B4-BE49-F238E27FC236}">
                      <a16:creationId xmlns:a16="http://schemas.microsoft.com/office/drawing/2014/main" id="{20B1940B-F34F-5DCF-F213-C4EBAB2D7411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6" name="Check" hidden="1">
                  <a:extLst>
                    <a:ext uri="{FF2B5EF4-FFF2-40B4-BE49-F238E27FC236}">
                      <a16:creationId xmlns:a16="http://schemas.microsoft.com/office/drawing/2014/main" id="{A40AA2B8-0283-85F6-BE1E-A4C304F23504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7" name="Label">
                  <a:extLst>
                    <a:ext uri="{FF2B5EF4-FFF2-40B4-BE49-F238E27FC236}">
                      <a16:creationId xmlns:a16="http://schemas.microsoft.com/office/drawing/2014/main" id="{E136B83F-EE19-DD77-55F8-2575C6A5550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31" name="Check">
              <a:extLst>
                <a:ext uri="{FF2B5EF4-FFF2-40B4-BE49-F238E27FC236}">
                  <a16:creationId xmlns:a16="http://schemas.microsoft.com/office/drawing/2014/main" id="{1C3CDD9F-C84F-9552-F5A3-4C32753B757E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5DAFF144-14A8-22AF-8A34-B9C1E6630C96}"/>
              </a:ext>
            </a:extLst>
          </p:cNvPr>
          <p:cNvGrpSpPr/>
          <p:nvPr/>
        </p:nvGrpSpPr>
        <p:grpSpPr>
          <a:xfrm>
            <a:off x="2231412" y="3871854"/>
            <a:ext cx="804046" cy="212366"/>
            <a:chOff x="2180902" y="4444471"/>
            <a:chExt cx="804046" cy="212366"/>
          </a:xfrm>
        </p:grpSpPr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0DA4DC7C-6C36-3C4A-6A3C-B3493BAA146D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41" name="Circle">
                <a:extLst>
                  <a:ext uri="{FF2B5EF4-FFF2-40B4-BE49-F238E27FC236}">
                    <a16:creationId xmlns:a16="http://schemas.microsoft.com/office/drawing/2014/main" id="{D54158B3-E1D1-6025-ED55-7471DDCCC105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2" name="Label">
                <a:extLst>
                  <a:ext uri="{FF2B5EF4-FFF2-40B4-BE49-F238E27FC236}">
                    <a16:creationId xmlns:a16="http://schemas.microsoft.com/office/drawing/2014/main" id="{A529C337-889B-D0E2-0546-A0E2FBC822BA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76337C5C-6A47-4A47-112F-6C942B41668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44" name="Circle">
                  <a:extLst>
                    <a:ext uri="{FF2B5EF4-FFF2-40B4-BE49-F238E27FC236}">
                      <a16:creationId xmlns:a16="http://schemas.microsoft.com/office/drawing/2014/main" id="{8FA18491-2232-45D7-FAA2-B4C64FB378FA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5" name="Check" hidden="1">
                  <a:extLst>
                    <a:ext uri="{FF2B5EF4-FFF2-40B4-BE49-F238E27FC236}">
                      <a16:creationId xmlns:a16="http://schemas.microsoft.com/office/drawing/2014/main" id="{041B1B37-FF3A-D822-6363-2CAFE508B00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6" name="Label">
                  <a:extLst>
                    <a:ext uri="{FF2B5EF4-FFF2-40B4-BE49-F238E27FC236}">
                      <a16:creationId xmlns:a16="http://schemas.microsoft.com/office/drawing/2014/main" id="{6D6FB81D-6891-02CB-FE70-2B29F77B4AEF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0" name="Check">
              <a:extLst>
                <a:ext uri="{FF2B5EF4-FFF2-40B4-BE49-F238E27FC236}">
                  <a16:creationId xmlns:a16="http://schemas.microsoft.com/office/drawing/2014/main" id="{BBD34A10-704C-25D8-3CAB-DC209B9E7ECB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AD094CC4-8220-978A-D2DE-DAE92CDC6F96}"/>
              </a:ext>
            </a:extLst>
          </p:cNvPr>
          <p:cNvGrpSpPr/>
          <p:nvPr/>
        </p:nvGrpSpPr>
        <p:grpSpPr>
          <a:xfrm>
            <a:off x="2231412" y="4185801"/>
            <a:ext cx="804046" cy="212366"/>
            <a:chOff x="2180902" y="4444471"/>
            <a:chExt cx="804046" cy="212366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D7A19AD3-8E73-A3C4-0E71-2CE3D28FB39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0" name="Circle">
                <a:extLst>
                  <a:ext uri="{FF2B5EF4-FFF2-40B4-BE49-F238E27FC236}">
                    <a16:creationId xmlns:a16="http://schemas.microsoft.com/office/drawing/2014/main" id="{9776712C-FCBF-CC78-F0B3-5B64202879E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1" name="Label">
                <a:extLst>
                  <a:ext uri="{FF2B5EF4-FFF2-40B4-BE49-F238E27FC236}">
                    <a16:creationId xmlns:a16="http://schemas.microsoft.com/office/drawing/2014/main" id="{4C4176B3-2F0C-DCCB-ED6D-BFACDCA2522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81BDE2D3-7972-1C54-172C-DC0E1F783381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53" name="Circle">
                  <a:extLst>
                    <a:ext uri="{FF2B5EF4-FFF2-40B4-BE49-F238E27FC236}">
                      <a16:creationId xmlns:a16="http://schemas.microsoft.com/office/drawing/2014/main" id="{B22FDB4F-6E2D-0A8F-4F91-171CDB33334B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4" name="Check" hidden="1">
                  <a:extLst>
                    <a:ext uri="{FF2B5EF4-FFF2-40B4-BE49-F238E27FC236}">
                      <a16:creationId xmlns:a16="http://schemas.microsoft.com/office/drawing/2014/main" id="{94868E0E-47E8-F0E1-6CBA-9952BAB773F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Label">
                  <a:extLst>
                    <a:ext uri="{FF2B5EF4-FFF2-40B4-BE49-F238E27FC236}">
                      <a16:creationId xmlns:a16="http://schemas.microsoft.com/office/drawing/2014/main" id="{F5A106F8-9965-D58B-EF41-2A4B2CD4F676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9" name="Check">
              <a:extLst>
                <a:ext uri="{FF2B5EF4-FFF2-40B4-BE49-F238E27FC236}">
                  <a16:creationId xmlns:a16="http://schemas.microsoft.com/office/drawing/2014/main" id="{1C701580-3E60-A90D-B847-5F7F5C99B8E6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557D302A-0FCC-81B7-B11C-A2A56E6315A2}"/>
              </a:ext>
            </a:extLst>
          </p:cNvPr>
          <p:cNvGrpSpPr/>
          <p:nvPr/>
        </p:nvGrpSpPr>
        <p:grpSpPr>
          <a:xfrm>
            <a:off x="2231412" y="4498893"/>
            <a:ext cx="804046" cy="212366"/>
            <a:chOff x="2180902" y="4444471"/>
            <a:chExt cx="804046" cy="212366"/>
          </a:xfrm>
        </p:grpSpPr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5AE4873E-5000-9680-F661-7A25720A436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9" name="Circle">
                <a:extLst>
                  <a:ext uri="{FF2B5EF4-FFF2-40B4-BE49-F238E27FC236}">
                    <a16:creationId xmlns:a16="http://schemas.microsoft.com/office/drawing/2014/main" id="{C577647E-C85E-3810-64CE-00775486D06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0" name="Label">
                <a:extLst>
                  <a:ext uri="{FF2B5EF4-FFF2-40B4-BE49-F238E27FC236}">
                    <a16:creationId xmlns:a16="http://schemas.microsoft.com/office/drawing/2014/main" id="{D2359CA3-9150-2D59-4AEF-9313E8E0DE68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912F5D0E-CB42-108A-D062-48A98521F56F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62" name="Circle">
                  <a:extLst>
                    <a:ext uri="{FF2B5EF4-FFF2-40B4-BE49-F238E27FC236}">
                      <a16:creationId xmlns:a16="http://schemas.microsoft.com/office/drawing/2014/main" id="{4D558CEF-289C-81EB-C652-DC4197C237DF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3" name="Check" hidden="1">
                  <a:extLst>
                    <a:ext uri="{FF2B5EF4-FFF2-40B4-BE49-F238E27FC236}">
                      <a16:creationId xmlns:a16="http://schemas.microsoft.com/office/drawing/2014/main" id="{6A89C269-2580-ECFC-24B8-BF430E7407A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Label">
                  <a:extLst>
                    <a:ext uri="{FF2B5EF4-FFF2-40B4-BE49-F238E27FC236}">
                      <a16:creationId xmlns:a16="http://schemas.microsoft.com/office/drawing/2014/main" id="{ADDCC785-B3EA-07DA-2E68-54A403250B3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58" name="Check">
              <a:extLst>
                <a:ext uri="{FF2B5EF4-FFF2-40B4-BE49-F238E27FC236}">
                  <a16:creationId xmlns:a16="http://schemas.microsoft.com/office/drawing/2014/main" id="{EB810588-25D8-599B-20A4-3CBE19F79092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5" name="TextBox 264">
            <a:extLst>
              <a:ext uri="{FF2B5EF4-FFF2-40B4-BE49-F238E27FC236}">
                <a16:creationId xmlns:a16="http://schemas.microsoft.com/office/drawing/2014/main" id="{75C20515-89A1-82D7-5EC4-42659EB00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580037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b="1" dirty="0"/>
              <a:t>공간 할인관리</a:t>
            </a: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1E94D089-890B-5959-CB84-A69D9C457C63}"/>
              </a:ext>
            </a:extLst>
          </p:cNvPr>
          <p:cNvGrpSpPr/>
          <p:nvPr/>
        </p:nvGrpSpPr>
        <p:grpSpPr>
          <a:xfrm>
            <a:off x="2231412" y="2053113"/>
            <a:ext cx="804046" cy="212366"/>
            <a:chOff x="2180902" y="4444471"/>
            <a:chExt cx="804046" cy="212366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F828FB48-2040-6274-08C5-8B387A252998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78" name="Circle">
                <a:extLst>
                  <a:ext uri="{FF2B5EF4-FFF2-40B4-BE49-F238E27FC236}">
                    <a16:creationId xmlns:a16="http://schemas.microsoft.com/office/drawing/2014/main" id="{E0C9557D-7C01-2F2A-2483-82881F852075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9" name="Label">
                <a:extLst>
                  <a:ext uri="{FF2B5EF4-FFF2-40B4-BE49-F238E27FC236}">
                    <a16:creationId xmlns:a16="http://schemas.microsoft.com/office/drawing/2014/main" id="{4CE9FCFC-B600-686D-3194-4EE0017AC79D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DBD94100-C20C-5D75-C1E6-EE87D309B70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81" name="Circle">
                  <a:extLst>
                    <a:ext uri="{FF2B5EF4-FFF2-40B4-BE49-F238E27FC236}">
                      <a16:creationId xmlns:a16="http://schemas.microsoft.com/office/drawing/2014/main" id="{AB18BA50-B5A6-C920-53B1-4FB16B992DD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Check" hidden="1">
                  <a:extLst>
                    <a:ext uri="{FF2B5EF4-FFF2-40B4-BE49-F238E27FC236}">
                      <a16:creationId xmlns:a16="http://schemas.microsoft.com/office/drawing/2014/main" id="{28CA7AC8-8209-025F-91E9-A9DC88CCD08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3" name="Label">
                  <a:extLst>
                    <a:ext uri="{FF2B5EF4-FFF2-40B4-BE49-F238E27FC236}">
                      <a16:creationId xmlns:a16="http://schemas.microsoft.com/office/drawing/2014/main" id="{2295A97D-E6CF-7617-1B72-178E3E2AA03C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77" name="Check">
              <a:extLst>
                <a:ext uri="{FF2B5EF4-FFF2-40B4-BE49-F238E27FC236}">
                  <a16:creationId xmlns:a16="http://schemas.microsoft.com/office/drawing/2014/main" id="{F50911AC-0385-7715-E55E-985956E726D8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207CE9EC-5158-3513-1807-28A5FAFCECBA}"/>
              </a:ext>
            </a:extLst>
          </p:cNvPr>
          <p:cNvGrpSpPr/>
          <p:nvPr/>
        </p:nvGrpSpPr>
        <p:grpSpPr>
          <a:xfrm>
            <a:off x="3125414" y="2060165"/>
            <a:ext cx="1016704" cy="220956"/>
            <a:chOff x="2142872" y="1285558"/>
            <a:chExt cx="1016704" cy="241092"/>
          </a:xfrm>
        </p:grpSpPr>
        <p:sp>
          <p:nvSpPr>
            <p:cNvPr id="285" name="Text Box">
              <a:extLst>
                <a:ext uri="{FF2B5EF4-FFF2-40B4-BE49-F238E27FC236}">
                  <a16:creationId xmlns:a16="http://schemas.microsoft.com/office/drawing/2014/main" id="{E5DA3A16-06EE-1A00-CC57-EC9D84F287BE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1D467D-18F9-4080-E81B-1CC90B0F8EDB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DCDD8E05-D12E-A4BB-DC37-072BF14ED4C2}"/>
              </a:ext>
            </a:extLst>
          </p:cNvPr>
          <p:cNvGrpSpPr/>
          <p:nvPr/>
        </p:nvGrpSpPr>
        <p:grpSpPr>
          <a:xfrm>
            <a:off x="3125414" y="2376555"/>
            <a:ext cx="1016704" cy="220956"/>
            <a:chOff x="2142872" y="1285558"/>
            <a:chExt cx="1016704" cy="241092"/>
          </a:xfrm>
        </p:grpSpPr>
        <p:sp>
          <p:nvSpPr>
            <p:cNvPr id="288" name="Text Box">
              <a:extLst>
                <a:ext uri="{FF2B5EF4-FFF2-40B4-BE49-F238E27FC236}">
                  <a16:creationId xmlns:a16="http://schemas.microsoft.com/office/drawing/2014/main" id="{6AD43B02-F4C7-95ED-66B0-B6BA0ECB0071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44625D-7501-8505-6AEC-79B27FA1F9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0ED3D1DF-6840-1F79-607C-6C8032125864}"/>
              </a:ext>
            </a:extLst>
          </p:cNvPr>
          <p:cNvGrpSpPr/>
          <p:nvPr/>
        </p:nvGrpSpPr>
        <p:grpSpPr>
          <a:xfrm>
            <a:off x="3125414" y="2694540"/>
            <a:ext cx="1016704" cy="220956"/>
            <a:chOff x="2142872" y="1285558"/>
            <a:chExt cx="1016704" cy="241092"/>
          </a:xfrm>
        </p:grpSpPr>
        <p:sp>
          <p:nvSpPr>
            <p:cNvPr id="291" name="Text Box">
              <a:extLst>
                <a:ext uri="{FF2B5EF4-FFF2-40B4-BE49-F238E27FC236}">
                  <a16:creationId xmlns:a16="http://schemas.microsoft.com/office/drawing/2014/main" id="{4035984C-A212-40E4-0473-D10B73CC3DA0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50%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B14EA1F-B4CA-B6E6-B911-EAFD37253741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7771839B-9783-A25D-9BD5-F2A520347FB0}"/>
              </a:ext>
            </a:extLst>
          </p:cNvPr>
          <p:cNvGrpSpPr/>
          <p:nvPr/>
        </p:nvGrpSpPr>
        <p:grpSpPr>
          <a:xfrm>
            <a:off x="2231412" y="2360094"/>
            <a:ext cx="804046" cy="212366"/>
            <a:chOff x="2180902" y="4444471"/>
            <a:chExt cx="804046" cy="212366"/>
          </a:xfrm>
        </p:grpSpPr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68221C2A-13A3-A3A6-150F-46103D357638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96" name="Circle">
                <a:extLst>
                  <a:ext uri="{FF2B5EF4-FFF2-40B4-BE49-F238E27FC236}">
                    <a16:creationId xmlns:a16="http://schemas.microsoft.com/office/drawing/2014/main" id="{5BE4C644-E43E-BA07-6DAC-255A1D9712E6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7" name="Label">
                <a:extLst>
                  <a:ext uri="{FF2B5EF4-FFF2-40B4-BE49-F238E27FC236}">
                    <a16:creationId xmlns:a16="http://schemas.microsoft.com/office/drawing/2014/main" id="{389B4404-1E8B-4AC2-EF70-2AE09C06091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98" name="그룹 297">
                <a:extLst>
                  <a:ext uri="{FF2B5EF4-FFF2-40B4-BE49-F238E27FC236}">
                    <a16:creationId xmlns:a16="http://schemas.microsoft.com/office/drawing/2014/main" id="{0A608E93-7B23-DCA6-1CBA-933EA6F701A3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99" name="Circle">
                  <a:extLst>
                    <a:ext uri="{FF2B5EF4-FFF2-40B4-BE49-F238E27FC236}">
                      <a16:creationId xmlns:a16="http://schemas.microsoft.com/office/drawing/2014/main" id="{9DD11811-27D4-C4F2-251F-D46F490D09F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0" name="Check" hidden="1">
                  <a:extLst>
                    <a:ext uri="{FF2B5EF4-FFF2-40B4-BE49-F238E27FC236}">
                      <a16:creationId xmlns:a16="http://schemas.microsoft.com/office/drawing/2014/main" id="{8D6C54B6-3DBD-61A4-EDF6-C180B67F1C32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1" name="Label">
                  <a:extLst>
                    <a:ext uri="{FF2B5EF4-FFF2-40B4-BE49-F238E27FC236}">
                      <a16:creationId xmlns:a16="http://schemas.microsoft.com/office/drawing/2014/main" id="{0471DD90-4D69-414C-6355-075391415D1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95" name="Check">
              <a:extLst>
                <a:ext uri="{FF2B5EF4-FFF2-40B4-BE49-F238E27FC236}">
                  <a16:creationId xmlns:a16="http://schemas.microsoft.com/office/drawing/2014/main" id="{35C463C1-475F-C53B-CB37-56CE2F35FA00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02" name="그룹 301">
            <a:extLst>
              <a:ext uri="{FF2B5EF4-FFF2-40B4-BE49-F238E27FC236}">
                <a16:creationId xmlns:a16="http://schemas.microsoft.com/office/drawing/2014/main" id="{2FDF678A-3C22-2018-DD59-7BA4A420D970}"/>
              </a:ext>
            </a:extLst>
          </p:cNvPr>
          <p:cNvGrpSpPr/>
          <p:nvPr/>
        </p:nvGrpSpPr>
        <p:grpSpPr>
          <a:xfrm>
            <a:off x="2231412" y="2676496"/>
            <a:ext cx="804046" cy="212366"/>
            <a:chOff x="2180902" y="4444471"/>
            <a:chExt cx="804046" cy="212366"/>
          </a:xfrm>
        </p:grpSpPr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4BC0C7FE-B365-33C8-8593-22C77FADD6BB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05" name="Circle">
                <a:extLst>
                  <a:ext uri="{FF2B5EF4-FFF2-40B4-BE49-F238E27FC236}">
                    <a16:creationId xmlns:a16="http://schemas.microsoft.com/office/drawing/2014/main" id="{226CA5B0-1F88-8384-45CC-91D061EF085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Label">
                <a:extLst>
                  <a:ext uri="{FF2B5EF4-FFF2-40B4-BE49-F238E27FC236}">
                    <a16:creationId xmlns:a16="http://schemas.microsoft.com/office/drawing/2014/main" id="{734E2CC2-EA39-987D-31DD-7C8AF2526461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8A76973B-97D5-E917-6B56-99E2B91BFC16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08" name="Circle">
                  <a:extLst>
                    <a:ext uri="{FF2B5EF4-FFF2-40B4-BE49-F238E27FC236}">
                      <a16:creationId xmlns:a16="http://schemas.microsoft.com/office/drawing/2014/main" id="{25481AB4-5DDF-1225-0931-581163C6852F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9" name="Check" hidden="1">
                  <a:extLst>
                    <a:ext uri="{FF2B5EF4-FFF2-40B4-BE49-F238E27FC236}">
                      <a16:creationId xmlns:a16="http://schemas.microsoft.com/office/drawing/2014/main" id="{340C1573-3054-B422-5F6F-B357A8DA6F2D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0" name="Label">
                  <a:extLst>
                    <a:ext uri="{FF2B5EF4-FFF2-40B4-BE49-F238E27FC236}">
                      <a16:creationId xmlns:a16="http://schemas.microsoft.com/office/drawing/2014/main" id="{1943A404-23E1-A193-F083-000473E0EA49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04" name="Check">
              <a:extLst>
                <a:ext uri="{FF2B5EF4-FFF2-40B4-BE49-F238E27FC236}">
                  <a16:creationId xmlns:a16="http://schemas.microsoft.com/office/drawing/2014/main" id="{73078DBA-767F-DFBB-FBAF-62F3587DDEA6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E4849576-28D3-F549-5ACE-5F309560AEAE}"/>
              </a:ext>
            </a:extLst>
          </p:cNvPr>
          <p:cNvGrpSpPr/>
          <p:nvPr/>
        </p:nvGrpSpPr>
        <p:grpSpPr>
          <a:xfrm>
            <a:off x="2229841" y="4810882"/>
            <a:ext cx="804046" cy="212366"/>
            <a:chOff x="2180902" y="4444471"/>
            <a:chExt cx="804046" cy="212366"/>
          </a:xfrm>
        </p:grpSpPr>
        <p:sp>
          <p:nvSpPr>
            <p:cNvPr id="4" name="Circle">
              <a:extLst>
                <a:ext uri="{FF2B5EF4-FFF2-40B4-BE49-F238E27FC236}">
                  <a16:creationId xmlns:a16="http://schemas.microsoft.com/office/drawing/2014/main" id="{0ED75967-4E75-AD52-B6D6-641CFA965F71}"/>
                </a:ext>
              </a:extLst>
            </p:cNvPr>
            <p:cNvSpPr/>
            <p:nvPr/>
          </p:nvSpPr>
          <p:spPr>
            <a:xfrm>
              <a:off x="2180902" y="4483979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abel">
              <a:extLst>
                <a:ext uri="{FF2B5EF4-FFF2-40B4-BE49-F238E27FC236}">
                  <a16:creationId xmlns:a16="http://schemas.microsoft.com/office/drawing/2014/main" id="{F8ABD3C0-A6C3-9540-5F4A-C71FD28A16CC}"/>
                </a:ext>
              </a:extLst>
            </p:cNvPr>
            <p:cNvSpPr txBox="1"/>
            <p:nvPr/>
          </p:nvSpPr>
          <p:spPr>
            <a:xfrm>
              <a:off x="2314252" y="4444471"/>
              <a:ext cx="2118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Y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84E1132-AFFD-B699-8435-7BD5B7458C08}"/>
                </a:ext>
              </a:extLst>
            </p:cNvPr>
            <p:cNvGrpSpPr/>
            <p:nvPr/>
          </p:nvGrpSpPr>
          <p:grpSpPr>
            <a:xfrm>
              <a:off x="2617303" y="4444471"/>
              <a:ext cx="367645" cy="212366"/>
              <a:chOff x="2617303" y="4444471"/>
              <a:chExt cx="367645" cy="212366"/>
            </a:xfrm>
          </p:grpSpPr>
          <p:sp>
            <p:nvSpPr>
              <p:cNvPr id="9" name="Circle">
                <a:extLst>
                  <a:ext uri="{FF2B5EF4-FFF2-40B4-BE49-F238E27FC236}">
                    <a16:creationId xmlns:a16="http://schemas.microsoft.com/office/drawing/2014/main" id="{38FDC5D3-6E54-EC8A-902F-9418AC327A2D}"/>
                  </a:ext>
                </a:extLst>
              </p:cNvPr>
              <p:cNvSpPr/>
              <p:nvPr/>
            </p:nvSpPr>
            <p:spPr>
              <a:xfrm>
                <a:off x="2617303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" name="Check" hidden="1">
                <a:extLst>
                  <a:ext uri="{FF2B5EF4-FFF2-40B4-BE49-F238E27FC236}">
                    <a16:creationId xmlns:a16="http://schemas.microsoft.com/office/drawing/2014/main" id="{9BD86357-8D08-D984-368B-5476927574CC}"/>
                  </a:ext>
                </a:extLst>
              </p:cNvPr>
              <p:cNvSpPr/>
              <p:nvPr/>
            </p:nvSpPr>
            <p:spPr>
              <a:xfrm>
                <a:off x="2654609" y="4521285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" name="Label">
                <a:extLst>
                  <a:ext uri="{FF2B5EF4-FFF2-40B4-BE49-F238E27FC236}">
                    <a16:creationId xmlns:a16="http://schemas.microsoft.com/office/drawing/2014/main" id="{E4E031E3-3D34-3ACF-FBCD-209FFBF033B0}"/>
                  </a:ext>
                </a:extLst>
              </p:cNvPr>
              <p:cNvSpPr txBox="1"/>
              <p:nvPr/>
            </p:nvSpPr>
            <p:spPr>
              <a:xfrm>
                <a:off x="2750653" y="4444471"/>
                <a:ext cx="23429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" name="Check">
            <a:extLst>
              <a:ext uri="{FF2B5EF4-FFF2-40B4-BE49-F238E27FC236}">
                <a16:creationId xmlns:a16="http://schemas.microsoft.com/office/drawing/2014/main" id="{28C1FBCB-EB2D-43FF-32D6-B911A845251F}"/>
              </a:ext>
            </a:extLst>
          </p:cNvPr>
          <p:cNvSpPr/>
          <p:nvPr/>
        </p:nvSpPr>
        <p:spPr>
          <a:xfrm>
            <a:off x="2703482" y="4887696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8A1B4FDE-E2B6-5E44-22BC-F5447DB87013}"/>
              </a:ext>
            </a:extLst>
          </p:cNvPr>
          <p:cNvGrpSpPr/>
          <p:nvPr/>
        </p:nvGrpSpPr>
        <p:grpSpPr>
          <a:xfrm>
            <a:off x="2229841" y="5120022"/>
            <a:ext cx="804046" cy="212366"/>
            <a:chOff x="2180902" y="4444471"/>
            <a:chExt cx="804046" cy="212366"/>
          </a:xfrm>
        </p:grpSpPr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FC893395-8876-B09F-13BA-58327296D0E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6" name="Circle">
                <a:extLst>
                  <a:ext uri="{FF2B5EF4-FFF2-40B4-BE49-F238E27FC236}">
                    <a16:creationId xmlns:a16="http://schemas.microsoft.com/office/drawing/2014/main" id="{F4136449-FF39-039C-3F8B-0C2334EFF9A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" name="Label">
                <a:extLst>
                  <a:ext uri="{FF2B5EF4-FFF2-40B4-BE49-F238E27FC236}">
                    <a16:creationId xmlns:a16="http://schemas.microsoft.com/office/drawing/2014/main" id="{27015B66-C635-F5A4-C3FF-DE6EE81EF674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477A9696-E3B0-F081-DC6D-8FEB5883F70B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9" name="Circle">
                  <a:extLst>
                    <a:ext uri="{FF2B5EF4-FFF2-40B4-BE49-F238E27FC236}">
                      <a16:creationId xmlns:a16="http://schemas.microsoft.com/office/drawing/2014/main" id="{C498F764-7285-DBB6-4AEE-CB5E14F1172A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" name="Check" hidden="1">
                  <a:extLst>
                    <a:ext uri="{FF2B5EF4-FFF2-40B4-BE49-F238E27FC236}">
                      <a16:creationId xmlns:a16="http://schemas.microsoft.com/office/drawing/2014/main" id="{5680388B-610D-3D8D-A38C-EE1DB3F3E02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" name="Label">
                  <a:extLst>
                    <a:ext uri="{FF2B5EF4-FFF2-40B4-BE49-F238E27FC236}">
                      <a16:creationId xmlns:a16="http://schemas.microsoft.com/office/drawing/2014/main" id="{8A3A0BED-19E8-D75D-D80C-86098C0A620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5" name="Check">
              <a:extLst>
                <a:ext uri="{FF2B5EF4-FFF2-40B4-BE49-F238E27FC236}">
                  <a16:creationId xmlns:a16="http://schemas.microsoft.com/office/drawing/2014/main" id="{D11609BD-A89A-3D09-688F-E746CFA4978D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E1908F1-F280-552A-F59E-80FFEFA864E8}"/>
              </a:ext>
            </a:extLst>
          </p:cNvPr>
          <p:cNvGrpSpPr/>
          <p:nvPr/>
        </p:nvGrpSpPr>
        <p:grpSpPr>
          <a:xfrm>
            <a:off x="2229841" y="5400074"/>
            <a:ext cx="804046" cy="212366"/>
            <a:chOff x="2180902" y="4444471"/>
            <a:chExt cx="804046" cy="212366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9B7626D5-1232-F5BA-B329-D1950D51724C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5" name="Circle">
                <a:extLst>
                  <a:ext uri="{FF2B5EF4-FFF2-40B4-BE49-F238E27FC236}">
                    <a16:creationId xmlns:a16="http://schemas.microsoft.com/office/drawing/2014/main" id="{093BBEB1-B405-E808-4627-3CD4AF6A5539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" name="Label">
                <a:extLst>
                  <a:ext uri="{FF2B5EF4-FFF2-40B4-BE49-F238E27FC236}">
                    <a16:creationId xmlns:a16="http://schemas.microsoft.com/office/drawing/2014/main" id="{FDF8092C-804A-BDAE-8A51-0471DBCF82D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DCCF38E2-9AA9-7F0C-8F89-711148C5C88F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8" name="Circle">
                  <a:extLst>
                    <a:ext uri="{FF2B5EF4-FFF2-40B4-BE49-F238E27FC236}">
                      <a16:creationId xmlns:a16="http://schemas.microsoft.com/office/drawing/2014/main" id="{7C1959DD-0DF0-FB1E-5F54-B0FED6AE8B0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9" name="Check" hidden="1">
                  <a:extLst>
                    <a:ext uri="{FF2B5EF4-FFF2-40B4-BE49-F238E27FC236}">
                      <a16:creationId xmlns:a16="http://schemas.microsoft.com/office/drawing/2014/main" id="{39723DED-3341-F6FF-6CBF-A536769CF56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" name="Label">
                  <a:extLst>
                    <a:ext uri="{FF2B5EF4-FFF2-40B4-BE49-F238E27FC236}">
                      <a16:creationId xmlns:a16="http://schemas.microsoft.com/office/drawing/2014/main" id="{6404DE55-569B-F903-B6C6-C895E61E127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" name="Check">
              <a:extLst>
                <a:ext uri="{FF2B5EF4-FFF2-40B4-BE49-F238E27FC236}">
                  <a16:creationId xmlns:a16="http://schemas.microsoft.com/office/drawing/2014/main" id="{E113ACED-6979-EF01-35DE-F6F60396F853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F7F78C8B-F34D-943A-0637-8771AB3DE878}"/>
              </a:ext>
            </a:extLst>
          </p:cNvPr>
          <p:cNvGrpSpPr/>
          <p:nvPr/>
        </p:nvGrpSpPr>
        <p:grpSpPr>
          <a:xfrm>
            <a:off x="2229841" y="5730807"/>
            <a:ext cx="804046" cy="212366"/>
            <a:chOff x="2180902" y="4444471"/>
            <a:chExt cx="804046" cy="212366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E6201E10-309B-6EC9-445C-2911320DD3A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4" name="Circle">
                <a:extLst>
                  <a:ext uri="{FF2B5EF4-FFF2-40B4-BE49-F238E27FC236}">
                    <a16:creationId xmlns:a16="http://schemas.microsoft.com/office/drawing/2014/main" id="{1DB5B333-98D0-AE1E-9089-9B6A189AE301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>
                <a:extLst>
                  <a:ext uri="{FF2B5EF4-FFF2-40B4-BE49-F238E27FC236}">
                    <a16:creationId xmlns:a16="http://schemas.microsoft.com/office/drawing/2014/main" id="{DD9698B5-7470-8E7F-BE17-62F000D7F4C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" name="그룹 35">
                <a:extLst>
                  <a:ext uri="{FF2B5EF4-FFF2-40B4-BE49-F238E27FC236}">
                    <a16:creationId xmlns:a16="http://schemas.microsoft.com/office/drawing/2014/main" id="{B2916858-D1EF-E441-0B8F-344BCA53B4DE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7" name="Circle">
                  <a:extLst>
                    <a:ext uri="{FF2B5EF4-FFF2-40B4-BE49-F238E27FC236}">
                      <a16:creationId xmlns:a16="http://schemas.microsoft.com/office/drawing/2014/main" id="{03B4DD42-FA1E-B1F8-45E7-1C000CB5147C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" name="Check" hidden="1">
                  <a:extLst>
                    <a:ext uri="{FF2B5EF4-FFF2-40B4-BE49-F238E27FC236}">
                      <a16:creationId xmlns:a16="http://schemas.microsoft.com/office/drawing/2014/main" id="{FA8A3341-29F1-3B79-CBA9-F3E2A6BF42F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" name="Label">
                  <a:extLst>
                    <a:ext uri="{FF2B5EF4-FFF2-40B4-BE49-F238E27FC236}">
                      <a16:creationId xmlns:a16="http://schemas.microsoft.com/office/drawing/2014/main" id="{B674B5BC-D80D-22C2-C441-7EBF76881D7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3" name="Check">
              <a:extLst>
                <a:ext uri="{FF2B5EF4-FFF2-40B4-BE49-F238E27FC236}">
                  <a16:creationId xmlns:a16="http://schemas.microsoft.com/office/drawing/2014/main" id="{8E7E975C-2BB3-EA61-61CF-24FEA958217B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0" name="Button">
            <a:extLst>
              <a:ext uri="{FF2B5EF4-FFF2-40B4-BE49-F238E27FC236}">
                <a16:creationId xmlns:a16="http://schemas.microsoft.com/office/drawing/2014/main" id="{ED16F08E-95D2-0B9C-B364-69BC3652C788}"/>
              </a:ext>
            </a:extLst>
          </p:cNvPr>
          <p:cNvSpPr>
            <a:spLocks/>
          </p:cNvSpPr>
          <p:nvPr/>
        </p:nvSpPr>
        <p:spPr bwMode="auto">
          <a:xfrm>
            <a:off x="7288443" y="656865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13C873C5-A9AC-9ADC-54DF-87836B5370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53587"/>
              </p:ext>
            </p:extLst>
          </p:nvPr>
        </p:nvGraphicFramePr>
        <p:xfrm>
          <a:off x="9687465" y="292146"/>
          <a:ext cx="2504535" cy="292058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할인정책 및 할인 종류를 관리합니다</a:t>
                      </a:r>
                      <a:r>
                        <a:rPr lang="en-US" altLang="ko-KR" sz="800" b="1" dirty="0"/>
                        <a:t>.</a:t>
                      </a:r>
                      <a:r>
                        <a:rPr lang="ko-KR" altLang="en-US" sz="800" b="1" dirty="0"/>
                        <a:t> </a:t>
                      </a:r>
                      <a:endParaRPr lang="en-US" altLang="ko-KR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공간할인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Y / N 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 퍼센트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10%~100%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Y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활성화 및 할인율을 선택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Y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설정한 할인 종류는 사용자페이지에서 공간 신청 시 할인적용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select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 표시되며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설정한 할인율이 최종 결제 금액에 반영되는 방식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비활성화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</a:t>
                      </a:r>
                      <a:r>
                        <a:rPr lang="en-US" altLang="ko-KR" sz="800" b="1" dirty="0"/>
                        <a:t>.</a:t>
                      </a:r>
                      <a:r>
                        <a:rPr lang="ko-KR" altLang="en-US" sz="800" b="1" dirty="0"/>
                        <a:t>저장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바로 적용이 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1821816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BC901BD3-4D5A-A408-5049-5ADC7D3B230B}"/>
              </a:ext>
            </a:extLst>
          </p:cNvPr>
          <p:cNvSpPr/>
          <p:nvPr/>
        </p:nvSpPr>
        <p:spPr>
          <a:xfrm>
            <a:off x="1433332" y="63281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42234D-50AF-3ADC-BD3B-355159F95F18}"/>
              </a:ext>
            </a:extLst>
          </p:cNvPr>
          <p:cNvSpPr/>
          <p:nvPr/>
        </p:nvSpPr>
        <p:spPr>
          <a:xfrm>
            <a:off x="7288443" y="641204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9EF974AD-B027-69F7-5C30-67206BB127C8}"/>
              </a:ext>
            </a:extLst>
          </p:cNvPr>
          <p:cNvGrpSpPr/>
          <p:nvPr/>
        </p:nvGrpSpPr>
        <p:grpSpPr>
          <a:xfrm>
            <a:off x="2249981" y="6005764"/>
            <a:ext cx="804046" cy="212366"/>
            <a:chOff x="2180902" y="4444471"/>
            <a:chExt cx="804046" cy="212366"/>
          </a:xfrm>
        </p:grpSpPr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95365EB0-5EAE-94CF-14F7-F9F3BB7577D5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47" name="Circle">
                <a:extLst>
                  <a:ext uri="{FF2B5EF4-FFF2-40B4-BE49-F238E27FC236}">
                    <a16:creationId xmlns:a16="http://schemas.microsoft.com/office/drawing/2014/main" id="{0A630C98-0AA8-1CF0-3A9E-36F55820C17B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Label">
                <a:extLst>
                  <a:ext uri="{FF2B5EF4-FFF2-40B4-BE49-F238E27FC236}">
                    <a16:creationId xmlns:a16="http://schemas.microsoft.com/office/drawing/2014/main" id="{00E96569-2BFA-8C42-F0D8-24C03234DE7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9" name="그룹 48">
                <a:extLst>
                  <a:ext uri="{FF2B5EF4-FFF2-40B4-BE49-F238E27FC236}">
                    <a16:creationId xmlns:a16="http://schemas.microsoft.com/office/drawing/2014/main" id="{40D46813-B8CE-80BC-E827-E00DB72F47D4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50" name="Circle">
                  <a:extLst>
                    <a:ext uri="{FF2B5EF4-FFF2-40B4-BE49-F238E27FC236}">
                      <a16:creationId xmlns:a16="http://schemas.microsoft.com/office/drawing/2014/main" id="{7F46E54F-54FC-7E03-98F9-C9B562CA506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1" name="Check" hidden="1">
                  <a:extLst>
                    <a:ext uri="{FF2B5EF4-FFF2-40B4-BE49-F238E27FC236}">
                      <a16:creationId xmlns:a16="http://schemas.microsoft.com/office/drawing/2014/main" id="{9F0F3A24-8135-6AF6-58D9-A51DDE5085CC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" name="Label">
                  <a:extLst>
                    <a:ext uri="{FF2B5EF4-FFF2-40B4-BE49-F238E27FC236}">
                      <a16:creationId xmlns:a16="http://schemas.microsoft.com/office/drawing/2014/main" id="{0D92CDA4-AD35-751D-1FAC-F504762595F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46" name="Check">
              <a:extLst>
                <a:ext uri="{FF2B5EF4-FFF2-40B4-BE49-F238E27FC236}">
                  <a16:creationId xmlns:a16="http://schemas.microsoft.com/office/drawing/2014/main" id="{2E0CAF9E-A9C9-D17D-2250-CC8A608DF8D8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E3BEC092-ED5A-FF84-FB42-4F9158B45392}"/>
              </a:ext>
            </a:extLst>
          </p:cNvPr>
          <p:cNvGrpSpPr/>
          <p:nvPr/>
        </p:nvGrpSpPr>
        <p:grpSpPr>
          <a:xfrm>
            <a:off x="2249981" y="6336497"/>
            <a:ext cx="804046" cy="212366"/>
            <a:chOff x="2180902" y="4444471"/>
            <a:chExt cx="804046" cy="212366"/>
          </a:xfrm>
        </p:grpSpPr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171E192A-BAF6-91B7-F13B-BC39BD7DA16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56" name="Circle">
                <a:extLst>
                  <a:ext uri="{FF2B5EF4-FFF2-40B4-BE49-F238E27FC236}">
                    <a16:creationId xmlns:a16="http://schemas.microsoft.com/office/drawing/2014/main" id="{504771C5-805D-85DD-7928-451F543B5A2F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abel">
                <a:extLst>
                  <a:ext uri="{FF2B5EF4-FFF2-40B4-BE49-F238E27FC236}">
                    <a16:creationId xmlns:a16="http://schemas.microsoft.com/office/drawing/2014/main" id="{6DD67BF4-2CA3-316E-58B0-5AF169646858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8" name="그룹 57">
                <a:extLst>
                  <a:ext uri="{FF2B5EF4-FFF2-40B4-BE49-F238E27FC236}">
                    <a16:creationId xmlns:a16="http://schemas.microsoft.com/office/drawing/2014/main" id="{E50F43AE-65E5-50D2-1607-2B7BB83C76C7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59" name="Circle">
                  <a:extLst>
                    <a:ext uri="{FF2B5EF4-FFF2-40B4-BE49-F238E27FC236}">
                      <a16:creationId xmlns:a16="http://schemas.microsoft.com/office/drawing/2014/main" id="{79F9C969-14CA-BDE0-0156-EA565FDD8465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" name="Check" hidden="1">
                  <a:extLst>
                    <a:ext uri="{FF2B5EF4-FFF2-40B4-BE49-F238E27FC236}">
                      <a16:creationId xmlns:a16="http://schemas.microsoft.com/office/drawing/2014/main" id="{9294AE73-5DFB-2FD0-C3BE-6990C483ACF9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" name="Label">
                  <a:extLst>
                    <a:ext uri="{FF2B5EF4-FFF2-40B4-BE49-F238E27FC236}">
                      <a16:creationId xmlns:a16="http://schemas.microsoft.com/office/drawing/2014/main" id="{DB225A6F-E9FC-D7E0-53E4-7B308844C5F3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55" name="Check">
              <a:extLst>
                <a:ext uri="{FF2B5EF4-FFF2-40B4-BE49-F238E27FC236}">
                  <a16:creationId xmlns:a16="http://schemas.microsoft.com/office/drawing/2014/main" id="{17C8ADE2-A105-38D8-B357-12B503F59B87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7583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3D61286-73A4-6986-905A-BEB1CB1DA58F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강사 관리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2F4EEF61-D2CC-290C-13E1-70EA91065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기본설정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강사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</a:t>
            </a:r>
            <a:endParaRPr lang="ko-KR" altLang="en-US" sz="9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A3B0B9A-4C8D-6EB5-1742-4FD65F60E31F}"/>
              </a:ext>
            </a:extLst>
          </p:cNvPr>
          <p:cNvSpPr txBox="1"/>
          <p:nvPr/>
        </p:nvSpPr>
        <p:spPr>
          <a:xfrm>
            <a:off x="26575" y="1801452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D7DCBE9C-2BC5-1A50-099F-8579E72DFBE2}"/>
              </a:ext>
            </a:extLst>
          </p:cNvPr>
          <p:cNvGraphicFramePr>
            <a:graphicFrameLocks noGrp="1"/>
          </p:cNvGraphicFramePr>
          <p:nvPr/>
        </p:nvGraphicFramePr>
        <p:xfrm>
          <a:off x="63911" y="2089820"/>
          <a:ext cx="9546861" cy="389814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983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719633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145499">
                  <a:extLst>
                    <a:ext uri="{9D8B030D-6E8A-4147-A177-3AD203B41FA5}">
                      <a16:colId xmlns:a16="http://schemas.microsoft.com/office/drawing/2014/main" val="9505757"/>
                    </a:ext>
                  </a:extLst>
                </a:gridCol>
                <a:gridCol w="1053636">
                  <a:extLst>
                    <a:ext uri="{9D8B030D-6E8A-4147-A177-3AD203B41FA5}">
                      <a16:colId xmlns:a16="http://schemas.microsoft.com/office/drawing/2014/main" val="1632166858"/>
                    </a:ext>
                  </a:extLst>
                </a:gridCol>
                <a:gridCol w="1618577">
                  <a:extLst>
                    <a:ext uri="{9D8B030D-6E8A-4147-A177-3AD203B41FA5}">
                      <a16:colId xmlns:a16="http://schemas.microsoft.com/office/drawing/2014/main" val="584772092"/>
                    </a:ext>
                  </a:extLst>
                </a:gridCol>
                <a:gridCol w="1221592">
                  <a:extLst>
                    <a:ext uri="{9D8B030D-6E8A-4147-A177-3AD203B41FA5}">
                      <a16:colId xmlns:a16="http://schemas.microsoft.com/office/drawing/2014/main" val="453129402"/>
                    </a:ext>
                  </a:extLst>
                </a:gridCol>
                <a:gridCol w="2428273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949812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39523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분야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프로필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이유정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아크네르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010-4142-7172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arknell341@gmail.com</a:t>
                      </a:r>
                      <a:endParaRPr lang="en-US" altLang="ko-KR" sz="9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5615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정경운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010-2235-2699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art.dayoung@gmail.com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작곡가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음악학 석사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문화예술교육 활동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트롯은 인생을 싣고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어쩌다 싱어송라이터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공동체교육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상설교육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rgbClr val="5F5F5F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미디어체험</a:t>
                      </a:r>
                      <a:endParaRPr lang="en-US" altLang="ko-KR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임승규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010-3818-5976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art.dayoung@gmail.com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작곡가 및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믹싱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엔지니어</a:t>
                      </a:r>
                    </a:p>
                    <a:p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음악학 박사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백석예술대학교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외래교수</a:t>
                      </a:r>
                    </a:p>
                    <a:p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문화예술교육 활동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꼬마작곡가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아르떼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아카데미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트롯은 인생을 싣고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어쩌다 싱어송라이터 등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rgbClr val="5F5F5F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미디어체험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태근형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010-3132-0600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tkh01@designdepot.co.kr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김범수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010-2768-6064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philebos@hanmail.net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 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숭실대학교 강사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에로스와 타나토스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독서 토론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글쓰기 등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indent="0" algn="l">
                        <a:buFontTx/>
                        <a:buNone/>
                      </a:pP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상지대학교 초빙교수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대중문화의 이해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영화로 철학하기 등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algn="l"/>
                      <a:r>
                        <a:rPr lang="en-US" altLang="ko-KR" sz="900" dirty="0">
                          <a:solidFill>
                            <a:srgbClr val="333333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백석대학교 강사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과학의 진실과 오류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논리적 사고와 합리적 비판 등</a:t>
                      </a:r>
                      <a:r>
                        <a:rPr lang="en-US" altLang="ko-KR" sz="900" b="0" i="0" dirty="0">
                          <a:solidFill>
                            <a:srgbClr val="333333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30315"/>
                  </a:ext>
                </a:extLst>
              </a:tr>
            </a:tbl>
          </a:graphicData>
        </a:graphic>
      </p:graphicFrame>
      <p:grpSp>
        <p:nvGrpSpPr>
          <p:cNvPr id="10" name="그룹 9">
            <a:extLst>
              <a:ext uri="{FF2B5EF4-FFF2-40B4-BE49-F238E27FC236}">
                <a16:creationId xmlns:a16="http://schemas.microsoft.com/office/drawing/2014/main" id="{F8C913F5-6C52-017F-AF0D-BB132907CFCD}"/>
              </a:ext>
            </a:extLst>
          </p:cNvPr>
          <p:cNvGrpSpPr/>
          <p:nvPr/>
        </p:nvGrpSpPr>
        <p:grpSpPr>
          <a:xfrm>
            <a:off x="8716829" y="2640515"/>
            <a:ext cx="831679" cy="249878"/>
            <a:chOff x="8103065" y="3245809"/>
            <a:chExt cx="831679" cy="249878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2017A428-6146-86CD-ACAD-516B6FC6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6D170634-5280-2EDC-4754-AACBAC1F0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utton">
            <a:extLst>
              <a:ext uri="{FF2B5EF4-FFF2-40B4-BE49-F238E27FC236}">
                <a16:creationId xmlns:a16="http://schemas.microsoft.com/office/drawing/2014/main" id="{8FD687BA-6068-BF64-D33D-6D8DEB2402F3}"/>
              </a:ext>
            </a:extLst>
          </p:cNvPr>
          <p:cNvSpPr>
            <a:spLocks/>
          </p:cNvSpPr>
          <p:nvPr/>
        </p:nvSpPr>
        <p:spPr bwMode="auto">
          <a:xfrm>
            <a:off x="8077215" y="605603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73B9119D-AC6E-C9D8-6FB9-4DD34B7C9073}"/>
              </a:ext>
            </a:extLst>
          </p:cNvPr>
          <p:cNvSpPr>
            <a:spLocks/>
          </p:cNvSpPr>
          <p:nvPr/>
        </p:nvSpPr>
        <p:spPr bwMode="auto">
          <a:xfrm>
            <a:off x="8882165" y="6056039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77B14160-FBE1-1F67-7840-7C189A0C4211}"/>
              </a:ext>
            </a:extLst>
          </p:cNvPr>
          <p:cNvGrpSpPr/>
          <p:nvPr/>
        </p:nvGrpSpPr>
        <p:grpSpPr>
          <a:xfrm>
            <a:off x="8499617" y="1793525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B1DB70FD-9D05-9251-6939-8924E6732579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512F570F-958E-D178-C68F-CA918FE871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D0E60DD2-1860-6E85-3621-030360F1C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F9ECF546-B7A6-AC11-5D12-E7B2E51F2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4B6459DF-9DA2-AEE0-985D-D2421815C2D6}"/>
              </a:ext>
            </a:extLst>
          </p:cNvPr>
          <p:cNvGrpSpPr/>
          <p:nvPr/>
        </p:nvGrpSpPr>
        <p:grpSpPr>
          <a:xfrm>
            <a:off x="8716829" y="3188821"/>
            <a:ext cx="831679" cy="222794"/>
            <a:chOff x="8483974" y="2715793"/>
            <a:chExt cx="903358" cy="241996"/>
          </a:xfrm>
        </p:grpSpPr>
        <p:sp>
          <p:nvSpPr>
            <p:cNvPr id="32" name="Button">
              <a:extLst>
                <a:ext uri="{FF2B5EF4-FFF2-40B4-BE49-F238E27FC236}">
                  <a16:creationId xmlns:a16="http://schemas.microsoft.com/office/drawing/2014/main" id="{0CCD7AB1-9512-020A-BE16-79A50AD2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9469D5E3-91CD-F149-1632-9D3F893F7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3350D4F6-D2F7-874A-6BDA-1A0077B7115F}"/>
              </a:ext>
            </a:extLst>
          </p:cNvPr>
          <p:cNvGrpSpPr/>
          <p:nvPr/>
        </p:nvGrpSpPr>
        <p:grpSpPr>
          <a:xfrm>
            <a:off x="8716829" y="3874457"/>
            <a:ext cx="831679" cy="222794"/>
            <a:chOff x="8483974" y="2715793"/>
            <a:chExt cx="903358" cy="241996"/>
          </a:xfrm>
        </p:grpSpPr>
        <p:sp>
          <p:nvSpPr>
            <p:cNvPr id="35" name="Button">
              <a:extLst>
                <a:ext uri="{FF2B5EF4-FFF2-40B4-BE49-F238E27FC236}">
                  <a16:creationId xmlns:a16="http://schemas.microsoft.com/office/drawing/2014/main" id="{067ACB33-6D4C-242E-1A6E-11399032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Button">
              <a:extLst>
                <a:ext uri="{FF2B5EF4-FFF2-40B4-BE49-F238E27FC236}">
                  <a16:creationId xmlns:a16="http://schemas.microsoft.com/office/drawing/2014/main" id="{0EB97CC8-31C6-AC40-AAED-DD1EF7638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A94C6B35-0227-B33A-AE70-7DE8A752C61A}"/>
              </a:ext>
            </a:extLst>
          </p:cNvPr>
          <p:cNvGrpSpPr/>
          <p:nvPr/>
        </p:nvGrpSpPr>
        <p:grpSpPr>
          <a:xfrm>
            <a:off x="8716829" y="4560673"/>
            <a:ext cx="831679" cy="222794"/>
            <a:chOff x="8483974" y="2715793"/>
            <a:chExt cx="903358" cy="241996"/>
          </a:xfrm>
        </p:grpSpPr>
        <p:sp>
          <p:nvSpPr>
            <p:cNvPr id="38" name="Button">
              <a:extLst>
                <a:ext uri="{FF2B5EF4-FFF2-40B4-BE49-F238E27FC236}">
                  <a16:creationId xmlns:a16="http://schemas.microsoft.com/office/drawing/2014/main" id="{9061635D-3ACA-A482-4719-DF8187377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Button">
              <a:extLst>
                <a:ext uri="{FF2B5EF4-FFF2-40B4-BE49-F238E27FC236}">
                  <a16:creationId xmlns:a16="http://schemas.microsoft.com/office/drawing/2014/main" id="{156E14F8-16D1-16C3-8968-2951EA54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845B0438-04CD-C95E-7F8D-2CFFA356F2B3}"/>
              </a:ext>
            </a:extLst>
          </p:cNvPr>
          <p:cNvGrpSpPr/>
          <p:nvPr/>
        </p:nvGrpSpPr>
        <p:grpSpPr>
          <a:xfrm>
            <a:off x="8716829" y="5478783"/>
            <a:ext cx="831679" cy="222794"/>
            <a:chOff x="8483974" y="2715793"/>
            <a:chExt cx="903358" cy="241996"/>
          </a:xfrm>
        </p:grpSpPr>
        <p:sp>
          <p:nvSpPr>
            <p:cNvPr id="44" name="Button">
              <a:extLst>
                <a:ext uri="{FF2B5EF4-FFF2-40B4-BE49-F238E27FC236}">
                  <a16:creationId xmlns:a16="http://schemas.microsoft.com/office/drawing/2014/main" id="{2D3AFF82-71DD-5FC0-F760-E0E1D15E7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Button">
              <a:extLst>
                <a:ext uri="{FF2B5EF4-FFF2-40B4-BE49-F238E27FC236}">
                  <a16:creationId xmlns:a16="http://schemas.microsoft.com/office/drawing/2014/main" id="{D1EF0213-BE11-F208-8DAB-0FE13626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2B4EAD1C-0B61-BE0F-B6D9-C30DD0FA9958}"/>
              </a:ext>
            </a:extLst>
          </p:cNvPr>
          <p:cNvSpPr txBox="1"/>
          <p:nvPr/>
        </p:nvSpPr>
        <p:spPr>
          <a:xfrm>
            <a:off x="35918" y="80874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강사 </a:t>
            </a:r>
            <a:r>
              <a:rPr lang="ko-KR" altLang="en-US" sz="900" b="1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</a:t>
            </a:r>
            <a:endParaRPr lang="ko-KR" altLang="en-US" b="1" dirty="0"/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8A65B26-35D4-EEA8-B80E-AF40D5EDF4C6}"/>
              </a:ext>
            </a:extLst>
          </p:cNvPr>
          <p:cNvSpPr/>
          <p:nvPr/>
        </p:nvSpPr>
        <p:spPr>
          <a:xfrm>
            <a:off x="736446" y="84158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pic>
        <p:nvPicPr>
          <p:cNvPr id="64" name="그림 63">
            <a:extLst>
              <a:ext uri="{FF2B5EF4-FFF2-40B4-BE49-F238E27FC236}">
                <a16:creationId xmlns:a16="http://schemas.microsoft.com/office/drawing/2014/main" id="{886B746F-95A3-C646-6917-F8D17707143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44731" y="1788296"/>
            <a:ext cx="1047750" cy="228600"/>
          </a:xfrm>
          <a:prstGeom prst="rect">
            <a:avLst/>
          </a:prstGeom>
        </p:spPr>
      </p:pic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2503063-BB8A-B09D-1EED-9E3462EA3D5A}"/>
              </a:ext>
            </a:extLst>
          </p:cNvPr>
          <p:cNvGraphicFramePr>
            <a:graphicFrameLocks noGrp="1"/>
          </p:cNvGraphicFramePr>
          <p:nvPr/>
        </p:nvGraphicFramePr>
        <p:xfrm>
          <a:off x="146678" y="1117952"/>
          <a:ext cx="5908642" cy="6275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4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4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분야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104767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5053188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8B192BD8-FBAA-3339-0C49-D4C09A853689}"/>
              </a:ext>
            </a:extLst>
          </p:cNvPr>
          <p:cNvSpPr/>
          <p:nvPr/>
        </p:nvSpPr>
        <p:spPr>
          <a:xfrm>
            <a:off x="5143500" y="1152526"/>
            <a:ext cx="866775" cy="5555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1FB3C60-7691-B2D7-77D6-C1EAA1C69BF9}"/>
              </a:ext>
            </a:extLst>
          </p:cNvPr>
          <p:cNvSpPr/>
          <p:nvPr/>
        </p:nvSpPr>
        <p:spPr>
          <a:xfrm>
            <a:off x="6316826" y="2528597"/>
            <a:ext cx="2271490" cy="43853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이미지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8263344-5E69-9AA8-ED4D-35F41A06DE40}"/>
              </a:ext>
            </a:extLst>
          </p:cNvPr>
          <p:cNvSpPr/>
          <p:nvPr/>
        </p:nvSpPr>
        <p:spPr>
          <a:xfrm>
            <a:off x="6316826" y="4459226"/>
            <a:ext cx="2271490" cy="43853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이미지</a:t>
            </a:r>
          </a:p>
        </p:txBody>
      </p:sp>
      <p:sp>
        <p:nvSpPr>
          <p:cNvPr id="27" name="Pagination">
            <a:extLst>
              <a:ext uri="{FF2B5EF4-FFF2-40B4-BE49-F238E27FC236}">
                <a16:creationId xmlns:a16="http://schemas.microsoft.com/office/drawing/2014/main" id="{1BF32EC8-5C2E-A34A-8B8F-6B287810B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6379280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aphicFrame>
        <p:nvGraphicFramePr>
          <p:cNvPr id="82" name="표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766463"/>
              </p:ext>
            </p:extLst>
          </p:nvPr>
        </p:nvGraphicFramePr>
        <p:xfrm>
          <a:off x="9696037" y="291622"/>
          <a:ext cx="2498015" cy="353636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교육</a:t>
                      </a:r>
                      <a:r>
                        <a:rPr lang="en-US" altLang="ko-KR" sz="800" b="1" dirty="0"/>
                        <a:t>/</a:t>
                      </a:r>
                      <a:r>
                        <a:rPr lang="ko-KR" altLang="en-US" sz="800" b="1" dirty="0"/>
                        <a:t>체험 강사를 확인 및 등록할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분야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상설교육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공동체교육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미디어체험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교육명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연락처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4.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선택삭제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신규등록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선택삭제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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등록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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3409905F-C06D-80DD-0F9F-B14DDA8938FC}"/>
              </a:ext>
            </a:extLst>
          </p:cNvPr>
          <p:cNvSpPr/>
          <p:nvPr/>
        </p:nvSpPr>
        <p:spPr>
          <a:xfrm>
            <a:off x="8995788" y="249350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C22BB88-0835-C37D-B85A-BB72C37C0322}"/>
              </a:ext>
            </a:extLst>
          </p:cNvPr>
          <p:cNvSpPr/>
          <p:nvPr/>
        </p:nvSpPr>
        <p:spPr>
          <a:xfrm>
            <a:off x="8077215" y="590635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1" name="Text Box">
            <a:extLst>
              <a:ext uri="{FF2B5EF4-FFF2-40B4-BE49-F238E27FC236}">
                <a16:creationId xmlns:a16="http://schemas.microsoft.com/office/drawing/2014/main" id="{BAF0AB23-06F6-F433-AAF7-40A6F70CFF3F}"/>
              </a:ext>
            </a:extLst>
          </p:cNvPr>
          <p:cNvSpPr/>
          <p:nvPr/>
        </p:nvSpPr>
        <p:spPr>
          <a:xfrm>
            <a:off x="2238706" y="1462954"/>
            <a:ext cx="2723819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5893374-A3CB-33FB-048D-8D16A57B965C}"/>
              </a:ext>
            </a:extLst>
          </p:cNvPr>
          <p:cNvGrpSpPr/>
          <p:nvPr/>
        </p:nvGrpSpPr>
        <p:grpSpPr>
          <a:xfrm>
            <a:off x="1174191" y="1466996"/>
            <a:ext cx="1016704" cy="241092"/>
            <a:chOff x="2142872" y="1285558"/>
            <a:chExt cx="1016704" cy="241092"/>
          </a:xfrm>
        </p:grpSpPr>
        <p:sp>
          <p:nvSpPr>
            <p:cNvPr id="24" name="Text Box">
              <a:extLst>
                <a:ext uri="{FF2B5EF4-FFF2-40B4-BE49-F238E27FC236}">
                  <a16:creationId xmlns:a16="http://schemas.microsoft.com/office/drawing/2014/main" id="{6F39A38E-FFC5-76B9-BB0A-A7503CB32FCC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CE19A8A-7F08-46DF-B347-AAE9B64F8C3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2143C462-B7EB-22DC-C002-1C97F427DCBA}"/>
              </a:ext>
            </a:extLst>
          </p:cNvPr>
          <p:cNvGrpSpPr/>
          <p:nvPr/>
        </p:nvGrpSpPr>
        <p:grpSpPr>
          <a:xfrm>
            <a:off x="1174191" y="1151562"/>
            <a:ext cx="1016704" cy="241092"/>
            <a:chOff x="2142872" y="1285558"/>
            <a:chExt cx="1016704" cy="241092"/>
          </a:xfrm>
        </p:grpSpPr>
        <p:sp>
          <p:nvSpPr>
            <p:cNvPr id="47" name="Text Box">
              <a:extLst>
                <a:ext uri="{FF2B5EF4-FFF2-40B4-BE49-F238E27FC236}">
                  <a16:creationId xmlns:a16="http://schemas.microsoft.com/office/drawing/2014/main" id="{42DF62B2-4125-F825-4042-23AF45D551BB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2874AD6-865B-FC1D-183A-4D27223B4364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308879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D573632-8FC1-6E4B-FDE9-A15E4404DF8B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강사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</a:t>
            </a:r>
            <a:endParaRPr lang="ko-KR" altLang="en-US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0A01910B-9661-F961-70C1-229F9D3567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강사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B1F42DD-0722-8C6D-3AA1-5DEC45A0B6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5287423"/>
              </p:ext>
            </p:extLst>
          </p:nvPr>
        </p:nvGraphicFramePr>
        <p:xfrm>
          <a:off x="598178" y="1252068"/>
          <a:ext cx="7397170" cy="29520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분야</a:t>
                      </a:r>
                      <a:r>
                        <a:rPr lang="en-US" altLang="ko-KR" sz="800" b="0" dirty="0"/>
                        <a:t>*          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                        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916101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프로필 사진등록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3922095"/>
                  </a:ext>
                </a:extLst>
              </a:tr>
              <a:tr h="1383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프로필 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4986770"/>
                  </a:ext>
                </a:extLst>
              </a:tr>
            </a:tbl>
          </a:graphicData>
        </a:graphic>
      </p:graphicFrame>
      <p:sp>
        <p:nvSpPr>
          <p:cNvPr id="16" name="Text Box">
            <a:extLst>
              <a:ext uri="{FF2B5EF4-FFF2-40B4-BE49-F238E27FC236}">
                <a16:creationId xmlns:a16="http://schemas.microsoft.com/office/drawing/2014/main" id="{59275236-3EBA-4509-A5ED-A52075388B45}"/>
              </a:ext>
            </a:extLst>
          </p:cNvPr>
          <p:cNvSpPr/>
          <p:nvPr/>
        </p:nvSpPr>
        <p:spPr>
          <a:xfrm>
            <a:off x="2188535" y="2222383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" name="Text Box">
            <a:extLst>
              <a:ext uri="{FF2B5EF4-FFF2-40B4-BE49-F238E27FC236}">
                <a16:creationId xmlns:a16="http://schemas.microsoft.com/office/drawing/2014/main" id="{2413E8B0-3ACF-4BA8-6D98-ADD3CBB0C121}"/>
              </a:ext>
            </a:extLst>
          </p:cNvPr>
          <p:cNvSpPr/>
          <p:nvPr/>
        </p:nvSpPr>
        <p:spPr>
          <a:xfrm>
            <a:off x="2188535" y="1911329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" name="Text Box">
            <a:extLst>
              <a:ext uri="{FF2B5EF4-FFF2-40B4-BE49-F238E27FC236}">
                <a16:creationId xmlns:a16="http://schemas.microsoft.com/office/drawing/2014/main" id="{C3B5D5F7-5D3E-8145-C639-C594FE13CE6D}"/>
              </a:ext>
            </a:extLst>
          </p:cNvPr>
          <p:cNvSpPr/>
          <p:nvPr/>
        </p:nvSpPr>
        <p:spPr>
          <a:xfrm>
            <a:off x="2188535" y="1596750"/>
            <a:ext cx="148046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" name="Panel">
            <a:extLst>
              <a:ext uri="{FF2B5EF4-FFF2-40B4-BE49-F238E27FC236}">
                <a16:creationId xmlns:a16="http://schemas.microsoft.com/office/drawing/2014/main" id="{261C5588-D427-2452-3B04-C5C6FFA74887}"/>
              </a:ext>
            </a:extLst>
          </p:cNvPr>
          <p:cNvSpPr/>
          <p:nvPr/>
        </p:nvSpPr>
        <p:spPr>
          <a:xfrm>
            <a:off x="2188535" y="2871804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3B602347-2AD9-DEF7-FD0E-B7E7F37A3F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01613" y="2889055"/>
            <a:ext cx="5708250" cy="311939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193A0522-02ED-A4BB-01D6-275BD9DA1B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0319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강사 관리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436854CC-2B67-8A19-BB24-39247C8A32C6}"/>
              </a:ext>
            </a:extLst>
          </p:cNvPr>
          <p:cNvGrpSpPr/>
          <p:nvPr/>
        </p:nvGrpSpPr>
        <p:grpSpPr>
          <a:xfrm>
            <a:off x="2188535" y="2542520"/>
            <a:ext cx="1745080" cy="241865"/>
            <a:chOff x="2159960" y="2866370"/>
            <a:chExt cx="1745080" cy="241865"/>
          </a:xfrm>
        </p:grpSpPr>
        <p:sp>
          <p:nvSpPr>
            <p:cNvPr id="7" name="Button">
              <a:extLst>
                <a:ext uri="{FF2B5EF4-FFF2-40B4-BE49-F238E27FC236}">
                  <a16:creationId xmlns:a16="http://schemas.microsoft.com/office/drawing/2014/main" id="{335A87A7-5B26-264A-F460-B93D18D3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960" y="2866370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765A03F-119D-A92D-1386-BA1A4D4D9A0B}"/>
                </a:ext>
              </a:extLst>
            </p:cNvPr>
            <p:cNvSpPr txBox="1"/>
            <p:nvPr/>
          </p:nvSpPr>
          <p:spPr>
            <a:xfrm>
              <a:off x="2878743" y="2877403"/>
              <a:ext cx="1026297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atinLnBrk="1"/>
              <a:r>
                <a:rPr lang="ko-KR" altLang="en-US" sz="900" b="0" u="sng" dirty="0">
                  <a:solidFill>
                    <a:srgbClr val="0070C0"/>
                  </a:solidFill>
                </a:rPr>
                <a:t>첨부파일</a:t>
              </a:r>
              <a:r>
                <a:rPr lang="en-US" altLang="ko-KR" sz="900" b="0" u="sng" dirty="0">
                  <a:solidFill>
                    <a:srgbClr val="0070C0"/>
                  </a:solidFill>
                </a:rPr>
                <a:t>.jpg</a:t>
              </a:r>
              <a:endParaRPr lang="ko-KR" altLang="en-US" sz="900" b="0" u="sng" dirty="0">
                <a:solidFill>
                  <a:srgbClr val="0070C0"/>
                </a:solidFill>
              </a:endParaRPr>
            </a:p>
          </p:txBody>
        </p:sp>
      </p:grpSp>
      <p:graphicFrame>
        <p:nvGraphicFramePr>
          <p:cNvPr id="13" name="표 55">
            <a:extLst>
              <a:ext uri="{FF2B5EF4-FFF2-40B4-BE49-F238E27FC236}">
                <a16:creationId xmlns:a16="http://schemas.microsoft.com/office/drawing/2014/main" id="{D65830F8-E805-AB2D-5825-EC794C59CC46}"/>
              </a:ext>
            </a:extLst>
          </p:cNvPr>
          <p:cNvGraphicFramePr>
            <a:graphicFrameLocks noGrp="1"/>
          </p:cNvGraphicFramePr>
          <p:nvPr/>
        </p:nvGraphicFramePr>
        <p:xfrm>
          <a:off x="9696037" y="291622"/>
          <a:ext cx="2498015" cy="255399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강사를 수정 및 신규 등록할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강사등록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분야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상설교육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공동체교육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미디어체험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&lt;radio&gt;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연락처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이메일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&lt;text&gt;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프로필 사진등록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파일첨부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&lt;button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 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클릭 시 외부에서 파일을 업로드하는 기능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93029DFE-AC00-F669-D32A-DD0C62061E20}"/>
              </a:ext>
            </a:extLst>
          </p:cNvPr>
          <p:cNvSpPr/>
          <p:nvPr/>
        </p:nvSpPr>
        <p:spPr>
          <a:xfrm>
            <a:off x="402573" y="126277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5" name="Button">
            <a:extLst>
              <a:ext uri="{FF2B5EF4-FFF2-40B4-BE49-F238E27FC236}">
                <a16:creationId xmlns:a16="http://schemas.microsoft.com/office/drawing/2014/main" id="{E5A6DA4C-3D7F-B2D7-9B03-3ECDD26270CC}"/>
              </a:ext>
            </a:extLst>
          </p:cNvPr>
          <p:cNvSpPr>
            <a:spLocks/>
          </p:cNvSpPr>
          <p:nvPr/>
        </p:nvSpPr>
        <p:spPr bwMode="auto">
          <a:xfrm>
            <a:off x="6500740" y="420575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" name="Button">
            <a:extLst>
              <a:ext uri="{FF2B5EF4-FFF2-40B4-BE49-F238E27FC236}">
                <a16:creationId xmlns:a16="http://schemas.microsoft.com/office/drawing/2014/main" id="{17FBDCFE-4618-3A3B-C50F-18E0B187DF6A}"/>
              </a:ext>
            </a:extLst>
          </p:cNvPr>
          <p:cNvSpPr>
            <a:spLocks/>
          </p:cNvSpPr>
          <p:nvPr/>
        </p:nvSpPr>
        <p:spPr bwMode="auto">
          <a:xfrm>
            <a:off x="7305690" y="4205756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Button">
            <a:extLst>
              <a:ext uri="{FF2B5EF4-FFF2-40B4-BE49-F238E27FC236}">
                <a16:creationId xmlns:a16="http://schemas.microsoft.com/office/drawing/2014/main" id="{FC1D58BF-D3D9-FF05-25BB-BB0DE0EE9ABF}"/>
              </a:ext>
            </a:extLst>
          </p:cNvPr>
          <p:cNvSpPr>
            <a:spLocks/>
          </p:cNvSpPr>
          <p:nvPr/>
        </p:nvSpPr>
        <p:spPr bwMode="auto">
          <a:xfrm>
            <a:off x="598178" y="420575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7576693-2345-077C-30AB-EA0E5ADD9E61}"/>
              </a:ext>
            </a:extLst>
          </p:cNvPr>
          <p:cNvSpPr/>
          <p:nvPr/>
        </p:nvSpPr>
        <p:spPr>
          <a:xfrm>
            <a:off x="361216" y="250384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5C59178B-F6BC-FA3B-C6E6-7B35E785FD4F}"/>
              </a:ext>
            </a:extLst>
          </p:cNvPr>
          <p:cNvGrpSpPr/>
          <p:nvPr/>
        </p:nvGrpSpPr>
        <p:grpSpPr>
          <a:xfrm>
            <a:off x="2207359" y="1313037"/>
            <a:ext cx="740954" cy="212366"/>
            <a:chOff x="8699428" y="6535199"/>
            <a:chExt cx="740954" cy="212366"/>
          </a:xfrm>
        </p:grpSpPr>
        <p:grpSp>
          <p:nvGrpSpPr>
            <p:cNvPr id="1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C38876D9-6BCA-C1DA-CA2E-B6C32DF04A96}"/>
                </a:ext>
              </a:extLst>
            </p:cNvPr>
            <p:cNvGrpSpPr/>
            <p:nvPr/>
          </p:nvGrpSpPr>
          <p:grpSpPr>
            <a:xfrm>
              <a:off x="8699428" y="6535199"/>
              <a:ext cx="740954" cy="212366"/>
              <a:chOff x="554563" y="2592239"/>
              <a:chExt cx="740954" cy="212366"/>
            </a:xfrm>
          </p:grpSpPr>
          <p:sp>
            <p:nvSpPr>
              <p:cNvPr id="25" name="Box">
                <a:extLst>
                  <a:ext uri="{FF2B5EF4-FFF2-40B4-BE49-F238E27FC236}">
                    <a16:creationId xmlns:a16="http://schemas.microsoft.com/office/drawing/2014/main" id="{A4C8F08C-1596-3425-60C4-BE89698D7413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" name="Label">
                <a:extLst>
                  <a:ext uri="{FF2B5EF4-FFF2-40B4-BE49-F238E27FC236}">
                    <a16:creationId xmlns:a16="http://schemas.microsoft.com/office/drawing/2014/main" id="{9F3646ED-88B9-2D0F-4FD4-927CA112BDD8}"/>
                  </a:ext>
                </a:extLst>
              </p:cNvPr>
              <p:cNvSpPr txBox="1"/>
              <p:nvPr/>
            </p:nvSpPr>
            <p:spPr>
              <a:xfrm>
                <a:off x="686119" y="2592239"/>
                <a:ext cx="609398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상설교육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" name="Check" hidden="1">
                <a:extLst>
                  <a:ext uri="{FF2B5EF4-FFF2-40B4-BE49-F238E27FC236}">
                    <a16:creationId xmlns:a16="http://schemas.microsoft.com/office/drawing/2014/main" id="{D2019B45-031D-37B5-CB94-6474C69138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Accept">
              <a:extLst>
                <a:ext uri="{FF2B5EF4-FFF2-40B4-BE49-F238E27FC236}">
                  <a16:creationId xmlns:a16="http://schemas.microsoft.com/office/drawing/2014/main" id="{BBF5D8F6-9E09-EB05-347C-9B3179F616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2F03D55-A553-C738-3F24-EBABF513EA54}"/>
              </a:ext>
            </a:extLst>
          </p:cNvPr>
          <p:cNvGrpSpPr/>
          <p:nvPr/>
        </p:nvGrpSpPr>
        <p:grpSpPr>
          <a:xfrm>
            <a:off x="3087494" y="1313037"/>
            <a:ext cx="856370" cy="212366"/>
            <a:chOff x="8699428" y="6535199"/>
            <a:chExt cx="856370" cy="212366"/>
          </a:xfrm>
        </p:grpSpPr>
        <p:grpSp>
          <p:nvGrpSpPr>
            <p:cNvPr id="3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DBD9C11B-6902-4E03-F552-FE51E33603B2}"/>
                </a:ext>
              </a:extLst>
            </p:cNvPr>
            <p:cNvGrpSpPr/>
            <p:nvPr/>
          </p:nvGrpSpPr>
          <p:grpSpPr>
            <a:xfrm>
              <a:off x="8699428" y="6535199"/>
              <a:ext cx="856370" cy="212366"/>
              <a:chOff x="554563" y="2592239"/>
              <a:chExt cx="856370" cy="212366"/>
            </a:xfrm>
          </p:grpSpPr>
          <p:sp>
            <p:nvSpPr>
              <p:cNvPr id="38" name="Box">
                <a:extLst>
                  <a:ext uri="{FF2B5EF4-FFF2-40B4-BE49-F238E27FC236}">
                    <a16:creationId xmlns:a16="http://schemas.microsoft.com/office/drawing/2014/main" id="{A33E162D-4A97-82E2-1174-736883EA4572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Label">
                <a:extLst>
                  <a:ext uri="{FF2B5EF4-FFF2-40B4-BE49-F238E27FC236}">
                    <a16:creationId xmlns:a16="http://schemas.microsoft.com/office/drawing/2014/main" id="{86A70747-7B6B-0596-E14A-1C637E191F1C}"/>
                  </a:ext>
                </a:extLst>
              </p:cNvPr>
              <p:cNvSpPr txBox="1"/>
              <p:nvPr/>
            </p:nvSpPr>
            <p:spPr>
              <a:xfrm>
                <a:off x="686119" y="2592239"/>
                <a:ext cx="724814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공동체교육</a:t>
                </a:r>
                <a:endPara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Check" hidden="1">
                <a:extLst>
                  <a:ext uri="{FF2B5EF4-FFF2-40B4-BE49-F238E27FC236}">
                    <a16:creationId xmlns:a16="http://schemas.microsoft.com/office/drawing/2014/main" id="{E1670CCF-01C8-A850-8E46-71261F09A2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" name="Accept">
              <a:extLst>
                <a:ext uri="{FF2B5EF4-FFF2-40B4-BE49-F238E27FC236}">
                  <a16:creationId xmlns:a16="http://schemas.microsoft.com/office/drawing/2014/main" id="{7B6BB498-2D4B-C501-BBF2-05EF5E95A2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C93DBBB-CAED-C856-F93A-DB3A78092EC9}"/>
              </a:ext>
            </a:extLst>
          </p:cNvPr>
          <p:cNvGrpSpPr/>
          <p:nvPr/>
        </p:nvGrpSpPr>
        <p:grpSpPr>
          <a:xfrm>
            <a:off x="3981494" y="1331179"/>
            <a:ext cx="856370" cy="212366"/>
            <a:chOff x="8699428" y="6535199"/>
            <a:chExt cx="856370" cy="212366"/>
          </a:xfrm>
        </p:grpSpPr>
        <p:grpSp>
          <p:nvGrpSpPr>
            <p:cNvPr id="1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9A40FEDA-CFD9-D73D-ED38-A2FD8CA6BD43}"/>
                </a:ext>
              </a:extLst>
            </p:cNvPr>
            <p:cNvGrpSpPr/>
            <p:nvPr/>
          </p:nvGrpSpPr>
          <p:grpSpPr>
            <a:xfrm>
              <a:off x="8699428" y="6535199"/>
              <a:ext cx="856370" cy="212366"/>
              <a:chOff x="554563" y="2592239"/>
              <a:chExt cx="856370" cy="212366"/>
            </a:xfrm>
          </p:grpSpPr>
          <p:sp>
            <p:nvSpPr>
              <p:cNvPr id="29" name="Box">
                <a:extLst>
                  <a:ext uri="{FF2B5EF4-FFF2-40B4-BE49-F238E27FC236}">
                    <a16:creationId xmlns:a16="http://schemas.microsoft.com/office/drawing/2014/main" id="{5D33A2CE-BF65-A48E-E97E-4F8E8775540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Label">
                <a:extLst>
                  <a:ext uri="{FF2B5EF4-FFF2-40B4-BE49-F238E27FC236}">
                    <a16:creationId xmlns:a16="http://schemas.microsoft.com/office/drawing/2014/main" id="{87723ACA-A86C-0980-1D4D-6FBADBE88D19}"/>
                  </a:ext>
                </a:extLst>
              </p:cNvPr>
              <p:cNvSpPr txBox="1"/>
              <p:nvPr/>
            </p:nvSpPr>
            <p:spPr>
              <a:xfrm>
                <a:off x="686119" y="2592239"/>
                <a:ext cx="724814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미디어체험</a:t>
                </a:r>
                <a:endPara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Check" hidden="1">
                <a:extLst>
                  <a:ext uri="{FF2B5EF4-FFF2-40B4-BE49-F238E27FC236}">
                    <a16:creationId xmlns:a16="http://schemas.microsoft.com/office/drawing/2014/main" id="{61FF8EFA-30D8-B4A8-AC3E-101FE44430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" name="Accept">
              <a:extLst>
                <a:ext uri="{FF2B5EF4-FFF2-40B4-BE49-F238E27FC236}">
                  <a16:creationId xmlns:a16="http://schemas.microsoft.com/office/drawing/2014/main" id="{0A15B7CD-B7B5-AB9D-2AAC-AC9FC0B6CB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532910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0B8B27-4A97-317B-2091-2DCABAB00A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7784350F-FA31-CAFE-8189-B8F7FFFBA4FE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환경 설정</a:t>
            </a:r>
          </a:p>
        </p:txBody>
      </p:sp>
      <p:sp>
        <p:nvSpPr>
          <p:cNvPr id="2" name="TextBox 30">
            <a:extLst>
              <a:ext uri="{FF2B5EF4-FFF2-40B4-BE49-F238E27FC236}">
                <a16:creationId xmlns:a16="http://schemas.microsoft.com/office/drawing/2014/main" id="{0B1924D9-686D-F0B1-E1E5-74B2E3DF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05625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환경 설정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46D1B729-62CD-C42A-5887-A203C3D01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969" y="3625969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공간정보 설정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7BE577D-B209-71A7-3EA4-A2F665F108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969" y="659846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장비정보 설정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BF4956B-440F-57E8-B339-6762E9F18B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7759991"/>
              </p:ext>
            </p:extLst>
          </p:nvPr>
        </p:nvGraphicFramePr>
        <p:xfrm>
          <a:off x="610056" y="870644"/>
          <a:ext cx="7397170" cy="23050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01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최대 대여 개수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17846"/>
                  </a:ext>
                </a:extLst>
              </a:tr>
              <a:tr h="3501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최대 대여 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786594"/>
                  </a:ext>
                </a:extLst>
              </a:tr>
              <a:tr h="301857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예외시간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점심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  <a:tr h="3018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저녁</a:t>
                      </a:r>
                    </a:p>
                  </a:txBody>
                  <a:tcPr marL="57150" marR="57150" marT="57150" marB="762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1118205"/>
                  </a:ext>
                </a:extLst>
              </a:tr>
              <a:tr h="69921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대여일</a:t>
                      </a:r>
                      <a:r>
                        <a:rPr lang="en-US" altLang="ko-KR" sz="800" b="0" dirty="0"/>
                        <a:t>/</a:t>
                      </a:r>
                      <a:r>
                        <a:rPr lang="ko-KR" altLang="en-US" sz="800" b="0" dirty="0"/>
                        <a:t>반납일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대여</a:t>
                      </a:r>
                      <a:endParaRPr lang="en-US" altLang="ko-KR" sz="900" dirty="0">
                        <a:effectLst/>
                      </a:endParaRPr>
                    </a:p>
                    <a:p>
                      <a:pPr algn="l" fontAlgn="ctr" latinLnBrk="0"/>
                      <a:endParaRPr lang="en-US" altLang="ko-KR" sz="900" dirty="0">
                        <a:effectLst/>
                      </a:endParaRPr>
                    </a:p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반납 </a:t>
                      </a:r>
                    </a:p>
                  </a:txBody>
                  <a:tcPr marL="57150" marR="57150" marT="57150" marB="762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3500919"/>
                  </a:ext>
                </a:extLst>
              </a:tr>
              <a:tr h="3018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신청 가능일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저녁</a:t>
                      </a:r>
                    </a:p>
                  </a:txBody>
                  <a:tcPr marL="57150" marR="57150" marT="57150" marB="762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2011227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ACF5CB9E-2B41-31EA-3F47-2C9A09E0A5B6}"/>
              </a:ext>
            </a:extLst>
          </p:cNvPr>
          <p:cNvGrpSpPr/>
          <p:nvPr/>
        </p:nvGrpSpPr>
        <p:grpSpPr>
          <a:xfrm>
            <a:off x="4929863" y="1606849"/>
            <a:ext cx="804046" cy="212366"/>
            <a:chOff x="2180902" y="4444471"/>
            <a:chExt cx="804046" cy="212366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D52E9203-CA1F-0CBC-9D2C-CF66DAEA4115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0" name="Circle">
                <a:extLst>
                  <a:ext uri="{FF2B5EF4-FFF2-40B4-BE49-F238E27FC236}">
                    <a16:creationId xmlns:a16="http://schemas.microsoft.com/office/drawing/2014/main" id="{606D856B-50BD-4AD6-6849-0BCD36D7CCF3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" name="Label">
                <a:extLst>
                  <a:ext uri="{FF2B5EF4-FFF2-40B4-BE49-F238E27FC236}">
                    <a16:creationId xmlns:a16="http://schemas.microsoft.com/office/drawing/2014/main" id="{618FA401-7AA8-5B27-E545-AF387CEC26E3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2" name="그룹 11">
                <a:extLst>
                  <a:ext uri="{FF2B5EF4-FFF2-40B4-BE49-F238E27FC236}">
                    <a16:creationId xmlns:a16="http://schemas.microsoft.com/office/drawing/2014/main" id="{16FA30F3-8217-0278-52A9-1A4E2CED947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3" name="Circle">
                  <a:extLst>
                    <a:ext uri="{FF2B5EF4-FFF2-40B4-BE49-F238E27FC236}">
                      <a16:creationId xmlns:a16="http://schemas.microsoft.com/office/drawing/2014/main" id="{38D7E680-6204-7BE9-F1DB-7BA31F90BB2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" name="Check" hidden="1">
                  <a:extLst>
                    <a:ext uri="{FF2B5EF4-FFF2-40B4-BE49-F238E27FC236}">
                      <a16:creationId xmlns:a16="http://schemas.microsoft.com/office/drawing/2014/main" id="{4ADA20C7-B577-F1CD-0F64-F7E659F7CBD9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" name="Label">
                  <a:extLst>
                    <a:ext uri="{FF2B5EF4-FFF2-40B4-BE49-F238E27FC236}">
                      <a16:creationId xmlns:a16="http://schemas.microsoft.com/office/drawing/2014/main" id="{EABA6D69-2A41-085D-CF5B-D3A377FE2E8C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9" name="Check">
              <a:extLst>
                <a:ext uri="{FF2B5EF4-FFF2-40B4-BE49-F238E27FC236}">
                  <a16:creationId xmlns:a16="http://schemas.microsoft.com/office/drawing/2014/main" id="{79B0EA58-083E-945D-60DE-A799639D6504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600082C1-A6A7-02D7-2FF1-4779C33520C1}"/>
              </a:ext>
            </a:extLst>
          </p:cNvPr>
          <p:cNvGrpSpPr/>
          <p:nvPr/>
        </p:nvGrpSpPr>
        <p:grpSpPr>
          <a:xfrm>
            <a:off x="2183209" y="926127"/>
            <a:ext cx="1016704" cy="241092"/>
            <a:chOff x="2183209" y="923183"/>
            <a:chExt cx="1016704" cy="241092"/>
          </a:xfrm>
        </p:grpSpPr>
        <p:sp>
          <p:nvSpPr>
            <p:cNvPr id="22" name="Text Box">
              <a:extLst>
                <a:ext uri="{FF2B5EF4-FFF2-40B4-BE49-F238E27FC236}">
                  <a16:creationId xmlns:a16="http://schemas.microsoft.com/office/drawing/2014/main" id="{27DB4388-2221-45F1-5B52-D577F9017BFD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B034CD8-11DC-A22C-1103-5451199FAEF6}"/>
                </a:ext>
              </a:extLst>
            </p:cNvPr>
            <p:cNvSpPr>
              <a:spLocks noChangeAspect="1"/>
            </p:cNvSpPr>
            <p:nvPr>
              <p:custDataLst>
                <p:tags r:id="rId2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92CDB147-FDAA-D053-4F45-B666EBE18A22}"/>
              </a:ext>
            </a:extLst>
          </p:cNvPr>
          <p:cNvGrpSpPr/>
          <p:nvPr/>
        </p:nvGrpSpPr>
        <p:grpSpPr>
          <a:xfrm>
            <a:off x="4929863" y="1916784"/>
            <a:ext cx="804046" cy="212366"/>
            <a:chOff x="2180902" y="4444471"/>
            <a:chExt cx="804046" cy="212366"/>
          </a:xfrm>
        </p:grpSpPr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454E23EA-DF7B-B930-1059-77D2ADBADFE9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27" name="Circle">
                <a:extLst>
                  <a:ext uri="{FF2B5EF4-FFF2-40B4-BE49-F238E27FC236}">
                    <a16:creationId xmlns:a16="http://schemas.microsoft.com/office/drawing/2014/main" id="{C19017F3-3408-48C4-302D-658EA526E271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Label">
                <a:extLst>
                  <a:ext uri="{FF2B5EF4-FFF2-40B4-BE49-F238E27FC236}">
                    <a16:creationId xmlns:a16="http://schemas.microsoft.com/office/drawing/2014/main" id="{ED30A1CA-A746-DA50-2D47-02A17446955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6F46CDCE-1E6C-5760-6D04-9455E9344368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0" name="Circle">
                  <a:extLst>
                    <a:ext uri="{FF2B5EF4-FFF2-40B4-BE49-F238E27FC236}">
                      <a16:creationId xmlns:a16="http://schemas.microsoft.com/office/drawing/2014/main" id="{FE4E36A0-4E63-40FD-F2B6-6B000FD2549F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" name="Check" hidden="1">
                  <a:extLst>
                    <a:ext uri="{FF2B5EF4-FFF2-40B4-BE49-F238E27FC236}">
                      <a16:creationId xmlns:a16="http://schemas.microsoft.com/office/drawing/2014/main" id="{53F91C6E-7363-1350-EDE4-5D76DB75C391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" name="Label">
                  <a:extLst>
                    <a:ext uri="{FF2B5EF4-FFF2-40B4-BE49-F238E27FC236}">
                      <a16:creationId xmlns:a16="http://schemas.microsoft.com/office/drawing/2014/main" id="{674BD280-37D8-5A19-4B93-D160DC91AA5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6" name="Check">
              <a:extLst>
                <a:ext uri="{FF2B5EF4-FFF2-40B4-BE49-F238E27FC236}">
                  <a16:creationId xmlns:a16="http://schemas.microsoft.com/office/drawing/2014/main" id="{983C1B1B-B349-42CC-0729-D55D3CDEBEE3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14127370-9F67-EC51-C978-C7A6792174AA}"/>
              </a:ext>
            </a:extLst>
          </p:cNvPr>
          <p:cNvGrpSpPr/>
          <p:nvPr/>
        </p:nvGrpSpPr>
        <p:grpSpPr>
          <a:xfrm>
            <a:off x="2520402" y="1899857"/>
            <a:ext cx="2311804" cy="246221"/>
            <a:chOff x="2168208" y="3964202"/>
            <a:chExt cx="2311804" cy="246221"/>
          </a:xfrm>
        </p:grpSpPr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5D0F1AA6-7A5C-FBA1-70B6-6F22891E706D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39" name="Text Box">
                <a:extLst>
                  <a:ext uri="{FF2B5EF4-FFF2-40B4-BE49-F238E27FC236}">
                    <a16:creationId xmlns:a16="http://schemas.microsoft.com/office/drawing/2014/main" id="{89821F45-8429-AE57-876A-20F1051674E0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EFC1B85-802F-6A26-FB38-97784A9A9534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AE0528F-1C16-74CB-BBA4-F28C7D6DA3BB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7308E452-C7CA-4E86-FE6A-C431E90A887F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37" name="Text Box">
                <a:extLst>
                  <a:ext uri="{FF2B5EF4-FFF2-40B4-BE49-F238E27FC236}">
                    <a16:creationId xmlns:a16="http://schemas.microsoft.com/office/drawing/2014/main" id="{E9E2D3CE-45C9-F7A4-B058-238ADA165A85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CBBB36-1896-3058-CC44-3FFAA09605B0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8B2556A6-1C35-A2DC-5859-83420F09821B}"/>
              </a:ext>
            </a:extLst>
          </p:cNvPr>
          <p:cNvGrpSpPr/>
          <p:nvPr/>
        </p:nvGrpSpPr>
        <p:grpSpPr>
          <a:xfrm>
            <a:off x="2517378" y="1587260"/>
            <a:ext cx="2311804" cy="246221"/>
            <a:chOff x="2168208" y="3964202"/>
            <a:chExt cx="2311804" cy="246221"/>
          </a:xfrm>
        </p:grpSpPr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294B8120-522C-5633-B5A5-4F7D20F5B945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48" name="Text Box">
                <a:extLst>
                  <a:ext uri="{FF2B5EF4-FFF2-40B4-BE49-F238E27FC236}">
                    <a16:creationId xmlns:a16="http://schemas.microsoft.com/office/drawing/2014/main" id="{AE07FC8B-A25E-C5CE-CAE7-1E0D9B7DD247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7E7458C-6E19-5779-CED3-B729ABCC99A6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192B6D1-DA79-7B5A-276D-5FC409D6FA7E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CEABE60D-D9FC-F234-8FD0-223EEB08A87C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46" name="Text Box">
                <a:extLst>
                  <a:ext uri="{FF2B5EF4-FFF2-40B4-BE49-F238E27FC236}">
                    <a16:creationId xmlns:a16="http://schemas.microsoft.com/office/drawing/2014/main" id="{C7E2F9B3-CD5D-0E6A-AE58-26DE057E9628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7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83417A8-7BA6-AD01-0693-44D48F48A330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122FB0DE-FAEF-96F5-0CA8-810C12CF5D5B}"/>
              </a:ext>
            </a:extLst>
          </p:cNvPr>
          <p:cNvGrpSpPr/>
          <p:nvPr/>
        </p:nvGrpSpPr>
        <p:grpSpPr>
          <a:xfrm>
            <a:off x="2183209" y="1270784"/>
            <a:ext cx="1016704" cy="241092"/>
            <a:chOff x="2183209" y="923183"/>
            <a:chExt cx="1016704" cy="241092"/>
          </a:xfrm>
        </p:grpSpPr>
        <p:sp>
          <p:nvSpPr>
            <p:cNvPr id="54" name="Text Box">
              <a:extLst>
                <a:ext uri="{FF2B5EF4-FFF2-40B4-BE49-F238E27FC236}">
                  <a16:creationId xmlns:a16="http://schemas.microsoft.com/office/drawing/2014/main" id="{D5B1B32C-A3C2-DF44-38C3-3315E6B25A65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BB26203-7E3D-DAA7-CD10-5831DFAA18E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4FCE381D-F1AC-662B-8A88-733F717654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494226"/>
              </p:ext>
            </p:extLst>
          </p:nvPr>
        </p:nvGraphicFramePr>
        <p:xfrm>
          <a:off x="610056" y="3846498"/>
          <a:ext cx="7397170" cy="19417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01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최대 가능 시간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786594"/>
                  </a:ext>
                </a:extLst>
              </a:tr>
              <a:tr h="301857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예외시간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점심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  <a:tr h="3018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저녁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1118205"/>
                  </a:ext>
                </a:extLst>
              </a:tr>
              <a:tr h="68606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대관일</a:t>
                      </a:r>
                      <a:r>
                        <a:rPr lang="en-US" altLang="ko-KR" sz="800" b="0" dirty="0"/>
                        <a:t>/</a:t>
                      </a:r>
                      <a:r>
                        <a:rPr lang="ko-KR" altLang="en-US" sz="800" b="0" dirty="0"/>
                        <a:t>반납일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대관</a:t>
                      </a:r>
                      <a:endParaRPr lang="en-US" altLang="ko-KR" sz="900" dirty="0">
                        <a:effectLst/>
                      </a:endParaRPr>
                    </a:p>
                    <a:p>
                      <a:pPr algn="l" fontAlgn="ctr" latinLnBrk="0"/>
                      <a:endParaRPr lang="en-US" altLang="ko-KR" sz="900" dirty="0">
                        <a:effectLst/>
                      </a:endParaRPr>
                    </a:p>
                    <a:p>
                      <a:pPr algn="l" fontAlgn="ctr" latinLnBrk="0"/>
                      <a:r>
                        <a:rPr lang="ko-KR" altLang="en-US" sz="900" dirty="0">
                          <a:effectLst/>
                        </a:rPr>
                        <a:t>반납 </a:t>
                      </a: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03835"/>
                  </a:ext>
                </a:extLst>
              </a:tr>
              <a:tr h="3018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신청 가능일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077796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AF5A6287-8099-62BE-8A9A-C1E6D925C9A3}"/>
              </a:ext>
            </a:extLst>
          </p:cNvPr>
          <p:cNvGrpSpPr/>
          <p:nvPr/>
        </p:nvGrpSpPr>
        <p:grpSpPr>
          <a:xfrm>
            <a:off x="4937819" y="4236260"/>
            <a:ext cx="804046" cy="212366"/>
            <a:chOff x="2180902" y="4444471"/>
            <a:chExt cx="804046" cy="212366"/>
          </a:xfrm>
        </p:grpSpPr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C90DDF55-1D78-BF3F-5B53-DA992E2AC741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63" name="Circle">
                <a:extLst>
                  <a:ext uri="{FF2B5EF4-FFF2-40B4-BE49-F238E27FC236}">
                    <a16:creationId xmlns:a16="http://schemas.microsoft.com/office/drawing/2014/main" id="{C3C6FACC-0D8B-6CBB-ADCD-221797BA7152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abel">
                <a:extLst>
                  <a:ext uri="{FF2B5EF4-FFF2-40B4-BE49-F238E27FC236}">
                    <a16:creationId xmlns:a16="http://schemas.microsoft.com/office/drawing/2014/main" id="{7B5E6776-349F-A54F-3558-C10BA9AD178C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5" name="그룹 64">
                <a:extLst>
                  <a:ext uri="{FF2B5EF4-FFF2-40B4-BE49-F238E27FC236}">
                    <a16:creationId xmlns:a16="http://schemas.microsoft.com/office/drawing/2014/main" id="{4B534A07-B816-949F-A65C-1664E12C7D70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66" name="Circle">
                  <a:extLst>
                    <a:ext uri="{FF2B5EF4-FFF2-40B4-BE49-F238E27FC236}">
                      <a16:creationId xmlns:a16="http://schemas.microsoft.com/office/drawing/2014/main" id="{5AB32CCC-2721-F829-617A-C40CD409343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" name="Check" hidden="1">
                  <a:extLst>
                    <a:ext uri="{FF2B5EF4-FFF2-40B4-BE49-F238E27FC236}">
                      <a16:creationId xmlns:a16="http://schemas.microsoft.com/office/drawing/2014/main" id="{959D8674-E1CD-A177-95AE-6B280CA3C2E3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" name="Label">
                  <a:extLst>
                    <a:ext uri="{FF2B5EF4-FFF2-40B4-BE49-F238E27FC236}">
                      <a16:creationId xmlns:a16="http://schemas.microsoft.com/office/drawing/2014/main" id="{B223607A-2FCB-D468-3B34-9E5E7D84C673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2" name="Check">
              <a:extLst>
                <a:ext uri="{FF2B5EF4-FFF2-40B4-BE49-F238E27FC236}">
                  <a16:creationId xmlns:a16="http://schemas.microsoft.com/office/drawing/2014/main" id="{EDA87B5B-1D89-88A9-278D-F683012E3BBC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5D32104E-335B-195E-C779-3C83E82088BA}"/>
              </a:ext>
            </a:extLst>
          </p:cNvPr>
          <p:cNvGrpSpPr/>
          <p:nvPr/>
        </p:nvGrpSpPr>
        <p:grpSpPr>
          <a:xfrm>
            <a:off x="4937819" y="4546195"/>
            <a:ext cx="804046" cy="212366"/>
            <a:chOff x="2180902" y="4444471"/>
            <a:chExt cx="804046" cy="212366"/>
          </a:xfrm>
        </p:grpSpPr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F59C50F0-914E-0289-5399-604C444A6C96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83" name="Circle">
                <a:extLst>
                  <a:ext uri="{FF2B5EF4-FFF2-40B4-BE49-F238E27FC236}">
                    <a16:creationId xmlns:a16="http://schemas.microsoft.com/office/drawing/2014/main" id="{6980053B-16CD-600A-217B-815A418B36E5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5" name="Label">
                <a:extLst>
                  <a:ext uri="{FF2B5EF4-FFF2-40B4-BE49-F238E27FC236}">
                    <a16:creationId xmlns:a16="http://schemas.microsoft.com/office/drawing/2014/main" id="{1E6BA1CE-0377-4A75-1D15-7E5B5E47ADD2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FCDEADAB-7B7E-A6F0-C115-A5C1D46293F7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89" name="Circle">
                  <a:extLst>
                    <a:ext uri="{FF2B5EF4-FFF2-40B4-BE49-F238E27FC236}">
                      <a16:creationId xmlns:a16="http://schemas.microsoft.com/office/drawing/2014/main" id="{477EE621-AB25-2290-1C3B-1E96A7A51190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5" name="Check" hidden="1">
                  <a:extLst>
                    <a:ext uri="{FF2B5EF4-FFF2-40B4-BE49-F238E27FC236}">
                      <a16:creationId xmlns:a16="http://schemas.microsoft.com/office/drawing/2014/main" id="{0CA3FBCF-02BA-A7D2-E1AD-D07C21E8D0F3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8" name="Label">
                  <a:extLst>
                    <a:ext uri="{FF2B5EF4-FFF2-40B4-BE49-F238E27FC236}">
                      <a16:creationId xmlns:a16="http://schemas.microsoft.com/office/drawing/2014/main" id="{F25FD58C-9222-1013-65CC-7D29841641BA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71" name="Check">
              <a:extLst>
                <a:ext uri="{FF2B5EF4-FFF2-40B4-BE49-F238E27FC236}">
                  <a16:creationId xmlns:a16="http://schemas.microsoft.com/office/drawing/2014/main" id="{9DA06A36-D4F6-D8CB-53D2-9BFA37EC9A6C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D5EFD220-2765-DB3D-81FD-D6A79F0A6DD4}"/>
              </a:ext>
            </a:extLst>
          </p:cNvPr>
          <p:cNvGrpSpPr/>
          <p:nvPr/>
        </p:nvGrpSpPr>
        <p:grpSpPr>
          <a:xfrm>
            <a:off x="2528358" y="4529268"/>
            <a:ext cx="2311804" cy="246221"/>
            <a:chOff x="2168208" y="3964202"/>
            <a:chExt cx="2311804" cy="246221"/>
          </a:xfrm>
        </p:grpSpPr>
        <p:grpSp>
          <p:nvGrpSpPr>
            <p:cNvPr id="110" name="그룹 109">
              <a:extLst>
                <a:ext uri="{FF2B5EF4-FFF2-40B4-BE49-F238E27FC236}">
                  <a16:creationId xmlns:a16="http://schemas.microsoft.com/office/drawing/2014/main" id="{8219106B-EB52-FCCF-3739-CDEA194EEF42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26" name="Text Box">
                <a:extLst>
                  <a:ext uri="{FF2B5EF4-FFF2-40B4-BE49-F238E27FC236}">
                    <a16:creationId xmlns:a16="http://schemas.microsoft.com/office/drawing/2014/main" id="{7B9AE37D-BB7B-9EC5-9AC5-48FE29BA6F29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5F8BEA7-ED61-8A4E-2DF4-9782A64E1E05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CB290566-11D8-1164-1628-CA49D5734974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650465F9-CF43-30CD-A252-87FC09436878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113" name="Text Box">
                <a:extLst>
                  <a:ext uri="{FF2B5EF4-FFF2-40B4-BE49-F238E27FC236}">
                    <a16:creationId xmlns:a16="http://schemas.microsoft.com/office/drawing/2014/main" id="{61AF255C-0EFB-4039-83D6-2D6691231F2A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3BFFC07-3324-E894-4910-1209B290AFD2}"/>
                  </a:ext>
                </a:extLst>
              </p:cNvPr>
              <p:cNvSpPr>
                <a:spLocks noChangeAspect="1"/>
              </p:cNvSpPr>
              <p:nvPr>
                <p:custDataLst>
                  <p:tags r:id="rId14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7CF0414C-3A54-19DB-958E-CAD5245F333B}"/>
              </a:ext>
            </a:extLst>
          </p:cNvPr>
          <p:cNvGrpSpPr/>
          <p:nvPr/>
        </p:nvGrpSpPr>
        <p:grpSpPr>
          <a:xfrm>
            <a:off x="2525334" y="4216671"/>
            <a:ext cx="2311804" cy="246221"/>
            <a:chOff x="2168208" y="3964202"/>
            <a:chExt cx="2311804" cy="246221"/>
          </a:xfrm>
        </p:grpSpPr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01810EEB-7C9F-7527-6DEB-640B96F63BB5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59" name="Text Box">
                <a:extLst>
                  <a:ext uri="{FF2B5EF4-FFF2-40B4-BE49-F238E27FC236}">
                    <a16:creationId xmlns:a16="http://schemas.microsoft.com/office/drawing/2014/main" id="{D367D90A-B709-5D7F-C9E1-4DE31354E96C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8013EFD-0DB7-B457-C6A9-B1AF69A99C8A}"/>
                  </a:ext>
                </a:extLst>
              </p:cNvPr>
              <p:cNvSpPr>
                <a:spLocks noChangeAspect="1"/>
              </p:cNvSpPr>
              <p:nvPr>
                <p:custDataLst>
                  <p:tags r:id="rId13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075D7C58-E5E0-876F-E4AC-22300F033B05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201E9669-733E-2E7C-1E8F-FDA97DC8E6DB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156" name="Text Box">
                <a:extLst>
                  <a:ext uri="{FF2B5EF4-FFF2-40B4-BE49-F238E27FC236}">
                    <a16:creationId xmlns:a16="http://schemas.microsoft.com/office/drawing/2014/main" id="{B2D3D376-8352-90FB-4376-28FFADB70B58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D996C16-5238-B75C-3BFA-F712EE88CB69}"/>
                  </a:ext>
                </a:extLst>
              </p:cNvPr>
              <p:cNvSpPr>
                <a:spLocks noChangeAspect="1"/>
              </p:cNvSpPr>
              <p:nvPr>
                <p:custDataLst>
                  <p:tags r:id="rId12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1B13AB89-8C33-9912-5993-0453D99AA6C8}"/>
              </a:ext>
            </a:extLst>
          </p:cNvPr>
          <p:cNvGrpSpPr/>
          <p:nvPr/>
        </p:nvGrpSpPr>
        <p:grpSpPr>
          <a:xfrm>
            <a:off x="2183209" y="3892307"/>
            <a:ext cx="1016704" cy="241092"/>
            <a:chOff x="2183209" y="923183"/>
            <a:chExt cx="1016704" cy="241092"/>
          </a:xfrm>
        </p:grpSpPr>
        <p:sp>
          <p:nvSpPr>
            <p:cNvPr id="165" name="Text Box">
              <a:extLst>
                <a:ext uri="{FF2B5EF4-FFF2-40B4-BE49-F238E27FC236}">
                  <a16:creationId xmlns:a16="http://schemas.microsoft.com/office/drawing/2014/main" id="{5E26FAE3-322F-642F-E6AC-E430B5A19E38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339586A-3B78-4518-ACFE-D608AA338015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CB96324-75AE-43B8-C4A9-AB450DD2A6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6504884"/>
              </p:ext>
            </p:extLst>
          </p:nvPr>
        </p:nvGraphicFramePr>
        <p:xfrm>
          <a:off x="9687465" y="292146"/>
          <a:ext cx="2504535" cy="669369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장비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공간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수료증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휴먼 정보를 관리하는 페이지입니다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장비정보 설정</a:t>
                      </a:r>
                      <a:endParaRPr lang="en-US" altLang="ko-KR" sz="8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최대 대여 개수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: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 20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개수까지 설정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장바구니 화면에서 주문하기 버튼 클릭하여 넘어갈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주문 화면에서 대여신청 버튼 클릭하여 넘어갈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 적용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최대 대여 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: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 60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까지 설정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설정한 최대 대여 일로 사용자 장비신청 시 대여일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반납일이 제한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되어야함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예외시간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사용자페이지에 시간대 비활성화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점심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저녁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Y / N &lt;radio&gt;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 가능일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10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 90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(10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단위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신청일로부터 몇일까지 신청 가능한지 설정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365147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공간정보 설정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최대 가능 시간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 11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까지 설정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예외시간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사용자페이지에 시간대 비활성화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점심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저녁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Y / N &lt;radio&gt;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 가능일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10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 90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(10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단위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신청일로부터 몇일까지 신청 가능한지 설정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1821816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ko-KR" altLang="en-US" sz="800" b="0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9341816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="1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 관련 안내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미디어체험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상영회는 휴관일에 신청 불가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공간은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대관일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대여일로부터 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전까지 신청 가능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미디어체험은 희망날짜로부터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 전까지 신청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1213866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018846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1F9F77C4-2662-A2EC-BAB4-1C079268FAC3}"/>
              </a:ext>
            </a:extLst>
          </p:cNvPr>
          <p:cNvSpPr/>
          <p:nvPr/>
        </p:nvSpPr>
        <p:spPr>
          <a:xfrm>
            <a:off x="1431107" y="68356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CB06F81-5168-6E89-9B05-871244E2CA37}"/>
              </a:ext>
            </a:extLst>
          </p:cNvPr>
          <p:cNvSpPr/>
          <p:nvPr/>
        </p:nvSpPr>
        <p:spPr>
          <a:xfrm>
            <a:off x="1431107" y="367417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9D236C38-43E4-3928-B624-44137DE3488A}"/>
              </a:ext>
            </a:extLst>
          </p:cNvPr>
          <p:cNvGrpSpPr/>
          <p:nvPr/>
        </p:nvGrpSpPr>
        <p:grpSpPr>
          <a:xfrm>
            <a:off x="2181722" y="2897925"/>
            <a:ext cx="1016704" cy="241092"/>
            <a:chOff x="2183209" y="923183"/>
            <a:chExt cx="1016704" cy="241092"/>
          </a:xfrm>
        </p:grpSpPr>
        <p:sp>
          <p:nvSpPr>
            <p:cNvPr id="41" name="Text Box">
              <a:extLst>
                <a:ext uri="{FF2B5EF4-FFF2-40B4-BE49-F238E27FC236}">
                  <a16:creationId xmlns:a16="http://schemas.microsoft.com/office/drawing/2014/main" id="{BCCC0A79-6D23-88A0-22FA-A1D3D80BBF48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AB255E9-A7E2-8356-3145-50E31B6502EB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787D50D7-CE1F-B57F-EB05-611A7C468510}"/>
              </a:ext>
            </a:extLst>
          </p:cNvPr>
          <p:cNvGrpSpPr/>
          <p:nvPr/>
        </p:nvGrpSpPr>
        <p:grpSpPr>
          <a:xfrm>
            <a:off x="2181722" y="5517621"/>
            <a:ext cx="1016704" cy="241092"/>
            <a:chOff x="2183209" y="923183"/>
            <a:chExt cx="1016704" cy="241092"/>
          </a:xfrm>
        </p:grpSpPr>
        <p:sp>
          <p:nvSpPr>
            <p:cNvPr id="56" name="Text Box">
              <a:extLst>
                <a:ext uri="{FF2B5EF4-FFF2-40B4-BE49-F238E27FC236}">
                  <a16:creationId xmlns:a16="http://schemas.microsoft.com/office/drawing/2014/main" id="{816312B2-5AAB-A53C-FC37-62D2228D7BD2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C8CEF88-7D66-0382-9AE7-FB5581AB854E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C2C23771-A9EE-4336-5247-E8091467961B}"/>
              </a:ext>
            </a:extLst>
          </p:cNvPr>
          <p:cNvGrpSpPr/>
          <p:nvPr/>
        </p:nvGrpSpPr>
        <p:grpSpPr>
          <a:xfrm>
            <a:off x="4929863" y="2245666"/>
            <a:ext cx="804046" cy="212366"/>
            <a:chOff x="2180902" y="4444471"/>
            <a:chExt cx="804046" cy="212366"/>
          </a:xfrm>
        </p:grpSpPr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8B3F64FE-B090-259E-9CD9-58ECF51145AC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58" name="Circle">
                <a:extLst>
                  <a:ext uri="{FF2B5EF4-FFF2-40B4-BE49-F238E27FC236}">
                    <a16:creationId xmlns:a16="http://schemas.microsoft.com/office/drawing/2014/main" id="{20C4C87E-A0B5-A580-241B-39C9E2D3CDC8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2" name="Label">
                <a:extLst>
                  <a:ext uri="{FF2B5EF4-FFF2-40B4-BE49-F238E27FC236}">
                    <a16:creationId xmlns:a16="http://schemas.microsoft.com/office/drawing/2014/main" id="{43D0262C-46AB-C5FC-1814-7137A7F78270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3" name="그룹 72">
                <a:extLst>
                  <a:ext uri="{FF2B5EF4-FFF2-40B4-BE49-F238E27FC236}">
                    <a16:creationId xmlns:a16="http://schemas.microsoft.com/office/drawing/2014/main" id="{F58A0ECF-DC24-EDD5-18EE-76DBD2E22363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74" name="Circle">
                  <a:extLst>
                    <a:ext uri="{FF2B5EF4-FFF2-40B4-BE49-F238E27FC236}">
                      <a16:creationId xmlns:a16="http://schemas.microsoft.com/office/drawing/2014/main" id="{CD58C8DE-3728-5B93-A68D-AC84B181DCFC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5" name="Check" hidden="1">
                  <a:extLst>
                    <a:ext uri="{FF2B5EF4-FFF2-40B4-BE49-F238E27FC236}">
                      <a16:creationId xmlns:a16="http://schemas.microsoft.com/office/drawing/2014/main" id="{A65B6579-FD11-E9E3-98DA-B9260FEA7D54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6" name="Label">
                  <a:extLst>
                    <a:ext uri="{FF2B5EF4-FFF2-40B4-BE49-F238E27FC236}">
                      <a16:creationId xmlns:a16="http://schemas.microsoft.com/office/drawing/2014/main" id="{8D4534D2-D47D-0962-B0C6-BA29AA8B0DC4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0" name="Check">
              <a:extLst>
                <a:ext uri="{FF2B5EF4-FFF2-40B4-BE49-F238E27FC236}">
                  <a16:creationId xmlns:a16="http://schemas.microsoft.com/office/drawing/2014/main" id="{2C0D9506-2EC1-CD8F-F035-65C4736995D7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686EC692-DEE6-5DB6-D420-84C3745BC087}"/>
              </a:ext>
            </a:extLst>
          </p:cNvPr>
          <p:cNvGrpSpPr/>
          <p:nvPr/>
        </p:nvGrpSpPr>
        <p:grpSpPr>
          <a:xfrm>
            <a:off x="4929863" y="2555601"/>
            <a:ext cx="804046" cy="212366"/>
            <a:chOff x="2180902" y="4444471"/>
            <a:chExt cx="804046" cy="212366"/>
          </a:xfrm>
        </p:grpSpPr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54FB8B0D-1031-D15E-1BE5-9854F08EC975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80" name="Circle">
                <a:extLst>
                  <a:ext uri="{FF2B5EF4-FFF2-40B4-BE49-F238E27FC236}">
                    <a16:creationId xmlns:a16="http://schemas.microsoft.com/office/drawing/2014/main" id="{06824F60-4957-F46D-73CA-1E224FB92A93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Label">
                <a:extLst>
                  <a:ext uri="{FF2B5EF4-FFF2-40B4-BE49-F238E27FC236}">
                    <a16:creationId xmlns:a16="http://schemas.microsoft.com/office/drawing/2014/main" id="{7621A72D-8FCE-4E24-A7BD-D425DF1AD007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0980973A-D3C9-D43F-876A-DFF86D754D4B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88" name="Circle">
                  <a:extLst>
                    <a:ext uri="{FF2B5EF4-FFF2-40B4-BE49-F238E27FC236}">
                      <a16:creationId xmlns:a16="http://schemas.microsoft.com/office/drawing/2014/main" id="{CAEBA080-8130-962E-754E-5EC4E69047BE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0" name="Check" hidden="1">
                  <a:extLst>
                    <a:ext uri="{FF2B5EF4-FFF2-40B4-BE49-F238E27FC236}">
                      <a16:creationId xmlns:a16="http://schemas.microsoft.com/office/drawing/2014/main" id="{CFDBD0AA-6A70-40E4-ED79-FC6E3468687D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1" name="Label">
                  <a:extLst>
                    <a:ext uri="{FF2B5EF4-FFF2-40B4-BE49-F238E27FC236}">
                      <a16:creationId xmlns:a16="http://schemas.microsoft.com/office/drawing/2014/main" id="{6E19D15A-0F6B-F11D-F5D2-DC4581B672BA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79" name="Check">
              <a:extLst>
                <a:ext uri="{FF2B5EF4-FFF2-40B4-BE49-F238E27FC236}">
                  <a16:creationId xmlns:a16="http://schemas.microsoft.com/office/drawing/2014/main" id="{357B56DA-7DC6-98DF-F645-B8BB48483BB5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6B498B3D-3581-4B60-111E-AB7B58F0EF2A}"/>
              </a:ext>
            </a:extLst>
          </p:cNvPr>
          <p:cNvGrpSpPr/>
          <p:nvPr/>
        </p:nvGrpSpPr>
        <p:grpSpPr>
          <a:xfrm>
            <a:off x="2520402" y="2538674"/>
            <a:ext cx="2311804" cy="246221"/>
            <a:chOff x="2168208" y="3964202"/>
            <a:chExt cx="2311804" cy="246221"/>
          </a:xfrm>
        </p:grpSpPr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3A46DE0D-547A-7EA4-A800-D8B267CE8424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00" name="Text Box">
                <a:extLst>
                  <a:ext uri="{FF2B5EF4-FFF2-40B4-BE49-F238E27FC236}">
                    <a16:creationId xmlns:a16="http://schemas.microsoft.com/office/drawing/2014/main" id="{CC371A0D-52BC-4A51-05D3-B312E110AA35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A3E7957-7395-8919-B770-BB0A6546B573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718ECE52-B9DC-4BD5-4503-468E2FA6D5C9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96" name="그룹 95">
              <a:extLst>
                <a:ext uri="{FF2B5EF4-FFF2-40B4-BE49-F238E27FC236}">
                  <a16:creationId xmlns:a16="http://schemas.microsoft.com/office/drawing/2014/main" id="{E0BB60FF-9D28-0C9E-F6CA-E42FF345EA7F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97" name="Text Box">
                <a:extLst>
                  <a:ext uri="{FF2B5EF4-FFF2-40B4-BE49-F238E27FC236}">
                    <a16:creationId xmlns:a16="http://schemas.microsoft.com/office/drawing/2014/main" id="{E1C7F993-1C78-C3FA-076D-18D02D0FBAA2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7BA6603-9790-B69B-1A15-64DB4122587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DAFD1D78-7A2E-1CBC-15F9-2E1BA2EA0812}"/>
              </a:ext>
            </a:extLst>
          </p:cNvPr>
          <p:cNvGrpSpPr/>
          <p:nvPr/>
        </p:nvGrpSpPr>
        <p:grpSpPr>
          <a:xfrm>
            <a:off x="2517378" y="2226077"/>
            <a:ext cx="2311804" cy="246221"/>
            <a:chOff x="2168208" y="3964202"/>
            <a:chExt cx="2311804" cy="246221"/>
          </a:xfrm>
        </p:grpSpPr>
        <p:grpSp>
          <p:nvGrpSpPr>
            <p:cNvPr id="103" name="그룹 102">
              <a:extLst>
                <a:ext uri="{FF2B5EF4-FFF2-40B4-BE49-F238E27FC236}">
                  <a16:creationId xmlns:a16="http://schemas.microsoft.com/office/drawing/2014/main" id="{49F7DC6E-456C-9D15-922D-79CE295EF36E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09" name="Text Box">
                <a:extLst>
                  <a:ext uri="{FF2B5EF4-FFF2-40B4-BE49-F238E27FC236}">
                    <a16:creationId xmlns:a16="http://schemas.microsoft.com/office/drawing/2014/main" id="{54978E8B-C2D0-1DC3-D6E5-AEFB27E7255D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4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9CB3CF4-EAE6-1357-61BA-34EDB2DBB3F9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91E5F9C5-499C-C3CB-4586-3EB59FF14B53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8DABFEB4-451A-CE1B-212C-E1E4C4CC2FF2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106" name="Text Box">
                <a:extLst>
                  <a:ext uri="{FF2B5EF4-FFF2-40B4-BE49-F238E27FC236}">
                    <a16:creationId xmlns:a16="http://schemas.microsoft.com/office/drawing/2014/main" id="{975CE79B-4BBF-E5C6-0E32-29013D86C612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53729FF-DE69-89B9-42F9-DAA18D2B30D3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7419641D-BF4B-72E1-DF18-308F77B4065B}"/>
              </a:ext>
            </a:extLst>
          </p:cNvPr>
          <p:cNvGrpSpPr/>
          <p:nvPr/>
        </p:nvGrpSpPr>
        <p:grpSpPr>
          <a:xfrm>
            <a:off x="4937819" y="4856755"/>
            <a:ext cx="804046" cy="212366"/>
            <a:chOff x="2180902" y="4444471"/>
            <a:chExt cx="804046" cy="212366"/>
          </a:xfrm>
        </p:grpSpPr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748F488A-40CB-A630-62A2-A4927F70C168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18" name="Circle">
                <a:extLst>
                  <a:ext uri="{FF2B5EF4-FFF2-40B4-BE49-F238E27FC236}">
                    <a16:creationId xmlns:a16="http://schemas.microsoft.com/office/drawing/2014/main" id="{1E93C5CB-F92E-A56D-65C6-7D76266BF1CC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9" name="Label">
                <a:extLst>
                  <a:ext uri="{FF2B5EF4-FFF2-40B4-BE49-F238E27FC236}">
                    <a16:creationId xmlns:a16="http://schemas.microsoft.com/office/drawing/2014/main" id="{422A8F09-3762-210C-8DB4-8D95D78C7522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20" name="그룹 119">
                <a:extLst>
                  <a:ext uri="{FF2B5EF4-FFF2-40B4-BE49-F238E27FC236}">
                    <a16:creationId xmlns:a16="http://schemas.microsoft.com/office/drawing/2014/main" id="{52AF2D65-F2EA-7935-2C4C-13334A0E4FB9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21" name="Circle">
                  <a:extLst>
                    <a:ext uri="{FF2B5EF4-FFF2-40B4-BE49-F238E27FC236}">
                      <a16:creationId xmlns:a16="http://schemas.microsoft.com/office/drawing/2014/main" id="{F1F917A1-CE47-8CF3-7B04-595034EE01DD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3" name="Check" hidden="1">
                  <a:extLst>
                    <a:ext uri="{FF2B5EF4-FFF2-40B4-BE49-F238E27FC236}">
                      <a16:creationId xmlns:a16="http://schemas.microsoft.com/office/drawing/2014/main" id="{80D0C815-BED0-E38F-7F1F-8615AAE56D7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4" name="Label">
                  <a:extLst>
                    <a:ext uri="{FF2B5EF4-FFF2-40B4-BE49-F238E27FC236}">
                      <a16:creationId xmlns:a16="http://schemas.microsoft.com/office/drawing/2014/main" id="{90ED0F71-B40A-0F75-1B53-51E407D2F647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17" name="Check">
              <a:extLst>
                <a:ext uri="{FF2B5EF4-FFF2-40B4-BE49-F238E27FC236}">
                  <a16:creationId xmlns:a16="http://schemas.microsoft.com/office/drawing/2014/main" id="{A73C3040-405E-FAB4-E5BF-21A79E6D50A4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98ED2FAA-55F0-81DB-416D-513E099A9044}"/>
              </a:ext>
            </a:extLst>
          </p:cNvPr>
          <p:cNvGrpSpPr/>
          <p:nvPr/>
        </p:nvGrpSpPr>
        <p:grpSpPr>
          <a:xfrm>
            <a:off x="4937819" y="5166690"/>
            <a:ext cx="804046" cy="212366"/>
            <a:chOff x="2180902" y="4444471"/>
            <a:chExt cx="804046" cy="212366"/>
          </a:xfrm>
        </p:grpSpPr>
        <p:grpSp>
          <p:nvGrpSpPr>
            <p:cNvPr id="127" name="그룹 126">
              <a:extLst>
                <a:ext uri="{FF2B5EF4-FFF2-40B4-BE49-F238E27FC236}">
                  <a16:creationId xmlns:a16="http://schemas.microsoft.com/office/drawing/2014/main" id="{B3319F94-1C0E-2DB2-791A-C6AFEB85DD75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29" name="Circle">
                <a:extLst>
                  <a:ext uri="{FF2B5EF4-FFF2-40B4-BE49-F238E27FC236}">
                    <a16:creationId xmlns:a16="http://schemas.microsoft.com/office/drawing/2014/main" id="{13549F97-9FB2-8062-F1C5-AB42975CFC5D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0" name="Label">
                <a:extLst>
                  <a:ext uri="{FF2B5EF4-FFF2-40B4-BE49-F238E27FC236}">
                    <a16:creationId xmlns:a16="http://schemas.microsoft.com/office/drawing/2014/main" id="{F1BDF4AD-D757-8DBC-B5EC-399A229C920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0357F387-3439-E603-867F-C067A2F9C325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36" name="Circle">
                  <a:extLst>
                    <a:ext uri="{FF2B5EF4-FFF2-40B4-BE49-F238E27FC236}">
                      <a16:creationId xmlns:a16="http://schemas.microsoft.com/office/drawing/2014/main" id="{14F774CA-F071-937A-AFF7-085680B87E4B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7" name="Check" hidden="1">
                  <a:extLst>
                    <a:ext uri="{FF2B5EF4-FFF2-40B4-BE49-F238E27FC236}">
                      <a16:creationId xmlns:a16="http://schemas.microsoft.com/office/drawing/2014/main" id="{84FB2326-7E90-E4F5-E289-3882293A9740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4" name="Label">
                  <a:extLst>
                    <a:ext uri="{FF2B5EF4-FFF2-40B4-BE49-F238E27FC236}">
                      <a16:creationId xmlns:a16="http://schemas.microsoft.com/office/drawing/2014/main" id="{5358F8B8-3808-2D6C-F176-1E19F4F3559F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28" name="Check">
              <a:extLst>
                <a:ext uri="{FF2B5EF4-FFF2-40B4-BE49-F238E27FC236}">
                  <a16:creationId xmlns:a16="http://schemas.microsoft.com/office/drawing/2014/main" id="{B805A2E0-A697-D12C-BF4F-9ED706B5D247}"/>
                </a:ext>
              </a:extLst>
            </p:cNvPr>
            <p:cNvSpPr/>
            <p:nvPr/>
          </p:nvSpPr>
          <p:spPr>
            <a:xfrm>
              <a:off x="221820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EB68748A-C226-CCC5-55AF-7C05A81D3297}"/>
              </a:ext>
            </a:extLst>
          </p:cNvPr>
          <p:cNvGrpSpPr/>
          <p:nvPr/>
        </p:nvGrpSpPr>
        <p:grpSpPr>
          <a:xfrm>
            <a:off x="2528358" y="5149763"/>
            <a:ext cx="2311804" cy="246221"/>
            <a:chOff x="2168208" y="3964202"/>
            <a:chExt cx="2311804" cy="246221"/>
          </a:xfrm>
        </p:grpSpPr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580F97B5-69B9-A159-7928-961153922C02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70" name="Text Box">
                <a:extLst>
                  <a:ext uri="{FF2B5EF4-FFF2-40B4-BE49-F238E27FC236}">
                    <a16:creationId xmlns:a16="http://schemas.microsoft.com/office/drawing/2014/main" id="{8168F336-3428-82B6-5B9A-908B67FB3BDD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AF3D104-B807-37FD-26C0-F2444EE2CAD4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5E3A98A5-0DEB-F2F1-61C4-D7491E8BA5E3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9ED8E52A-8B19-C1B1-EB2A-E6DE13CA1E82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168" name="Text Box">
                <a:extLst>
                  <a:ext uri="{FF2B5EF4-FFF2-40B4-BE49-F238E27FC236}">
                    <a16:creationId xmlns:a16="http://schemas.microsoft.com/office/drawing/2014/main" id="{2F1C10C0-71F7-EB2F-3ADD-FA989BE4142A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BC21F32-9D73-CEA7-1C3A-05E8B8954108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CDD9452E-11CC-13A4-A95D-72F6DF02806C}"/>
              </a:ext>
            </a:extLst>
          </p:cNvPr>
          <p:cNvGrpSpPr/>
          <p:nvPr/>
        </p:nvGrpSpPr>
        <p:grpSpPr>
          <a:xfrm>
            <a:off x="2525334" y="4837166"/>
            <a:ext cx="2311804" cy="246221"/>
            <a:chOff x="2168208" y="3964202"/>
            <a:chExt cx="2311804" cy="246221"/>
          </a:xfrm>
        </p:grpSpPr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1A607C2C-2E55-6B05-200C-011E9496EAE0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78" name="Text Box">
                <a:extLst>
                  <a:ext uri="{FF2B5EF4-FFF2-40B4-BE49-F238E27FC236}">
                    <a16:creationId xmlns:a16="http://schemas.microsoft.com/office/drawing/2014/main" id="{485FD14A-6E5A-2D2F-DBC9-C80E1598A1D7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21A316D-BA01-127E-36C0-B80892B23EA7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FB513F1-EB51-36AE-6BF1-95413EE9AFA7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5E90B36-57CC-628E-162B-8B70382F8C3C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176" name="Text Box">
                <a:extLst>
                  <a:ext uri="{FF2B5EF4-FFF2-40B4-BE49-F238E27FC236}">
                    <a16:creationId xmlns:a16="http://schemas.microsoft.com/office/drawing/2014/main" id="{29209CC9-B5B6-F00B-9633-F09DBFB7608F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099AD71-C1A5-56A3-60E3-F443409A1499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2976700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F4BFA1-E76E-2F86-F601-61ABCAEDF2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ED4CD044-C98D-086C-3141-B0AABB23B1FC}"/>
              </a:ext>
            </a:extLst>
          </p:cNvPr>
          <p:cNvSpPr txBox="1"/>
          <p:nvPr/>
        </p:nvSpPr>
        <p:spPr>
          <a:xfrm>
            <a:off x="1174191" y="30163"/>
            <a:ext cx="1763713" cy="2308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latinLnBrk="1" hangingPunct="1">
              <a:defRPr/>
            </a:pPr>
            <a:r>
              <a:rPr lang="ko-KR" altLang="en-US" sz="900" dirty="0">
                <a:latin typeface="+mn-ea"/>
              </a:rPr>
              <a:t>환경 설정</a:t>
            </a:r>
          </a:p>
        </p:txBody>
      </p:sp>
      <p:sp>
        <p:nvSpPr>
          <p:cNvPr id="2" name="TextBox 30">
            <a:extLst>
              <a:ext uri="{FF2B5EF4-FFF2-40B4-BE49-F238E27FC236}">
                <a16:creationId xmlns:a16="http://schemas.microsoft.com/office/drawing/2014/main" id="{E150D46B-D04E-4556-C1B2-525E72B65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환경 설정</a:t>
            </a:r>
          </a:p>
        </p:txBody>
      </p:sp>
      <p:graphicFrame>
        <p:nvGraphicFramePr>
          <p:cNvPr id="80" name="표 79">
            <a:extLst>
              <a:ext uri="{FF2B5EF4-FFF2-40B4-BE49-F238E27FC236}">
                <a16:creationId xmlns:a16="http://schemas.microsoft.com/office/drawing/2014/main" id="{D4BE6F32-D5F5-59FA-71BF-09D980EE27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8730013"/>
              </p:ext>
            </p:extLst>
          </p:nvPr>
        </p:nvGraphicFramePr>
        <p:xfrm>
          <a:off x="483932" y="3331890"/>
          <a:ext cx="7397170" cy="99229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7852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수료증 문구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19944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센터 </a:t>
                      </a:r>
                      <a:r>
                        <a:rPr lang="en-US" altLang="ko-KR" sz="800" b="0" dirty="0"/>
                        <a:t>/ </a:t>
                      </a:r>
                      <a:r>
                        <a:rPr lang="ko-KR" altLang="en-US" sz="800" b="0" dirty="0"/>
                        <a:t>직인 이미지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</a:tbl>
          </a:graphicData>
        </a:graphic>
      </p:graphicFrame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3CFEAC88-F62B-3577-6776-77FCBD2090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6623656"/>
              </p:ext>
            </p:extLst>
          </p:nvPr>
        </p:nvGraphicFramePr>
        <p:xfrm>
          <a:off x="483932" y="5104333"/>
          <a:ext cx="7397170" cy="3137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휴면회원 처리 기간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17846"/>
                  </a:ext>
                </a:extLst>
              </a:tr>
            </a:tbl>
          </a:graphicData>
        </a:graphic>
      </p:graphicFrame>
      <p:sp>
        <p:nvSpPr>
          <p:cNvPr id="125" name="Panel">
            <a:extLst>
              <a:ext uri="{FF2B5EF4-FFF2-40B4-BE49-F238E27FC236}">
                <a16:creationId xmlns:a16="http://schemas.microsoft.com/office/drawing/2014/main" id="{CCD118E1-2090-337E-94CE-FD1EE4888CF0}"/>
              </a:ext>
            </a:extLst>
          </p:cNvPr>
          <p:cNvSpPr/>
          <p:nvPr/>
        </p:nvSpPr>
        <p:spPr>
          <a:xfrm>
            <a:off x="2057085" y="3338420"/>
            <a:ext cx="4446192" cy="614033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@@USER_NAME@@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님은 주안영상미디어센터에서 진행하는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@@EDU_NAME@@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교육을 수료하였으므로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이 증서를 수여합니다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bg2">
                  <a:lumMod val="50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3DBEE22A-0AAD-38F4-548F-2A209238E06F}"/>
              </a:ext>
            </a:extLst>
          </p:cNvPr>
          <p:cNvGrpSpPr/>
          <p:nvPr/>
        </p:nvGrpSpPr>
        <p:grpSpPr>
          <a:xfrm>
            <a:off x="2057085" y="5140696"/>
            <a:ext cx="1016704" cy="241092"/>
            <a:chOff x="2142872" y="1285558"/>
            <a:chExt cx="1016704" cy="241092"/>
          </a:xfrm>
        </p:grpSpPr>
        <p:sp>
          <p:nvSpPr>
            <p:cNvPr id="129" name="Text Box">
              <a:extLst>
                <a:ext uri="{FF2B5EF4-FFF2-40B4-BE49-F238E27FC236}">
                  <a16:creationId xmlns:a16="http://schemas.microsoft.com/office/drawing/2014/main" id="{CEB38317-46CB-8A76-C318-062E300FB376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년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CCC5E99-F017-04DD-C421-E54FDC9AD10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1" name="Button">
            <a:extLst>
              <a:ext uri="{FF2B5EF4-FFF2-40B4-BE49-F238E27FC236}">
                <a16:creationId xmlns:a16="http://schemas.microsoft.com/office/drawing/2014/main" id="{35276A05-7D76-EAB2-7EA7-8CF082CEEF53}"/>
              </a:ext>
            </a:extLst>
          </p:cNvPr>
          <p:cNvSpPr>
            <a:spLocks/>
          </p:cNvSpPr>
          <p:nvPr/>
        </p:nvSpPr>
        <p:spPr bwMode="auto">
          <a:xfrm>
            <a:off x="2057085" y="4029267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파일첨부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5F72AE3F-FA0D-FFA2-145E-E0D0299B4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424" y="310766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수료증정보 설정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A084FAA7-5D23-790F-E266-FF9D06991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424" y="488251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휴면정보 설정</a:t>
            </a:r>
          </a:p>
        </p:txBody>
      </p:sp>
      <p:sp>
        <p:nvSpPr>
          <p:cNvPr id="162" name="Button">
            <a:extLst>
              <a:ext uri="{FF2B5EF4-FFF2-40B4-BE49-F238E27FC236}">
                <a16:creationId xmlns:a16="http://schemas.microsoft.com/office/drawing/2014/main" id="{25A9C132-5960-03CC-A581-62D347DE9EB5}"/>
              </a:ext>
            </a:extLst>
          </p:cNvPr>
          <p:cNvSpPr>
            <a:spLocks/>
          </p:cNvSpPr>
          <p:nvPr/>
        </p:nvSpPr>
        <p:spPr bwMode="auto">
          <a:xfrm>
            <a:off x="7162319" y="564885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A42B719-E202-B28E-FF2E-7E0BABFE4A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7446803"/>
              </p:ext>
            </p:extLst>
          </p:nvPr>
        </p:nvGraphicFramePr>
        <p:xfrm>
          <a:off x="9687465" y="292146"/>
          <a:ext cx="2504535" cy="576767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4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장비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공간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수료증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휴먼 정보를 관리하는 페이지입니다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ko-KR" sz="800" b="1" dirty="0"/>
                        <a:t>3. </a:t>
                      </a:r>
                      <a:r>
                        <a:rPr lang="ko-KR" altLang="en-US" sz="800" b="1" dirty="0"/>
                        <a:t>미디어체험 체험분야 인원수 설정</a:t>
                      </a:r>
                      <a:endParaRPr lang="en-US" altLang="ko-KR" sz="800" b="1" dirty="0"/>
                    </a:p>
                    <a:p>
                      <a:pPr marL="171450" indent="-171450" eaLnBrk="1" hangingPunct="1">
                        <a:spcBef>
                          <a:spcPct val="0"/>
                        </a:spcBef>
                        <a:buFontTx/>
                        <a:buChar char="-"/>
                      </a:pPr>
                      <a:r>
                        <a:rPr lang="ko-KR" altLang="en-US" sz="800" b="0" dirty="0"/>
                        <a:t>설정한 인원수로 사용자 신청 페이지에서 신청분야 활성화</a:t>
                      </a:r>
                      <a:r>
                        <a:rPr lang="en-US" altLang="ko-KR" sz="800" b="0" dirty="0"/>
                        <a:t>/</a:t>
                      </a:r>
                      <a:r>
                        <a:rPr lang="ko-KR" altLang="en-US" sz="800" b="0" dirty="0"/>
                        <a:t>비활성화 </a:t>
                      </a:r>
                      <a:r>
                        <a:rPr lang="en-US" altLang="ko-KR" sz="800" b="0" dirty="0"/>
                        <a:t>(1</a:t>
                      </a:r>
                      <a:r>
                        <a:rPr lang="ko-KR" altLang="en-US" sz="800" b="0" dirty="0"/>
                        <a:t>명 단위</a:t>
                      </a:r>
                      <a:r>
                        <a:rPr lang="en-US" altLang="ko-KR" sz="800" b="0" dirty="0"/>
                        <a:t> / </a:t>
                      </a:r>
                      <a:r>
                        <a:rPr lang="ko-KR" altLang="en-US" sz="800" b="0" dirty="0"/>
                        <a:t>최대 </a:t>
                      </a:r>
                      <a:r>
                        <a:rPr lang="en-US" altLang="ko-KR" sz="800" b="0" dirty="0"/>
                        <a:t>30</a:t>
                      </a:r>
                      <a:r>
                        <a:rPr lang="ko-KR" altLang="en-US" sz="800" b="0" dirty="0"/>
                        <a:t>명</a:t>
                      </a:r>
                      <a:r>
                        <a:rPr lang="en-US" altLang="ko-KR" sz="800" b="0" dirty="0"/>
                        <a:t>)</a:t>
                      </a:r>
                    </a:p>
                    <a:p>
                      <a:pPr marL="0" indent="0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ko-KR" sz="800" b="0" dirty="0"/>
                        <a:t>+ </a:t>
                      </a:r>
                      <a:r>
                        <a:rPr lang="ko-KR" altLang="en-US" sz="800" b="0" dirty="0"/>
                        <a:t>사용자 신청 시 </a:t>
                      </a:r>
                      <a:r>
                        <a:rPr lang="en-US" altLang="ko-KR" sz="800" b="0" dirty="0"/>
                        <a:t>10</a:t>
                      </a:r>
                      <a:r>
                        <a:rPr lang="ko-KR" altLang="en-US" sz="800" b="0" dirty="0"/>
                        <a:t>명 이상 선택 시 분야 </a:t>
                      </a:r>
                      <a:r>
                        <a:rPr lang="en-US" altLang="ko-KR" sz="800" b="0" dirty="0"/>
                        <a:t>2</a:t>
                      </a:r>
                      <a:r>
                        <a:rPr lang="ko-KR" altLang="en-US" sz="800" b="0" dirty="0"/>
                        <a:t>개까지 선택 </a:t>
                      </a:r>
                      <a:r>
                        <a:rPr lang="en-US" altLang="ko-KR" sz="800" b="0" dirty="0"/>
                        <a:t>/ 20</a:t>
                      </a:r>
                      <a:r>
                        <a:rPr lang="ko-KR" altLang="en-US" sz="800" b="0" dirty="0"/>
                        <a:t>명 이상 선택 시 분야 </a:t>
                      </a:r>
                      <a:r>
                        <a:rPr lang="en-US" altLang="ko-KR" sz="800" b="0" dirty="0"/>
                        <a:t>3</a:t>
                      </a:r>
                      <a:r>
                        <a:rPr lang="ko-KR" altLang="en-US" sz="800" b="0" dirty="0"/>
                        <a:t>개까지 선택 가능</a:t>
                      </a:r>
                      <a:endParaRPr lang="en-US" altLang="ko-KR" sz="800" b="0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2128870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수료증정보 설정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수료증 문구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수료증의 대한 문구 설정할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센터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직인 이미지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센터 직인을 파일로 업로드하여 수료증 하단에 직인 설정할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교육관리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수료증 신청내역에서 수료증 생성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기본정보가 반영됩니다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1213866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휴먼정보 설정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dirty="0"/>
                        <a:t>휴면회원 처리 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~5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년까지 설정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0188461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수료증 발급 프로세스 </a:t>
                      </a: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 신청자가 전화 문의 후 수료증 발급 요청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담당자가 관리자에서 수료증 발급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수료증 신청내역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마이페이지 수료증 확인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76552"/>
                  </a:ext>
                </a:extLst>
              </a:tr>
              <a:tr h="2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="1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 관련 안내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미디어체험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상영회는 휴관일에 신청 불가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공간은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대관일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대여일로부터 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전까지 신청 가능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미디어체험은 희망날짜로부터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 전까지 신청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0770970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8670CB53-13A3-77DD-411B-A51789EC9692}"/>
              </a:ext>
            </a:extLst>
          </p:cNvPr>
          <p:cNvSpPr/>
          <p:nvPr/>
        </p:nvSpPr>
        <p:spPr>
          <a:xfrm>
            <a:off x="1444143" y="312039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05A3798-2D7A-7149-7DD0-7973A7398535}"/>
              </a:ext>
            </a:extLst>
          </p:cNvPr>
          <p:cNvSpPr/>
          <p:nvPr/>
        </p:nvSpPr>
        <p:spPr>
          <a:xfrm>
            <a:off x="1304983" y="491965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00059C1E-D3B1-5B98-D596-F5B6DC479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974" y="932381"/>
            <a:ext cx="4170167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미디어체험 체험분야 인원수 설정</a:t>
            </a:r>
          </a:p>
        </p:txBody>
      </p:sp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76CF85CD-D1F3-E95A-DDFD-7B2225254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8954055"/>
              </p:ext>
            </p:extLst>
          </p:nvPr>
        </p:nvGraphicFramePr>
        <p:xfrm>
          <a:off x="483932" y="1209142"/>
          <a:ext cx="7397170" cy="15575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0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01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TV</a:t>
                      </a:r>
                      <a:r>
                        <a:rPr lang="ko-KR" altLang="en-US" sz="800" b="0" dirty="0"/>
                        <a:t>방송제작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786594"/>
                  </a:ext>
                </a:extLst>
              </a:tr>
              <a:tr h="3018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라디오 방송제작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439588"/>
                  </a:ext>
                </a:extLst>
              </a:tr>
              <a:tr h="3018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기상캐스터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077796"/>
                  </a:ext>
                </a:extLst>
              </a:tr>
              <a:tr h="30185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rgbClr val="5F5F5F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드론</a:t>
                      </a:r>
                      <a:endParaRPr lang="en-US" altLang="ko-KR" sz="8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458262"/>
                  </a:ext>
                </a:extLst>
              </a:tr>
              <a:tr h="3018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VR(</a:t>
                      </a:r>
                      <a:r>
                        <a:rPr lang="ko-KR" altLang="en-US" sz="800" b="0" dirty="0"/>
                        <a:t>가상현실</a:t>
                      </a:r>
                      <a:r>
                        <a:rPr lang="en-US" altLang="ko-KR" sz="800" b="0" dirty="0"/>
                        <a:t>)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endParaRPr lang="ko-KR" altLang="en-US" sz="900" dirty="0">
                        <a:effectLst/>
                      </a:endParaRPr>
                    </a:p>
                  </a:txBody>
                  <a:tcPr marL="57150" marR="57150" marT="57150" marB="762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2117663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7BDF2D62-02FE-C2EB-D027-E929242A60D2}"/>
              </a:ext>
            </a:extLst>
          </p:cNvPr>
          <p:cNvGrpSpPr/>
          <p:nvPr/>
        </p:nvGrpSpPr>
        <p:grpSpPr>
          <a:xfrm>
            <a:off x="2057085" y="1254951"/>
            <a:ext cx="1016704" cy="241092"/>
            <a:chOff x="2183209" y="923183"/>
            <a:chExt cx="1016704" cy="241092"/>
          </a:xfrm>
        </p:grpSpPr>
        <p:sp>
          <p:nvSpPr>
            <p:cNvPr id="132" name="Text Box">
              <a:extLst>
                <a:ext uri="{FF2B5EF4-FFF2-40B4-BE49-F238E27FC236}">
                  <a16:creationId xmlns:a16="http://schemas.microsoft.com/office/drawing/2014/main" id="{1F0069EF-793C-0378-BFEF-7B5447B530E2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9D70EC-3F77-BAFE-7026-E9AB7138822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33DCCDA3-F5B7-D1FB-2309-C312458B89C7}"/>
              </a:ext>
            </a:extLst>
          </p:cNvPr>
          <p:cNvSpPr/>
          <p:nvPr/>
        </p:nvSpPr>
        <p:spPr>
          <a:xfrm>
            <a:off x="2301752" y="95757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4AE5F0A5-DC01-2C53-339F-2C15AE6A8E50}"/>
              </a:ext>
            </a:extLst>
          </p:cNvPr>
          <p:cNvGrpSpPr/>
          <p:nvPr/>
        </p:nvGrpSpPr>
        <p:grpSpPr>
          <a:xfrm>
            <a:off x="2062603" y="1580853"/>
            <a:ext cx="1016704" cy="241092"/>
            <a:chOff x="2183209" y="923183"/>
            <a:chExt cx="1016704" cy="241092"/>
          </a:xfrm>
        </p:grpSpPr>
        <p:sp>
          <p:nvSpPr>
            <p:cNvPr id="139" name="Text Box">
              <a:extLst>
                <a:ext uri="{FF2B5EF4-FFF2-40B4-BE49-F238E27FC236}">
                  <a16:creationId xmlns:a16="http://schemas.microsoft.com/office/drawing/2014/main" id="{13D1A231-38B7-D83E-F275-44E097865B76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B861C9D-7AC4-BCDC-1D01-6C962911E31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E70453B0-925F-2FFE-92E8-A90CC40B235D}"/>
              </a:ext>
            </a:extLst>
          </p:cNvPr>
          <p:cNvGrpSpPr/>
          <p:nvPr/>
        </p:nvGrpSpPr>
        <p:grpSpPr>
          <a:xfrm>
            <a:off x="2053281" y="1901384"/>
            <a:ext cx="1016704" cy="241092"/>
            <a:chOff x="2183209" y="923183"/>
            <a:chExt cx="1016704" cy="241092"/>
          </a:xfrm>
        </p:grpSpPr>
        <p:sp>
          <p:nvSpPr>
            <p:cNvPr id="142" name="Text Box">
              <a:extLst>
                <a:ext uri="{FF2B5EF4-FFF2-40B4-BE49-F238E27FC236}">
                  <a16:creationId xmlns:a16="http://schemas.microsoft.com/office/drawing/2014/main" id="{02681343-8115-BB5B-B2A9-6431FC441D21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AD90E45-CBF3-9405-EFDC-827A972C4B45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B288C16B-CEEE-D4D7-7212-730B546195DC}"/>
              </a:ext>
            </a:extLst>
          </p:cNvPr>
          <p:cNvGrpSpPr/>
          <p:nvPr/>
        </p:nvGrpSpPr>
        <p:grpSpPr>
          <a:xfrm>
            <a:off x="2058799" y="2227286"/>
            <a:ext cx="1016704" cy="241092"/>
            <a:chOff x="2183209" y="923183"/>
            <a:chExt cx="1016704" cy="241092"/>
          </a:xfrm>
        </p:grpSpPr>
        <p:sp>
          <p:nvSpPr>
            <p:cNvPr id="145" name="Text Box">
              <a:extLst>
                <a:ext uri="{FF2B5EF4-FFF2-40B4-BE49-F238E27FC236}">
                  <a16:creationId xmlns:a16="http://schemas.microsoft.com/office/drawing/2014/main" id="{C86524CA-ECFB-7471-3E0D-CDCAD127240A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700F880-15F2-1E31-3EDD-848D0B6D3FB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E5890DAF-6BF8-BE13-338D-5B9E028B4C7D}"/>
              </a:ext>
            </a:extLst>
          </p:cNvPr>
          <p:cNvGrpSpPr/>
          <p:nvPr/>
        </p:nvGrpSpPr>
        <p:grpSpPr>
          <a:xfrm>
            <a:off x="2071720" y="2499459"/>
            <a:ext cx="1016704" cy="241092"/>
            <a:chOff x="2183209" y="923183"/>
            <a:chExt cx="1016704" cy="241092"/>
          </a:xfrm>
        </p:grpSpPr>
        <p:sp>
          <p:nvSpPr>
            <p:cNvPr id="148" name="Text Box">
              <a:extLst>
                <a:ext uri="{FF2B5EF4-FFF2-40B4-BE49-F238E27FC236}">
                  <a16:creationId xmlns:a16="http://schemas.microsoft.com/office/drawing/2014/main" id="{0BD16915-570B-3C87-D738-F6CFEDD6A59C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9BC5259-CCEB-576D-BF86-E4620ABE805A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640637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03.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회원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401221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>
            <a:extLst>
              <a:ext uri="{FF2B5EF4-FFF2-40B4-BE49-F238E27FC236}">
                <a16:creationId xmlns:a16="http://schemas.microsoft.com/office/drawing/2014/main" id="{2BEDB558-7EE0-4364-90B0-2628E8314858}"/>
              </a:ext>
            </a:extLst>
          </p:cNvPr>
          <p:cNvSpPr txBox="1"/>
          <p:nvPr/>
        </p:nvSpPr>
        <p:spPr>
          <a:xfrm>
            <a:off x="1174191" y="30163"/>
            <a:ext cx="2334322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회원목록</a:t>
            </a:r>
          </a:p>
        </p:txBody>
      </p:sp>
      <p:sp>
        <p:nvSpPr>
          <p:cNvPr id="17" name="TextBox 30">
            <a:extLst>
              <a:ext uri="{FF2B5EF4-FFF2-40B4-BE49-F238E27FC236}">
                <a16:creationId xmlns:a16="http://schemas.microsoft.com/office/drawing/2014/main" id="{1A3584AE-D7A8-432C-9065-89BC26F9DD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7556" y="32042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회원관리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회원목록 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D0275436-F91D-4D9D-9118-22C47083101D}"/>
              </a:ext>
            </a:extLst>
          </p:cNvPr>
          <p:cNvSpPr/>
          <p:nvPr/>
        </p:nvSpPr>
        <p:spPr>
          <a:xfrm>
            <a:off x="769195" y="63177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157FC85-57BD-0ACC-7E6F-B6B739C2509E}"/>
              </a:ext>
            </a:extLst>
          </p:cNvPr>
          <p:cNvSpPr/>
          <p:nvPr/>
        </p:nvSpPr>
        <p:spPr>
          <a:xfrm>
            <a:off x="7382126" y="299644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0679920B-68DE-237C-2DBD-A6D55422C7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646565"/>
              </p:ext>
            </p:extLst>
          </p:nvPr>
        </p:nvGraphicFramePr>
        <p:xfrm>
          <a:off x="64808" y="3482961"/>
          <a:ext cx="9540395" cy="24193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2778">
                  <a:extLst>
                    <a:ext uri="{9D8B030D-6E8A-4147-A177-3AD203B41FA5}">
                      <a16:colId xmlns:a16="http://schemas.microsoft.com/office/drawing/2014/main" val="3338716980"/>
                    </a:ext>
                  </a:extLst>
                </a:gridCol>
                <a:gridCol w="418263">
                  <a:extLst>
                    <a:ext uri="{9D8B030D-6E8A-4147-A177-3AD203B41FA5}">
                      <a16:colId xmlns:a16="http://schemas.microsoft.com/office/drawing/2014/main" val="214889262"/>
                    </a:ext>
                  </a:extLst>
                </a:gridCol>
                <a:gridCol w="462936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625724">
                  <a:extLst>
                    <a:ext uri="{9D8B030D-6E8A-4147-A177-3AD203B41FA5}">
                      <a16:colId xmlns:a16="http://schemas.microsoft.com/office/drawing/2014/main" val="3086590172"/>
                    </a:ext>
                  </a:extLst>
                </a:gridCol>
                <a:gridCol w="493739">
                  <a:extLst>
                    <a:ext uri="{9D8B030D-6E8A-4147-A177-3AD203B41FA5}">
                      <a16:colId xmlns:a16="http://schemas.microsoft.com/office/drawing/2014/main" val="268891575"/>
                    </a:ext>
                  </a:extLst>
                </a:gridCol>
                <a:gridCol w="1322025">
                  <a:extLst>
                    <a:ext uri="{9D8B030D-6E8A-4147-A177-3AD203B41FA5}">
                      <a16:colId xmlns:a16="http://schemas.microsoft.com/office/drawing/2014/main" val="4051325300"/>
                    </a:ext>
                  </a:extLst>
                </a:gridCol>
                <a:gridCol w="882744">
                  <a:extLst>
                    <a:ext uri="{9D8B030D-6E8A-4147-A177-3AD203B41FA5}">
                      <a16:colId xmlns:a16="http://schemas.microsoft.com/office/drawing/2014/main" val="1716349139"/>
                    </a:ext>
                  </a:extLst>
                </a:gridCol>
                <a:gridCol w="679673">
                  <a:extLst>
                    <a:ext uri="{9D8B030D-6E8A-4147-A177-3AD203B41FA5}">
                      <a16:colId xmlns:a16="http://schemas.microsoft.com/office/drawing/2014/main" val="3914009619"/>
                    </a:ext>
                  </a:extLst>
                </a:gridCol>
                <a:gridCol w="478881">
                  <a:extLst>
                    <a:ext uri="{9D8B030D-6E8A-4147-A177-3AD203B41FA5}">
                      <a16:colId xmlns:a16="http://schemas.microsoft.com/office/drawing/2014/main" val="2324412191"/>
                    </a:ext>
                  </a:extLst>
                </a:gridCol>
                <a:gridCol w="466344">
                  <a:extLst>
                    <a:ext uri="{9D8B030D-6E8A-4147-A177-3AD203B41FA5}">
                      <a16:colId xmlns:a16="http://schemas.microsoft.com/office/drawing/2014/main" val="472824442"/>
                    </a:ext>
                  </a:extLst>
                </a:gridCol>
                <a:gridCol w="708343">
                  <a:extLst>
                    <a:ext uri="{9D8B030D-6E8A-4147-A177-3AD203B41FA5}">
                      <a16:colId xmlns:a16="http://schemas.microsoft.com/office/drawing/2014/main" val="2976060755"/>
                    </a:ext>
                  </a:extLst>
                </a:gridCol>
                <a:gridCol w="845070">
                  <a:extLst>
                    <a:ext uri="{9D8B030D-6E8A-4147-A177-3AD203B41FA5}">
                      <a16:colId xmlns:a16="http://schemas.microsoft.com/office/drawing/2014/main" val="2116759949"/>
                    </a:ext>
                  </a:extLst>
                </a:gridCol>
                <a:gridCol w="774304">
                  <a:extLst>
                    <a:ext uri="{9D8B030D-6E8A-4147-A177-3AD203B41FA5}">
                      <a16:colId xmlns:a16="http://schemas.microsoft.com/office/drawing/2014/main" val="2182813922"/>
                    </a:ext>
                  </a:extLst>
                </a:gridCol>
                <a:gridCol w="1119571">
                  <a:extLst>
                    <a:ext uri="{9D8B030D-6E8A-4147-A177-3AD203B41FA5}">
                      <a16:colId xmlns:a16="http://schemas.microsoft.com/office/drawing/2014/main" val="2968458058"/>
                    </a:ext>
                  </a:extLst>
                </a:gridCol>
              </a:tblGrid>
              <a:tr h="3474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가입구분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메일수신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SMS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수신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가입일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최종로그인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네이버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000-0000-0000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내용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….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카카오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000-0000-0000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정지회원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000-0000-0000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내용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….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000-0000-0000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휴먼회원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카카오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000-0000-0000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내용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….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</a:tbl>
          </a:graphicData>
        </a:graphic>
      </p:graphicFrame>
      <p:sp>
        <p:nvSpPr>
          <p:cNvPr id="58" name="TextBox 57">
            <a:extLst>
              <a:ext uri="{FF2B5EF4-FFF2-40B4-BE49-F238E27FC236}">
                <a16:creationId xmlns:a16="http://schemas.microsoft.com/office/drawing/2014/main" id="{FA9B893D-42D0-626A-5E23-F0F9EE44FFA2}"/>
              </a:ext>
            </a:extLst>
          </p:cNvPr>
          <p:cNvSpPr txBox="1"/>
          <p:nvPr/>
        </p:nvSpPr>
        <p:spPr>
          <a:xfrm>
            <a:off x="49115" y="3244430"/>
            <a:ext cx="14401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+mn-ea"/>
                <a:ea typeface="+mn-ea"/>
              </a:rPr>
              <a:t>전체 </a:t>
            </a:r>
            <a:r>
              <a:rPr lang="en-US" altLang="ko-KR" sz="900" b="1" dirty="0">
                <a:latin typeface="+mn-ea"/>
                <a:ea typeface="+mn-ea"/>
              </a:rPr>
              <a:t>: </a:t>
            </a:r>
            <a:r>
              <a:rPr lang="en-US" altLang="ko-KR" sz="900" b="1" dirty="0">
                <a:latin typeface="+mn-ea"/>
              </a:rPr>
              <a:t>123</a:t>
            </a:r>
            <a:r>
              <a:rPr lang="ko-KR" altLang="en-US" sz="900" b="1" dirty="0">
                <a:latin typeface="+mn-ea"/>
                <a:ea typeface="+mn-ea"/>
              </a:rPr>
              <a:t>건</a:t>
            </a:r>
            <a:endParaRPr lang="en-US" altLang="ko-KR" sz="900" b="1" dirty="0">
              <a:latin typeface="+mn-ea"/>
              <a:ea typeface="+mn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6C2AC77-A53C-894D-3944-D3926275208B}"/>
              </a:ext>
            </a:extLst>
          </p:cNvPr>
          <p:cNvSpPr/>
          <p:nvPr/>
        </p:nvSpPr>
        <p:spPr>
          <a:xfrm>
            <a:off x="7717023" y="381152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98DF088-97CB-57DD-83B1-FC5BCA687F4F}"/>
              </a:ext>
            </a:extLst>
          </p:cNvPr>
          <p:cNvSpPr txBox="1"/>
          <p:nvPr/>
        </p:nvSpPr>
        <p:spPr>
          <a:xfrm>
            <a:off x="49115" y="600067"/>
            <a:ext cx="10298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회원 목록 </a:t>
            </a:r>
          </a:p>
        </p:txBody>
      </p:sp>
      <p:sp>
        <p:nvSpPr>
          <p:cNvPr id="87" name="Pagination">
            <a:extLst>
              <a:ext uri="{FF2B5EF4-FFF2-40B4-BE49-F238E27FC236}">
                <a16:creationId xmlns:a16="http://schemas.microsoft.com/office/drawing/2014/main" id="{BBE0B645-E157-7C27-D16C-9ECEC4299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638884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88" name="Button">
            <a:extLst>
              <a:ext uri="{FF2B5EF4-FFF2-40B4-BE49-F238E27FC236}">
                <a16:creationId xmlns:a16="http://schemas.microsoft.com/office/drawing/2014/main" id="{BCCBE763-62EE-9D6E-2BE7-383BED9C749F}"/>
              </a:ext>
            </a:extLst>
          </p:cNvPr>
          <p:cNvSpPr>
            <a:spLocks/>
          </p:cNvSpPr>
          <p:nvPr/>
        </p:nvSpPr>
        <p:spPr bwMode="auto">
          <a:xfrm>
            <a:off x="8854532" y="59634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 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" name="Button">
            <a:extLst>
              <a:ext uri="{FF2B5EF4-FFF2-40B4-BE49-F238E27FC236}">
                <a16:creationId xmlns:a16="http://schemas.microsoft.com/office/drawing/2014/main" id="{45CE6329-0287-967D-68C4-F4445D2BD748}"/>
              </a:ext>
            </a:extLst>
          </p:cNvPr>
          <p:cNvSpPr>
            <a:spLocks/>
          </p:cNvSpPr>
          <p:nvPr/>
        </p:nvSpPr>
        <p:spPr bwMode="auto">
          <a:xfrm>
            <a:off x="8086129" y="5898900"/>
            <a:ext cx="718783" cy="35492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정지</a:t>
            </a:r>
            <a:r>
              <a:rPr lang="en-US" altLang="ko-KR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/</a:t>
            </a:r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주의 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A52B23-217A-1A34-0849-50D629F1FFC4}"/>
              </a:ext>
            </a:extLst>
          </p:cNvPr>
          <p:cNvSpPr/>
          <p:nvPr/>
        </p:nvSpPr>
        <p:spPr>
          <a:xfrm>
            <a:off x="8627397" y="378822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EBFF0A1-1EA9-A76C-1DD8-BEAA93C3ED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9423197"/>
              </p:ext>
            </p:extLst>
          </p:nvPr>
        </p:nvGraphicFramePr>
        <p:xfrm>
          <a:off x="9693984" y="289590"/>
          <a:ext cx="2498015" cy="662622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회원 계정 목록을 관리합니다</a:t>
                      </a:r>
                      <a:r>
                        <a:rPr lang="en-US" altLang="ko-KR" sz="800" b="1" dirty="0"/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계정 정보 수정 처리 가능합니다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 등록이 가능합니다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검색 항목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일반회원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정회원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가입구분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네이버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카카오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SNS&lt;select&gt;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Y,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가입일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최종로그인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[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엑셀파일로 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리스트를 엑셀파일로 다운로드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마우스 오버 시 비고 내용 보이게 구현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372587"/>
                  </a:ext>
                </a:extLst>
              </a:tr>
              <a:tr h="308717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탈퇴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상세페이지로 넘어가 회원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탈퇴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alert(‘{ID}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회원을 탈퇴처리 하시겠습니까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탈퇴처리 시 복구 불가능합니다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’)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6494343"/>
                  </a:ext>
                </a:extLst>
              </a:tr>
              <a:tr h="30871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문자발송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메일발송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&lt;button&gt;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&lt;select&gt;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문자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관리에서 작성한 리스트를 선택하는 기능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특정 회원과 리스트를 선택하여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문자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메일로 발송할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663639"/>
                  </a:ext>
                </a:extLst>
              </a:tr>
              <a:tr h="30871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6.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주의 등록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회원등록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주의등록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정지하시겠습니까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회원등록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4174981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BF4BB3B5-251E-69BC-20EB-2F41AC90B62D}"/>
              </a:ext>
            </a:extLst>
          </p:cNvPr>
          <p:cNvSpPr/>
          <p:nvPr/>
        </p:nvSpPr>
        <p:spPr>
          <a:xfrm>
            <a:off x="147104" y="581584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D03A562-0348-D72E-58D4-06ABA9D7F0D0}"/>
              </a:ext>
            </a:extLst>
          </p:cNvPr>
          <p:cNvSpPr/>
          <p:nvPr/>
        </p:nvSpPr>
        <p:spPr>
          <a:xfrm>
            <a:off x="8086129" y="579068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39D82382-E216-D6DE-1CD4-99DE05412FA7}"/>
              </a:ext>
            </a:extLst>
          </p:cNvPr>
          <p:cNvGrpSpPr/>
          <p:nvPr/>
        </p:nvGrpSpPr>
        <p:grpSpPr>
          <a:xfrm>
            <a:off x="8602055" y="3948346"/>
            <a:ext cx="907500" cy="225862"/>
            <a:chOff x="8948788" y="3546010"/>
            <a:chExt cx="907500" cy="225862"/>
          </a:xfrm>
        </p:grpSpPr>
        <p:sp>
          <p:nvSpPr>
            <p:cNvPr id="60" name="Button">
              <a:extLst>
                <a:ext uri="{FF2B5EF4-FFF2-40B4-BE49-F238E27FC236}">
                  <a16:creationId xmlns:a16="http://schemas.microsoft.com/office/drawing/2014/main" id="{AA0C1E47-0E56-6FC9-7FAB-511806F8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Button">
              <a:extLst>
                <a:ext uri="{FF2B5EF4-FFF2-40B4-BE49-F238E27FC236}">
                  <a16:creationId xmlns:a16="http://schemas.microsoft.com/office/drawing/2014/main" id="{7587596D-5304-653A-405E-1EF1F226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6416710-FE7C-F572-E377-657BC66F0B0E}"/>
              </a:ext>
            </a:extLst>
          </p:cNvPr>
          <p:cNvGrpSpPr/>
          <p:nvPr/>
        </p:nvGrpSpPr>
        <p:grpSpPr>
          <a:xfrm>
            <a:off x="147104" y="5976221"/>
            <a:ext cx="3597866" cy="225862"/>
            <a:chOff x="147104" y="5976221"/>
            <a:chExt cx="3597866" cy="225862"/>
          </a:xfrm>
        </p:grpSpPr>
        <p:sp>
          <p:nvSpPr>
            <p:cNvPr id="2" name="Button">
              <a:extLst>
                <a:ext uri="{FF2B5EF4-FFF2-40B4-BE49-F238E27FC236}">
                  <a16:creationId xmlns:a16="http://schemas.microsoft.com/office/drawing/2014/main" id="{8099629A-0D06-125C-ED72-51C6C5109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04" y="5976221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문자발송</a:t>
              </a:r>
            </a:p>
          </p:txBody>
        </p:sp>
        <p:sp>
          <p:nvSpPr>
            <p:cNvPr id="5" name="Button">
              <a:extLst>
                <a:ext uri="{FF2B5EF4-FFF2-40B4-BE49-F238E27FC236}">
                  <a16:creationId xmlns:a16="http://schemas.microsoft.com/office/drawing/2014/main" id="{C52881DB-4B3F-6FC6-39A6-533EB6A5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397" y="5976221"/>
              <a:ext cx="709910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메일발송</a:t>
              </a: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BF78DB21-37B5-D5DC-4509-9C414CD5E346}"/>
                </a:ext>
              </a:extLst>
            </p:cNvPr>
            <p:cNvGrpSpPr/>
            <p:nvPr/>
          </p:nvGrpSpPr>
          <p:grpSpPr>
            <a:xfrm>
              <a:off x="899211" y="5989011"/>
              <a:ext cx="1016704" cy="213072"/>
              <a:chOff x="2183209" y="923183"/>
              <a:chExt cx="1016704" cy="241092"/>
            </a:xfrm>
          </p:grpSpPr>
          <p:sp>
            <p:nvSpPr>
              <p:cNvPr id="15" name="Text Box">
                <a:extLst>
                  <a:ext uri="{FF2B5EF4-FFF2-40B4-BE49-F238E27FC236}">
                    <a16:creationId xmlns:a16="http://schemas.microsoft.com/office/drawing/2014/main" id="{00A4A2C9-686E-56EB-70A5-5A58890B0F8C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2558E81-1A30-52A2-320B-096818ED5C4A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92328F1D-3473-7CC3-AFE7-9D827F8623ED}"/>
                </a:ext>
              </a:extLst>
            </p:cNvPr>
            <p:cNvGrpSpPr/>
            <p:nvPr/>
          </p:nvGrpSpPr>
          <p:grpSpPr>
            <a:xfrm>
              <a:off x="2728266" y="5976221"/>
              <a:ext cx="1016704" cy="213072"/>
              <a:chOff x="2183209" y="923183"/>
              <a:chExt cx="1016704" cy="241092"/>
            </a:xfrm>
          </p:grpSpPr>
          <p:sp>
            <p:nvSpPr>
              <p:cNvPr id="27" name="Text Box">
                <a:extLst>
                  <a:ext uri="{FF2B5EF4-FFF2-40B4-BE49-F238E27FC236}">
                    <a16:creationId xmlns:a16="http://schemas.microsoft.com/office/drawing/2014/main" id="{5CC30E8C-0E7D-D1A4-C8E2-B120C7997DCD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BCADD0A-AE1C-CDD6-3247-9ABD746FE2DE}"/>
                  </a:ext>
                </a:extLst>
              </p:cNvPr>
              <p:cNvSpPr>
                <a:spLocks noChangeAspect="1"/>
              </p:cNvSpPr>
              <p:nvPr>
                <p:custDataLst>
                  <p:tags r:id="rId14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74E615F8-A523-4BA1-548F-2E9490EDAB73}"/>
              </a:ext>
            </a:extLst>
          </p:cNvPr>
          <p:cNvGrpSpPr/>
          <p:nvPr/>
        </p:nvGrpSpPr>
        <p:grpSpPr>
          <a:xfrm>
            <a:off x="8474924" y="3195253"/>
            <a:ext cx="1269654" cy="252577"/>
            <a:chOff x="8363497" y="1823453"/>
            <a:chExt cx="1269654" cy="252577"/>
          </a:xfrm>
        </p:grpSpPr>
        <p:sp>
          <p:nvSpPr>
            <p:cNvPr id="31" name="Text Box">
              <a:extLst>
                <a:ext uri="{FF2B5EF4-FFF2-40B4-BE49-F238E27FC236}">
                  <a16:creationId xmlns:a16="http://schemas.microsoft.com/office/drawing/2014/main" id="{83CEB9BF-6B26-1726-5ADF-5267560FACEA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Chevron Down">
              <a:extLst>
                <a:ext uri="{FF2B5EF4-FFF2-40B4-BE49-F238E27FC236}">
                  <a16:creationId xmlns:a16="http://schemas.microsoft.com/office/drawing/2014/main" id="{670277D0-A1B5-F1E0-DF01-FA200CC673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TextBox 30">
              <a:extLst>
                <a:ext uri="{FF2B5EF4-FFF2-40B4-BE49-F238E27FC236}">
                  <a16:creationId xmlns:a16="http://schemas.microsoft.com/office/drawing/2014/main" id="{468E6D5E-2264-3C4F-D099-A0F4A99D4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34" name="TextBox 30">
              <a:extLst>
                <a:ext uri="{FF2B5EF4-FFF2-40B4-BE49-F238E27FC236}">
                  <a16:creationId xmlns:a16="http://schemas.microsoft.com/office/drawing/2014/main" id="{33441C42-213F-0725-EF5F-7CA54BF47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pic>
        <p:nvPicPr>
          <p:cNvPr id="35" name="그림 34">
            <a:extLst>
              <a:ext uri="{FF2B5EF4-FFF2-40B4-BE49-F238E27FC236}">
                <a16:creationId xmlns:a16="http://schemas.microsoft.com/office/drawing/2014/main" id="{364C6E07-8165-32E1-9E89-27C4082DAD5D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382126" y="3163400"/>
            <a:ext cx="1047750" cy="228600"/>
          </a:xfrm>
          <a:prstGeom prst="rect">
            <a:avLst/>
          </a:prstGeom>
        </p:spPr>
      </p:pic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6491D43F-9ECE-31A8-050F-8678836E8B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494821"/>
              </p:ext>
            </p:extLst>
          </p:nvPr>
        </p:nvGraphicFramePr>
        <p:xfrm>
          <a:off x="64808" y="815213"/>
          <a:ext cx="6189688" cy="22800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 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가입 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30221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수신동의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679583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SMS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수신동의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4616616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가입일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최종로그인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5815954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55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364A3B7C-AC04-423C-8158-6D2E4E82C82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853457"/>
            <a:ext cx="1202158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56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40814B1-19DC-045D-6810-539CD58B046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5F00B6B-E493-8A4A-941C-1DBA49C006B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9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B4D900FC-5E65-8DF1-9468-DBB39648747F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587029" y="1494492"/>
            <a:ext cx="1202158" cy="241092"/>
            <a:chOff x="579910" y="1222648"/>
            <a:chExt cx="1202158" cy="241092"/>
          </a:xfrm>
          <a:solidFill>
            <a:srgbClr val="FFFFFF"/>
          </a:solidFill>
        </p:grpSpPr>
        <p:sp>
          <p:nvSpPr>
            <p:cNvPr id="61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349BD29-5991-FD7B-CEAA-0EB7E58DEF30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579910" y="1222648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F067C1-5BD7-1BBB-BC03-06B55DD31A28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 flipH="1">
              <a:off x="1650622" y="132510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3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95199534-4051-D787-54E6-9C526CB7C4DB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1587029" y="1168211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64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13FFF10-BF90-0055-4A5A-092E05A1EC99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9567DDE-277C-9404-EA89-EB8F4F5D3B11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88FD815E-FB8D-5806-1E59-2670DB390F5B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1595351" y="1830498"/>
            <a:ext cx="1202158" cy="241092"/>
            <a:chOff x="579910" y="1222648"/>
            <a:chExt cx="1202158" cy="241092"/>
          </a:xfrm>
          <a:solidFill>
            <a:srgbClr val="FFFFFF"/>
          </a:solidFill>
        </p:grpSpPr>
        <p:sp>
          <p:nvSpPr>
            <p:cNvPr id="67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93B73D6-F409-8C88-3FB7-FB29E39BB3F3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579910" y="1222648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E7A38C0-DCD9-93FC-BDAE-A016050F57B7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flipH="1">
              <a:off x="1650622" y="132510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89EE0BF4-2A77-B2FD-2062-89E8DCDA3E1E}"/>
              </a:ext>
            </a:extLst>
          </p:cNvPr>
          <p:cNvGrpSpPr/>
          <p:nvPr/>
        </p:nvGrpSpPr>
        <p:grpSpPr>
          <a:xfrm>
            <a:off x="1587029" y="2168119"/>
            <a:ext cx="1510731" cy="249177"/>
            <a:chOff x="1846644" y="2900860"/>
            <a:chExt cx="1687736" cy="241092"/>
          </a:xfrm>
        </p:grpSpPr>
        <p:sp>
          <p:nvSpPr>
            <p:cNvPr id="70" name="Text Box">
              <a:extLst>
                <a:ext uri="{FF2B5EF4-FFF2-40B4-BE49-F238E27FC236}">
                  <a16:creationId xmlns:a16="http://schemas.microsoft.com/office/drawing/2014/main" id="{18257C84-3F94-0D75-30E2-05C80D0488BF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900" b="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2024.04.04</a:t>
              </a:r>
              <a:endParaRPr lang="ko-KR" altLang="en-US" sz="900" u="none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71" name="Calendar">
              <a:extLst>
                <a:ext uri="{FF2B5EF4-FFF2-40B4-BE49-F238E27FC236}">
                  <a16:creationId xmlns:a16="http://schemas.microsoft.com/office/drawing/2014/main" id="{585614FF-7111-D477-730F-E86606E15C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03DAD763-FD01-CFAA-564F-8EE43C0900B4}"/>
              </a:ext>
            </a:extLst>
          </p:cNvPr>
          <p:cNvGrpSpPr/>
          <p:nvPr/>
        </p:nvGrpSpPr>
        <p:grpSpPr>
          <a:xfrm>
            <a:off x="3569059" y="2153710"/>
            <a:ext cx="1510731" cy="249177"/>
            <a:chOff x="1846644" y="2900860"/>
            <a:chExt cx="1687736" cy="241092"/>
          </a:xfrm>
        </p:grpSpPr>
        <p:sp>
          <p:nvSpPr>
            <p:cNvPr id="73" name="Text Box">
              <a:extLst>
                <a:ext uri="{FF2B5EF4-FFF2-40B4-BE49-F238E27FC236}">
                  <a16:creationId xmlns:a16="http://schemas.microsoft.com/office/drawing/2014/main" id="{C6B83A1C-6235-3430-5CF2-FC1FBA0E1C00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900" b="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2024.04.04</a:t>
              </a:r>
              <a:endParaRPr lang="ko-KR" altLang="en-US" sz="900" u="none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77" name="Calendar">
              <a:extLst>
                <a:ext uri="{FF2B5EF4-FFF2-40B4-BE49-F238E27FC236}">
                  <a16:creationId xmlns:a16="http://schemas.microsoft.com/office/drawing/2014/main" id="{B67A9F61-C3FC-976B-95E6-F5E5DE6D5F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extBox 30">
            <a:extLst>
              <a:ext uri="{FF2B5EF4-FFF2-40B4-BE49-F238E27FC236}">
                <a16:creationId xmlns:a16="http://schemas.microsoft.com/office/drawing/2014/main" id="{19208E72-E28D-A23C-18F5-EFFD3D927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983" y="2165115"/>
            <a:ext cx="24532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CC051054-C48A-E055-349E-791BED38F326}"/>
              </a:ext>
            </a:extLst>
          </p:cNvPr>
          <p:cNvGrpSpPr/>
          <p:nvPr/>
        </p:nvGrpSpPr>
        <p:grpSpPr>
          <a:xfrm>
            <a:off x="1595351" y="2483404"/>
            <a:ext cx="1510731" cy="249177"/>
            <a:chOff x="3721459" y="2580430"/>
            <a:chExt cx="1510731" cy="249177"/>
          </a:xfrm>
        </p:grpSpPr>
        <p:sp>
          <p:nvSpPr>
            <p:cNvPr id="93" name="Text Box">
              <a:extLst>
                <a:ext uri="{FF2B5EF4-FFF2-40B4-BE49-F238E27FC236}">
                  <a16:creationId xmlns:a16="http://schemas.microsoft.com/office/drawing/2014/main" id="{2A476F4D-02BD-F8EB-CBB9-269245355A6E}"/>
                </a:ext>
              </a:extLst>
            </p:cNvPr>
            <p:cNvSpPr/>
            <p:nvPr/>
          </p:nvSpPr>
          <p:spPr>
            <a:xfrm>
              <a:off x="3721459" y="2580430"/>
              <a:ext cx="1510731" cy="24917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900" b="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2024.04.04</a:t>
              </a:r>
              <a:endParaRPr lang="ko-KR" altLang="en-US" sz="900" u="none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94" name="Calendar">
              <a:extLst>
                <a:ext uri="{FF2B5EF4-FFF2-40B4-BE49-F238E27FC236}">
                  <a16:creationId xmlns:a16="http://schemas.microsoft.com/office/drawing/2014/main" id="{9BE5C875-51DC-BB2C-2703-A7BE28F666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060595" y="2623714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6" name="Text Box">
            <a:extLst>
              <a:ext uri="{FF2B5EF4-FFF2-40B4-BE49-F238E27FC236}">
                <a16:creationId xmlns:a16="http://schemas.microsoft.com/office/drawing/2014/main" id="{4CD4B19F-AFC7-2F7B-2D09-904CD4E5C7D9}"/>
              </a:ext>
            </a:extLst>
          </p:cNvPr>
          <p:cNvSpPr/>
          <p:nvPr/>
        </p:nvSpPr>
        <p:spPr>
          <a:xfrm>
            <a:off x="2682434" y="2806597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BEE6DC82-0A5A-CC06-2C43-D0E3A65E2595}"/>
              </a:ext>
            </a:extLst>
          </p:cNvPr>
          <p:cNvGrpSpPr/>
          <p:nvPr/>
        </p:nvGrpSpPr>
        <p:grpSpPr>
          <a:xfrm>
            <a:off x="1592473" y="2806366"/>
            <a:ext cx="1057305" cy="241092"/>
            <a:chOff x="1644613" y="1688753"/>
            <a:chExt cx="1057305" cy="241092"/>
          </a:xfrm>
        </p:grpSpPr>
        <p:sp>
          <p:nvSpPr>
            <p:cNvPr id="98" name="Text Box">
              <a:extLst>
                <a:ext uri="{FF2B5EF4-FFF2-40B4-BE49-F238E27FC236}">
                  <a16:creationId xmlns:a16="http://schemas.microsoft.com/office/drawing/2014/main" id="{FEB52D21-9BAD-B2FD-ADF1-77031219B683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063A735-29E3-7614-942F-8E4125BF026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E88F5684-E652-CDE1-B01B-D49E633BCDA8}"/>
              </a:ext>
            </a:extLst>
          </p:cNvPr>
          <p:cNvSpPr/>
          <p:nvPr/>
        </p:nvSpPr>
        <p:spPr>
          <a:xfrm>
            <a:off x="5277699" y="830898"/>
            <a:ext cx="932000" cy="223191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938EB089-B98E-C2D1-04B8-F7DAD93FA26A}"/>
              </a:ext>
            </a:extLst>
          </p:cNvPr>
          <p:cNvGrpSpPr/>
          <p:nvPr/>
        </p:nvGrpSpPr>
        <p:grpSpPr>
          <a:xfrm>
            <a:off x="8602055" y="4347983"/>
            <a:ext cx="907500" cy="225862"/>
            <a:chOff x="8948788" y="3546010"/>
            <a:chExt cx="907500" cy="225862"/>
          </a:xfrm>
        </p:grpSpPr>
        <p:sp>
          <p:nvSpPr>
            <p:cNvPr id="102" name="Button">
              <a:extLst>
                <a:ext uri="{FF2B5EF4-FFF2-40B4-BE49-F238E27FC236}">
                  <a16:creationId xmlns:a16="http://schemas.microsoft.com/office/drawing/2014/main" id="{AC25F652-2F0E-B9A1-90B7-722AE05D5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3" name="Button">
              <a:extLst>
                <a:ext uri="{FF2B5EF4-FFF2-40B4-BE49-F238E27FC236}">
                  <a16:creationId xmlns:a16="http://schemas.microsoft.com/office/drawing/2014/main" id="{DDFC5CF1-322D-B965-0197-ECDC3247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E6665A8A-4F5A-BAF1-5CE3-3280999FE2F9}"/>
              </a:ext>
            </a:extLst>
          </p:cNvPr>
          <p:cNvGrpSpPr/>
          <p:nvPr/>
        </p:nvGrpSpPr>
        <p:grpSpPr>
          <a:xfrm>
            <a:off x="8602055" y="4762202"/>
            <a:ext cx="907500" cy="225862"/>
            <a:chOff x="8948788" y="3546010"/>
            <a:chExt cx="907500" cy="225862"/>
          </a:xfrm>
        </p:grpSpPr>
        <p:sp>
          <p:nvSpPr>
            <p:cNvPr id="105" name="Button">
              <a:extLst>
                <a:ext uri="{FF2B5EF4-FFF2-40B4-BE49-F238E27FC236}">
                  <a16:creationId xmlns:a16="http://schemas.microsoft.com/office/drawing/2014/main" id="{9D17F7C0-8645-AAC1-F80C-4E655A98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Button">
              <a:extLst>
                <a:ext uri="{FF2B5EF4-FFF2-40B4-BE49-F238E27FC236}">
                  <a16:creationId xmlns:a16="http://schemas.microsoft.com/office/drawing/2014/main" id="{FC57F56F-7707-717A-CCF8-F4797B19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98D7E16A-1244-5A72-7534-992F3C199613}"/>
              </a:ext>
            </a:extLst>
          </p:cNvPr>
          <p:cNvGrpSpPr/>
          <p:nvPr/>
        </p:nvGrpSpPr>
        <p:grpSpPr>
          <a:xfrm>
            <a:off x="8602055" y="5170985"/>
            <a:ext cx="907500" cy="225862"/>
            <a:chOff x="8948788" y="3546010"/>
            <a:chExt cx="907500" cy="225862"/>
          </a:xfrm>
        </p:grpSpPr>
        <p:sp>
          <p:nvSpPr>
            <p:cNvPr id="108" name="Button">
              <a:extLst>
                <a:ext uri="{FF2B5EF4-FFF2-40B4-BE49-F238E27FC236}">
                  <a16:creationId xmlns:a16="http://schemas.microsoft.com/office/drawing/2014/main" id="{136276C8-9ED8-2420-3C40-018CFE78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9" name="Button">
              <a:extLst>
                <a:ext uri="{FF2B5EF4-FFF2-40B4-BE49-F238E27FC236}">
                  <a16:creationId xmlns:a16="http://schemas.microsoft.com/office/drawing/2014/main" id="{877CA24A-7CAB-3ECC-84D8-2F1D3FB0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5005A914-5D38-591A-F535-852AFB8F18D5}"/>
              </a:ext>
            </a:extLst>
          </p:cNvPr>
          <p:cNvGrpSpPr/>
          <p:nvPr/>
        </p:nvGrpSpPr>
        <p:grpSpPr>
          <a:xfrm>
            <a:off x="8602055" y="5576058"/>
            <a:ext cx="907500" cy="225862"/>
            <a:chOff x="8948788" y="3546010"/>
            <a:chExt cx="907500" cy="225862"/>
          </a:xfrm>
        </p:grpSpPr>
        <p:sp>
          <p:nvSpPr>
            <p:cNvPr id="111" name="Button">
              <a:extLst>
                <a:ext uri="{FF2B5EF4-FFF2-40B4-BE49-F238E27FC236}">
                  <a16:creationId xmlns:a16="http://schemas.microsoft.com/office/drawing/2014/main" id="{EABCD6D1-53CE-9D70-6115-512CC256D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Button">
              <a:extLst>
                <a:ext uri="{FF2B5EF4-FFF2-40B4-BE49-F238E27FC236}">
                  <a16:creationId xmlns:a16="http://schemas.microsoft.com/office/drawing/2014/main" id="{5903A10D-A52A-4591-0968-0D5579A50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74598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EDA823-5444-8413-BDD2-EB4CB4231F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>
            <a:extLst>
              <a:ext uri="{FF2B5EF4-FFF2-40B4-BE49-F238E27FC236}">
                <a16:creationId xmlns:a16="http://schemas.microsoft.com/office/drawing/2014/main" id="{AEC09230-3F91-ED4F-19F0-8197EC73CEA1}"/>
              </a:ext>
            </a:extLst>
          </p:cNvPr>
          <p:cNvSpPr txBox="1"/>
          <p:nvPr/>
        </p:nvSpPr>
        <p:spPr>
          <a:xfrm>
            <a:off x="1174191" y="30163"/>
            <a:ext cx="2334322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정지</a:t>
            </a:r>
            <a:r>
              <a:rPr lang="en-US" altLang="ko-KR" sz="900" dirty="0"/>
              <a:t>/</a:t>
            </a:r>
            <a:r>
              <a:rPr lang="ko-KR" altLang="en-US" sz="900" dirty="0"/>
              <a:t>주의 등록 </a:t>
            </a:r>
            <a:r>
              <a:rPr lang="en-US" altLang="ko-KR" sz="900" dirty="0"/>
              <a:t>popup</a:t>
            </a:r>
            <a:endParaRPr lang="ko-KR" altLang="en-US" sz="900" dirty="0"/>
          </a:p>
        </p:txBody>
      </p:sp>
      <p:sp>
        <p:nvSpPr>
          <p:cNvPr id="17" name="TextBox 30">
            <a:extLst>
              <a:ext uri="{FF2B5EF4-FFF2-40B4-BE49-F238E27FC236}">
                <a16:creationId xmlns:a16="http://schemas.microsoft.com/office/drawing/2014/main" id="{92A3DEAF-8434-B379-5382-604E5E8C1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7556" y="32042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회원관리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회원목록  </a:t>
            </a:r>
            <a:r>
              <a:rPr lang="en-US" altLang="ko-KR" sz="900" dirty="0"/>
              <a:t>&gt; </a:t>
            </a:r>
            <a:r>
              <a:rPr lang="ko-KR" altLang="en-US" sz="900" dirty="0"/>
              <a:t>정지</a:t>
            </a:r>
            <a:r>
              <a:rPr lang="en-US" altLang="ko-KR" sz="900" dirty="0"/>
              <a:t>/</a:t>
            </a:r>
            <a:r>
              <a:rPr lang="ko-KR" altLang="en-US" sz="900" dirty="0"/>
              <a:t>주의 등록 </a:t>
            </a:r>
            <a:r>
              <a:rPr lang="en-US" altLang="ko-KR" sz="900" dirty="0"/>
              <a:t>popup</a:t>
            </a:r>
            <a:endParaRPr lang="ko-KR" altLang="en-US" sz="9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52841AC-6B24-AD31-349E-A85DCE977157}"/>
              </a:ext>
            </a:extLst>
          </p:cNvPr>
          <p:cNvSpPr/>
          <p:nvPr/>
        </p:nvSpPr>
        <p:spPr>
          <a:xfrm>
            <a:off x="7382126" y="299644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197F1C63-7F23-C9A7-D589-F1A4278382D2}"/>
              </a:ext>
            </a:extLst>
          </p:cNvPr>
          <p:cNvGraphicFramePr>
            <a:graphicFrameLocks noGrp="1"/>
          </p:cNvGraphicFramePr>
          <p:nvPr/>
        </p:nvGraphicFramePr>
        <p:xfrm>
          <a:off x="64808" y="3482961"/>
          <a:ext cx="9540395" cy="24193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2778">
                  <a:extLst>
                    <a:ext uri="{9D8B030D-6E8A-4147-A177-3AD203B41FA5}">
                      <a16:colId xmlns:a16="http://schemas.microsoft.com/office/drawing/2014/main" val="3338716980"/>
                    </a:ext>
                  </a:extLst>
                </a:gridCol>
                <a:gridCol w="418263">
                  <a:extLst>
                    <a:ext uri="{9D8B030D-6E8A-4147-A177-3AD203B41FA5}">
                      <a16:colId xmlns:a16="http://schemas.microsoft.com/office/drawing/2014/main" val="214889262"/>
                    </a:ext>
                  </a:extLst>
                </a:gridCol>
                <a:gridCol w="462936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625724">
                  <a:extLst>
                    <a:ext uri="{9D8B030D-6E8A-4147-A177-3AD203B41FA5}">
                      <a16:colId xmlns:a16="http://schemas.microsoft.com/office/drawing/2014/main" val="3086590172"/>
                    </a:ext>
                  </a:extLst>
                </a:gridCol>
                <a:gridCol w="493739">
                  <a:extLst>
                    <a:ext uri="{9D8B030D-6E8A-4147-A177-3AD203B41FA5}">
                      <a16:colId xmlns:a16="http://schemas.microsoft.com/office/drawing/2014/main" val="268891575"/>
                    </a:ext>
                  </a:extLst>
                </a:gridCol>
                <a:gridCol w="1322025">
                  <a:extLst>
                    <a:ext uri="{9D8B030D-6E8A-4147-A177-3AD203B41FA5}">
                      <a16:colId xmlns:a16="http://schemas.microsoft.com/office/drawing/2014/main" val="4051325300"/>
                    </a:ext>
                  </a:extLst>
                </a:gridCol>
                <a:gridCol w="882744">
                  <a:extLst>
                    <a:ext uri="{9D8B030D-6E8A-4147-A177-3AD203B41FA5}">
                      <a16:colId xmlns:a16="http://schemas.microsoft.com/office/drawing/2014/main" val="1716349139"/>
                    </a:ext>
                  </a:extLst>
                </a:gridCol>
                <a:gridCol w="679673">
                  <a:extLst>
                    <a:ext uri="{9D8B030D-6E8A-4147-A177-3AD203B41FA5}">
                      <a16:colId xmlns:a16="http://schemas.microsoft.com/office/drawing/2014/main" val="3914009619"/>
                    </a:ext>
                  </a:extLst>
                </a:gridCol>
                <a:gridCol w="478881">
                  <a:extLst>
                    <a:ext uri="{9D8B030D-6E8A-4147-A177-3AD203B41FA5}">
                      <a16:colId xmlns:a16="http://schemas.microsoft.com/office/drawing/2014/main" val="2324412191"/>
                    </a:ext>
                  </a:extLst>
                </a:gridCol>
                <a:gridCol w="466344">
                  <a:extLst>
                    <a:ext uri="{9D8B030D-6E8A-4147-A177-3AD203B41FA5}">
                      <a16:colId xmlns:a16="http://schemas.microsoft.com/office/drawing/2014/main" val="472824442"/>
                    </a:ext>
                  </a:extLst>
                </a:gridCol>
                <a:gridCol w="708343">
                  <a:extLst>
                    <a:ext uri="{9D8B030D-6E8A-4147-A177-3AD203B41FA5}">
                      <a16:colId xmlns:a16="http://schemas.microsoft.com/office/drawing/2014/main" val="2976060755"/>
                    </a:ext>
                  </a:extLst>
                </a:gridCol>
                <a:gridCol w="845070">
                  <a:extLst>
                    <a:ext uri="{9D8B030D-6E8A-4147-A177-3AD203B41FA5}">
                      <a16:colId xmlns:a16="http://schemas.microsoft.com/office/drawing/2014/main" val="2116759949"/>
                    </a:ext>
                  </a:extLst>
                </a:gridCol>
                <a:gridCol w="774304">
                  <a:extLst>
                    <a:ext uri="{9D8B030D-6E8A-4147-A177-3AD203B41FA5}">
                      <a16:colId xmlns:a16="http://schemas.microsoft.com/office/drawing/2014/main" val="2182813922"/>
                    </a:ext>
                  </a:extLst>
                </a:gridCol>
                <a:gridCol w="1119571">
                  <a:extLst>
                    <a:ext uri="{9D8B030D-6E8A-4147-A177-3AD203B41FA5}">
                      <a16:colId xmlns:a16="http://schemas.microsoft.com/office/drawing/2014/main" val="2968458058"/>
                    </a:ext>
                  </a:extLst>
                </a:gridCol>
              </a:tblGrid>
              <a:tr h="3474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가입구분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메일수신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SMS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수신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가입일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최종로그인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네이버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000-0000-0000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내용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….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카카오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000-0000-0000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정지회원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000-0000-0000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내용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….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000-0000-0000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휴먼회원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카카오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000-0000-0000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내용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….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</a:tbl>
          </a:graphicData>
        </a:graphic>
      </p:graphicFrame>
      <p:sp>
        <p:nvSpPr>
          <p:cNvPr id="58" name="TextBox 57">
            <a:extLst>
              <a:ext uri="{FF2B5EF4-FFF2-40B4-BE49-F238E27FC236}">
                <a16:creationId xmlns:a16="http://schemas.microsoft.com/office/drawing/2014/main" id="{EAAA51B3-0B58-2D7E-3F57-55BBB2AE4F4D}"/>
              </a:ext>
            </a:extLst>
          </p:cNvPr>
          <p:cNvSpPr txBox="1"/>
          <p:nvPr/>
        </p:nvSpPr>
        <p:spPr>
          <a:xfrm>
            <a:off x="49115" y="3244430"/>
            <a:ext cx="14401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+mn-ea"/>
                <a:ea typeface="+mn-ea"/>
              </a:rPr>
              <a:t>전체 </a:t>
            </a:r>
            <a:r>
              <a:rPr lang="en-US" altLang="ko-KR" sz="900" b="1" dirty="0">
                <a:latin typeface="+mn-ea"/>
                <a:ea typeface="+mn-ea"/>
              </a:rPr>
              <a:t>: </a:t>
            </a:r>
            <a:r>
              <a:rPr lang="en-US" altLang="ko-KR" sz="900" b="1" dirty="0">
                <a:latin typeface="+mn-ea"/>
              </a:rPr>
              <a:t>123</a:t>
            </a:r>
            <a:r>
              <a:rPr lang="ko-KR" altLang="en-US" sz="900" b="1" dirty="0">
                <a:latin typeface="+mn-ea"/>
                <a:ea typeface="+mn-ea"/>
              </a:rPr>
              <a:t>건</a:t>
            </a:r>
            <a:endParaRPr lang="en-US" altLang="ko-KR" sz="900" b="1" dirty="0">
              <a:latin typeface="+mn-ea"/>
              <a:ea typeface="+mn-ea"/>
            </a:endParaRPr>
          </a:p>
        </p:txBody>
      </p:sp>
      <p:sp>
        <p:nvSpPr>
          <p:cNvPr id="87" name="Pagination">
            <a:extLst>
              <a:ext uri="{FF2B5EF4-FFF2-40B4-BE49-F238E27FC236}">
                <a16:creationId xmlns:a16="http://schemas.microsoft.com/office/drawing/2014/main" id="{0CAD7991-903A-0BB4-3FC9-A35FB423D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638884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88" name="Button">
            <a:extLst>
              <a:ext uri="{FF2B5EF4-FFF2-40B4-BE49-F238E27FC236}">
                <a16:creationId xmlns:a16="http://schemas.microsoft.com/office/drawing/2014/main" id="{0A5DB6BA-4536-06EF-C4D6-081E6ACBC06A}"/>
              </a:ext>
            </a:extLst>
          </p:cNvPr>
          <p:cNvSpPr>
            <a:spLocks/>
          </p:cNvSpPr>
          <p:nvPr/>
        </p:nvSpPr>
        <p:spPr bwMode="auto">
          <a:xfrm>
            <a:off x="8854532" y="59634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 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" name="Button">
            <a:extLst>
              <a:ext uri="{FF2B5EF4-FFF2-40B4-BE49-F238E27FC236}">
                <a16:creationId xmlns:a16="http://schemas.microsoft.com/office/drawing/2014/main" id="{3BC5584B-0D31-5029-619A-6EBCDA5C628F}"/>
              </a:ext>
            </a:extLst>
          </p:cNvPr>
          <p:cNvSpPr>
            <a:spLocks/>
          </p:cNvSpPr>
          <p:nvPr/>
        </p:nvSpPr>
        <p:spPr bwMode="auto">
          <a:xfrm>
            <a:off x="8086129" y="59634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정지 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03B60A1-DEEF-E765-FC05-25470EB810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3782400"/>
              </p:ext>
            </p:extLst>
          </p:nvPr>
        </p:nvGraphicFramePr>
        <p:xfrm>
          <a:off x="9693984" y="289590"/>
          <a:ext cx="2498015" cy="266808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정지</a:t>
                      </a:r>
                      <a:r>
                        <a:rPr lang="en-US" altLang="ko-KR" sz="800" b="1" dirty="0"/>
                        <a:t>/</a:t>
                      </a:r>
                      <a:r>
                        <a:rPr lang="ko-KR" altLang="en-US" sz="800" b="1" dirty="0"/>
                        <a:t>주의 회원을 등록합니다</a:t>
                      </a:r>
                      <a:r>
                        <a:rPr lang="en-US" altLang="ko-KR" sz="800" b="1" dirty="0"/>
                        <a:t>.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71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주의 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주의로 등록된 회원은 마이페이지 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자격 정지 내역에 위반내용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정지구분이 표시됩니다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주의 등록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해당 회원의 상세 페이지에도 내용 등록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위반내용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&lt;select&gt;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주의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정지회원만 마이페이지에 표시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등록일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4174981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C3560C84-BC99-E99A-AA7C-33F5DFE0A294}"/>
              </a:ext>
            </a:extLst>
          </p:cNvPr>
          <p:cNvGrpSpPr/>
          <p:nvPr/>
        </p:nvGrpSpPr>
        <p:grpSpPr>
          <a:xfrm>
            <a:off x="8602055" y="3948346"/>
            <a:ext cx="907500" cy="225862"/>
            <a:chOff x="8948788" y="3546010"/>
            <a:chExt cx="907500" cy="225862"/>
          </a:xfrm>
        </p:grpSpPr>
        <p:sp>
          <p:nvSpPr>
            <p:cNvPr id="60" name="Button">
              <a:extLst>
                <a:ext uri="{FF2B5EF4-FFF2-40B4-BE49-F238E27FC236}">
                  <a16:creationId xmlns:a16="http://schemas.microsoft.com/office/drawing/2014/main" id="{0FAAC2C3-AB66-D205-BC46-3D971BD7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Button">
              <a:extLst>
                <a:ext uri="{FF2B5EF4-FFF2-40B4-BE49-F238E27FC236}">
                  <a16:creationId xmlns:a16="http://schemas.microsoft.com/office/drawing/2014/main" id="{F7263122-0D7C-3705-4C3A-2F0F8BA4B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2F0918FF-6FEB-D90F-8412-5BDA235C3047}"/>
              </a:ext>
            </a:extLst>
          </p:cNvPr>
          <p:cNvGrpSpPr/>
          <p:nvPr/>
        </p:nvGrpSpPr>
        <p:grpSpPr>
          <a:xfrm>
            <a:off x="147104" y="5976221"/>
            <a:ext cx="3597866" cy="225862"/>
            <a:chOff x="147104" y="5976221"/>
            <a:chExt cx="3597866" cy="225862"/>
          </a:xfrm>
        </p:grpSpPr>
        <p:sp>
          <p:nvSpPr>
            <p:cNvPr id="2" name="Button">
              <a:extLst>
                <a:ext uri="{FF2B5EF4-FFF2-40B4-BE49-F238E27FC236}">
                  <a16:creationId xmlns:a16="http://schemas.microsoft.com/office/drawing/2014/main" id="{8F53EA98-FD06-55D6-68CE-FA0370B5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04" y="5976221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문자발송</a:t>
              </a:r>
            </a:p>
          </p:txBody>
        </p:sp>
        <p:sp>
          <p:nvSpPr>
            <p:cNvPr id="5" name="Button">
              <a:extLst>
                <a:ext uri="{FF2B5EF4-FFF2-40B4-BE49-F238E27FC236}">
                  <a16:creationId xmlns:a16="http://schemas.microsoft.com/office/drawing/2014/main" id="{0F565F67-0163-CE87-1F5F-252D8110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397" y="5976221"/>
              <a:ext cx="709910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메일발송</a:t>
              </a: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7F4CEAEA-E6CD-D7EE-D418-E0B92A3B9639}"/>
                </a:ext>
              </a:extLst>
            </p:cNvPr>
            <p:cNvGrpSpPr/>
            <p:nvPr/>
          </p:nvGrpSpPr>
          <p:grpSpPr>
            <a:xfrm>
              <a:off x="899211" y="5989011"/>
              <a:ext cx="1016704" cy="213072"/>
              <a:chOff x="2183209" y="923183"/>
              <a:chExt cx="1016704" cy="241092"/>
            </a:xfrm>
          </p:grpSpPr>
          <p:sp>
            <p:nvSpPr>
              <p:cNvPr id="15" name="Text Box">
                <a:extLst>
                  <a:ext uri="{FF2B5EF4-FFF2-40B4-BE49-F238E27FC236}">
                    <a16:creationId xmlns:a16="http://schemas.microsoft.com/office/drawing/2014/main" id="{93599F42-D1D0-BBDD-2AC8-399FFEF3629B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00CDAB5-FBCD-C676-78CE-6439DEFD77B7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68A0CE04-7978-4E42-C6C7-F6389D6352D6}"/>
                </a:ext>
              </a:extLst>
            </p:cNvPr>
            <p:cNvGrpSpPr/>
            <p:nvPr/>
          </p:nvGrpSpPr>
          <p:grpSpPr>
            <a:xfrm>
              <a:off x="2728266" y="5976221"/>
              <a:ext cx="1016704" cy="213072"/>
              <a:chOff x="2183209" y="923183"/>
              <a:chExt cx="1016704" cy="241092"/>
            </a:xfrm>
          </p:grpSpPr>
          <p:sp>
            <p:nvSpPr>
              <p:cNvPr id="27" name="Text Box">
                <a:extLst>
                  <a:ext uri="{FF2B5EF4-FFF2-40B4-BE49-F238E27FC236}">
                    <a16:creationId xmlns:a16="http://schemas.microsoft.com/office/drawing/2014/main" id="{B6A94019-8816-8E30-99CB-591C80BFAA66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2233968-19F9-36CC-AFAA-F9143F8F7C83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8D2180CC-E815-F3BB-4407-E29D1C97E264}"/>
              </a:ext>
            </a:extLst>
          </p:cNvPr>
          <p:cNvGrpSpPr/>
          <p:nvPr/>
        </p:nvGrpSpPr>
        <p:grpSpPr>
          <a:xfrm>
            <a:off x="8474924" y="3195253"/>
            <a:ext cx="1269654" cy="252577"/>
            <a:chOff x="8363497" y="1823453"/>
            <a:chExt cx="1269654" cy="252577"/>
          </a:xfrm>
        </p:grpSpPr>
        <p:sp>
          <p:nvSpPr>
            <p:cNvPr id="31" name="Text Box">
              <a:extLst>
                <a:ext uri="{FF2B5EF4-FFF2-40B4-BE49-F238E27FC236}">
                  <a16:creationId xmlns:a16="http://schemas.microsoft.com/office/drawing/2014/main" id="{2BC07855-B0C5-25EF-39C3-A3821DB33781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Chevron Down">
              <a:extLst>
                <a:ext uri="{FF2B5EF4-FFF2-40B4-BE49-F238E27FC236}">
                  <a16:creationId xmlns:a16="http://schemas.microsoft.com/office/drawing/2014/main" id="{DD26B983-DAD5-C3BB-29BA-3B747F36B1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TextBox 30">
              <a:extLst>
                <a:ext uri="{FF2B5EF4-FFF2-40B4-BE49-F238E27FC236}">
                  <a16:creationId xmlns:a16="http://schemas.microsoft.com/office/drawing/2014/main" id="{28E639A2-BBD3-7D40-8F21-CF58EFFCA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34" name="TextBox 30">
              <a:extLst>
                <a:ext uri="{FF2B5EF4-FFF2-40B4-BE49-F238E27FC236}">
                  <a16:creationId xmlns:a16="http://schemas.microsoft.com/office/drawing/2014/main" id="{96B9E643-E3F2-36A2-C11B-F0DDB434B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pic>
        <p:nvPicPr>
          <p:cNvPr id="35" name="그림 34">
            <a:extLst>
              <a:ext uri="{FF2B5EF4-FFF2-40B4-BE49-F238E27FC236}">
                <a16:creationId xmlns:a16="http://schemas.microsoft.com/office/drawing/2014/main" id="{43FA1A0A-B149-452E-14BB-5F86208DA4CF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382126" y="3163400"/>
            <a:ext cx="1047750" cy="228600"/>
          </a:xfrm>
          <a:prstGeom prst="rect">
            <a:avLst/>
          </a:prstGeom>
        </p:spPr>
      </p:pic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3E8AB7EE-489F-D531-182B-8793C066AF73}"/>
              </a:ext>
            </a:extLst>
          </p:cNvPr>
          <p:cNvGraphicFramePr>
            <a:graphicFrameLocks noGrp="1"/>
          </p:cNvGraphicFramePr>
          <p:nvPr/>
        </p:nvGraphicFramePr>
        <p:xfrm>
          <a:off x="64808" y="815213"/>
          <a:ext cx="6189688" cy="22800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 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가입 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30221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수신동의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679583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SMS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수신동의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4616616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가입일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최종로그인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5815954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55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3892FF39-D699-8293-E2CC-96211A8DE31E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853457"/>
            <a:ext cx="1202158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56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2005CE1-E3CF-A4C3-C9CA-5A956FC042B2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FD6A883-74A1-33C0-2EDB-B41065FF1229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9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7462FE74-B712-ABFA-C3B0-91631C6F6AD6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587029" y="1494492"/>
            <a:ext cx="1202158" cy="241092"/>
            <a:chOff x="579910" y="1222648"/>
            <a:chExt cx="1202158" cy="241092"/>
          </a:xfrm>
          <a:solidFill>
            <a:srgbClr val="FFFFFF"/>
          </a:solidFill>
        </p:grpSpPr>
        <p:sp>
          <p:nvSpPr>
            <p:cNvPr id="61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4D1540C-D52F-A1BC-D891-FA8BA62F3B13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579910" y="1222648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049828A-FFE7-C5E4-A547-8964BA45C637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flipH="1">
              <a:off x="1650622" y="132510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3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443A85B5-1FF9-B37A-92F9-40419A8D7AAB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1587029" y="1168211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64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D979751-89BD-2C0F-C76E-0B939F20A5E0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1BBA81F-ECE6-EB9B-B1C4-1804858FDFDE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390995E0-2D8A-AFD5-4DE2-465198F516BD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1595351" y="1830498"/>
            <a:ext cx="1202158" cy="241092"/>
            <a:chOff x="579910" y="1222648"/>
            <a:chExt cx="1202158" cy="241092"/>
          </a:xfrm>
          <a:solidFill>
            <a:srgbClr val="FFFFFF"/>
          </a:solidFill>
        </p:grpSpPr>
        <p:sp>
          <p:nvSpPr>
            <p:cNvPr id="67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7F90B47-7F6B-EC30-2047-7DA38D146AC3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579910" y="1222648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C485BDA-834A-13A8-27FA-49AD62CEAB57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flipH="1">
              <a:off x="1650622" y="132510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AE6CEAE2-9CDB-91C1-6F37-B72C8058065C}"/>
              </a:ext>
            </a:extLst>
          </p:cNvPr>
          <p:cNvGrpSpPr/>
          <p:nvPr/>
        </p:nvGrpSpPr>
        <p:grpSpPr>
          <a:xfrm>
            <a:off x="1587029" y="2168119"/>
            <a:ext cx="1510731" cy="249177"/>
            <a:chOff x="1846644" y="2900860"/>
            <a:chExt cx="1687736" cy="241092"/>
          </a:xfrm>
        </p:grpSpPr>
        <p:sp>
          <p:nvSpPr>
            <p:cNvPr id="70" name="Text Box">
              <a:extLst>
                <a:ext uri="{FF2B5EF4-FFF2-40B4-BE49-F238E27FC236}">
                  <a16:creationId xmlns:a16="http://schemas.microsoft.com/office/drawing/2014/main" id="{930B92F6-A7B9-4853-BDE8-3960F564656D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900" b="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2024.04.04</a:t>
              </a:r>
              <a:endParaRPr lang="ko-KR" altLang="en-US" sz="900" u="none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71" name="Calendar">
              <a:extLst>
                <a:ext uri="{FF2B5EF4-FFF2-40B4-BE49-F238E27FC236}">
                  <a16:creationId xmlns:a16="http://schemas.microsoft.com/office/drawing/2014/main" id="{D216BA44-87FE-6B40-8C55-422DB26155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22FBC159-1E7A-661B-DBE1-2FF210D47B68}"/>
              </a:ext>
            </a:extLst>
          </p:cNvPr>
          <p:cNvGrpSpPr/>
          <p:nvPr/>
        </p:nvGrpSpPr>
        <p:grpSpPr>
          <a:xfrm>
            <a:off x="3569059" y="2153710"/>
            <a:ext cx="1510731" cy="249177"/>
            <a:chOff x="1846644" y="2900860"/>
            <a:chExt cx="1687736" cy="241092"/>
          </a:xfrm>
        </p:grpSpPr>
        <p:sp>
          <p:nvSpPr>
            <p:cNvPr id="73" name="Text Box">
              <a:extLst>
                <a:ext uri="{FF2B5EF4-FFF2-40B4-BE49-F238E27FC236}">
                  <a16:creationId xmlns:a16="http://schemas.microsoft.com/office/drawing/2014/main" id="{121F9461-4C8F-1698-1DCF-170EE3B33C87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900" b="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2024.04.04</a:t>
              </a:r>
              <a:endParaRPr lang="ko-KR" altLang="en-US" sz="900" u="none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77" name="Calendar">
              <a:extLst>
                <a:ext uri="{FF2B5EF4-FFF2-40B4-BE49-F238E27FC236}">
                  <a16:creationId xmlns:a16="http://schemas.microsoft.com/office/drawing/2014/main" id="{1D56932C-EDD7-3BF1-4CBD-DCDD741685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extBox 30">
            <a:extLst>
              <a:ext uri="{FF2B5EF4-FFF2-40B4-BE49-F238E27FC236}">
                <a16:creationId xmlns:a16="http://schemas.microsoft.com/office/drawing/2014/main" id="{7433C02E-0807-94E0-F5E9-8D3B26EDF1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983" y="2165115"/>
            <a:ext cx="24532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72B5CC64-D2E4-F50F-0E6B-4694FBDC8E72}"/>
              </a:ext>
            </a:extLst>
          </p:cNvPr>
          <p:cNvGrpSpPr/>
          <p:nvPr/>
        </p:nvGrpSpPr>
        <p:grpSpPr>
          <a:xfrm>
            <a:off x="1595351" y="2483404"/>
            <a:ext cx="1510731" cy="249177"/>
            <a:chOff x="3721459" y="2580430"/>
            <a:chExt cx="1510731" cy="249177"/>
          </a:xfrm>
        </p:grpSpPr>
        <p:sp>
          <p:nvSpPr>
            <p:cNvPr id="93" name="Text Box">
              <a:extLst>
                <a:ext uri="{FF2B5EF4-FFF2-40B4-BE49-F238E27FC236}">
                  <a16:creationId xmlns:a16="http://schemas.microsoft.com/office/drawing/2014/main" id="{7201C30C-61B8-4278-8453-09E583AD25FE}"/>
                </a:ext>
              </a:extLst>
            </p:cNvPr>
            <p:cNvSpPr/>
            <p:nvPr/>
          </p:nvSpPr>
          <p:spPr>
            <a:xfrm>
              <a:off x="3721459" y="2580430"/>
              <a:ext cx="1510731" cy="24917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900" b="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2024.04.04</a:t>
              </a:r>
              <a:endParaRPr lang="ko-KR" altLang="en-US" sz="900" u="none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94" name="Calendar">
              <a:extLst>
                <a:ext uri="{FF2B5EF4-FFF2-40B4-BE49-F238E27FC236}">
                  <a16:creationId xmlns:a16="http://schemas.microsoft.com/office/drawing/2014/main" id="{72B25FC6-447A-3A2C-0279-0C7DCAE945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060595" y="2623714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6" name="Text Box">
            <a:extLst>
              <a:ext uri="{FF2B5EF4-FFF2-40B4-BE49-F238E27FC236}">
                <a16:creationId xmlns:a16="http://schemas.microsoft.com/office/drawing/2014/main" id="{4723F477-2E6F-459E-46FB-48238359EF80}"/>
              </a:ext>
            </a:extLst>
          </p:cNvPr>
          <p:cNvSpPr/>
          <p:nvPr/>
        </p:nvSpPr>
        <p:spPr>
          <a:xfrm>
            <a:off x="2682434" y="2806597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F54D45BE-04D4-550D-1946-411CA1B3CC11}"/>
              </a:ext>
            </a:extLst>
          </p:cNvPr>
          <p:cNvGrpSpPr/>
          <p:nvPr/>
        </p:nvGrpSpPr>
        <p:grpSpPr>
          <a:xfrm>
            <a:off x="1592473" y="2806366"/>
            <a:ext cx="1057305" cy="241092"/>
            <a:chOff x="1644613" y="1688753"/>
            <a:chExt cx="1057305" cy="241092"/>
          </a:xfrm>
        </p:grpSpPr>
        <p:sp>
          <p:nvSpPr>
            <p:cNvPr id="98" name="Text Box">
              <a:extLst>
                <a:ext uri="{FF2B5EF4-FFF2-40B4-BE49-F238E27FC236}">
                  <a16:creationId xmlns:a16="http://schemas.microsoft.com/office/drawing/2014/main" id="{B8AF209B-4E51-22EC-0D57-FEF09149419F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4C000DD-E665-2577-9BA3-4D26F8F7154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2E7E46D-AF28-2C80-6347-0B4DC6E52CA6}"/>
              </a:ext>
            </a:extLst>
          </p:cNvPr>
          <p:cNvSpPr/>
          <p:nvPr/>
        </p:nvSpPr>
        <p:spPr>
          <a:xfrm>
            <a:off x="5277699" y="830898"/>
            <a:ext cx="932000" cy="223191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B15B9DD6-0FAF-7682-4AB0-393DB733416E}"/>
              </a:ext>
            </a:extLst>
          </p:cNvPr>
          <p:cNvGrpSpPr/>
          <p:nvPr/>
        </p:nvGrpSpPr>
        <p:grpSpPr>
          <a:xfrm>
            <a:off x="8602055" y="4347983"/>
            <a:ext cx="907500" cy="225862"/>
            <a:chOff x="8948788" y="3546010"/>
            <a:chExt cx="907500" cy="225862"/>
          </a:xfrm>
        </p:grpSpPr>
        <p:sp>
          <p:nvSpPr>
            <p:cNvPr id="102" name="Button">
              <a:extLst>
                <a:ext uri="{FF2B5EF4-FFF2-40B4-BE49-F238E27FC236}">
                  <a16:creationId xmlns:a16="http://schemas.microsoft.com/office/drawing/2014/main" id="{F8796EF6-4C65-988D-ED52-179636693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3" name="Button">
              <a:extLst>
                <a:ext uri="{FF2B5EF4-FFF2-40B4-BE49-F238E27FC236}">
                  <a16:creationId xmlns:a16="http://schemas.microsoft.com/office/drawing/2014/main" id="{1FDB4F72-EC85-1587-C2CD-5DFF60AF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81A0E5EF-9B79-FB52-B596-4C5788D2453A}"/>
              </a:ext>
            </a:extLst>
          </p:cNvPr>
          <p:cNvGrpSpPr/>
          <p:nvPr/>
        </p:nvGrpSpPr>
        <p:grpSpPr>
          <a:xfrm>
            <a:off x="8602055" y="4762202"/>
            <a:ext cx="907500" cy="225862"/>
            <a:chOff x="8948788" y="3546010"/>
            <a:chExt cx="907500" cy="225862"/>
          </a:xfrm>
        </p:grpSpPr>
        <p:sp>
          <p:nvSpPr>
            <p:cNvPr id="105" name="Button">
              <a:extLst>
                <a:ext uri="{FF2B5EF4-FFF2-40B4-BE49-F238E27FC236}">
                  <a16:creationId xmlns:a16="http://schemas.microsoft.com/office/drawing/2014/main" id="{0B0E58C8-0C4A-2BA2-757F-95DCBF773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Button">
              <a:extLst>
                <a:ext uri="{FF2B5EF4-FFF2-40B4-BE49-F238E27FC236}">
                  <a16:creationId xmlns:a16="http://schemas.microsoft.com/office/drawing/2014/main" id="{BD1402EB-3E27-CDB8-EFB1-BABD7E8F1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ECA891BA-D8F7-703B-CC97-6808988FECF9}"/>
              </a:ext>
            </a:extLst>
          </p:cNvPr>
          <p:cNvGrpSpPr/>
          <p:nvPr/>
        </p:nvGrpSpPr>
        <p:grpSpPr>
          <a:xfrm>
            <a:off x="8602055" y="5170985"/>
            <a:ext cx="907500" cy="225862"/>
            <a:chOff x="8948788" y="3546010"/>
            <a:chExt cx="907500" cy="225862"/>
          </a:xfrm>
        </p:grpSpPr>
        <p:sp>
          <p:nvSpPr>
            <p:cNvPr id="108" name="Button">
              <a:extLst>
                <a:ext uri="{FF2B5EF4-FFF2-40B4-BE49-F238E27FC236}">
                  <a16:creationId xmlns:a16="http://schemas.microsoft.com/office/drawing/2014/main" id="{6B986374-AE89-CBEA-5DA2-A308980A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9" name="Button">
              <a:extLst>
                <a:ext uri="{FF2B5EF4-FFF2-40B4-BE49-F238E27FC236}">
                  <a16:creationId xmlns:a16="http://schemas.microsoft.com/office/drawing/2014/main" id="{C28DBF77-A7ED-0C1F-9CA6-87F478C7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E4FCD76D-DF43-7292-7B3E-D3338BF15927}"/>
              </a:ext>
            </a:extLst>
          </p:cNvPr>
          <p:cNvGrpSpPr/>
          <p:nvPr/>
        </p:nvGrpSpPr>
        <p:grpSpPr>
          <a:xfrm>
            <a:off x="8602055" y="5576058"/>
            <a:ext cx="907500" cy="225862"/>
            <a:chOff x="8948788" y="3546010"/>
            <a:chExt cx="907500" cy="225862"/>
          </a:xfrm>
        </p:grpSpPr>
        <p:sp>
          <p:nvSpPr>
            <p:cNvPr id="111" name="Button">
              <a:extLst>
                <a:ext uri="{FF2B5EF4-FFF2-40B4-BE49-F238E27FC236}">
                  <a16:creationId xmlns:a16="http://schemas.microsoft.com/office/drawing/2014/main" id="{17FE7FC8-1931-665F-7A2C-434D71EFD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8788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Button">
              <a:extLst>
                <a:ext uri="{FF2B5EF4-FFF2-40B4-BE49-F238E27FC236}">
                  <a16:creationId xmlns:a16="http://schemas.microsoft.com/office/drawing/2014/main" id="{3C616442-5E04-28C7-7148-D92B05BFC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831" y="3546010"/>
              <a:ext cx="42045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탈퇴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6590CE53-E71E-0EF9-5AE2-A1B3F3721FA3}"/>
              </a:ext>
            </a:extLst>
          </p:cNvPr>
          <p:cNvSpPr>
            <a:spLocks/>
          </p:cNvSpPr>
          <p:nvPr/>
        </p:nvSpPr>
        <p:spPr>
          <a:xfrm>
            <a:off x="0" y="551255"/>
            <a:ext cx="9693985" cy="6306745"/>
          </a:xfrm>
          <a:prstGeom prst="rect">
            <a:avLst/>
          </a:prstGeom>
          <a:solidFill>
            <a:schemeClr val="tx1">
              <a:lumMod val="75000"/>
              <a:lumOff val="25000"/>
              <a:alpha val="53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2AE15C7-7D4C-32A6-9464-16C9C4430218}"/>
              </a:ext>
            </a:extLst>
          </p:cNvPr>
          <p:cNvSpPr/>
          <p:nvPr/>
        </p:nvSpPr>
        <p:spPr>
          <a:xfrm>
            <a:off x="1891684" y="2123617"/>
            <a:ext cx="5794452" cy="2426177"/>
          </a:xfrm>
          <a:prstGeom prst="rect">
            <a:avLst/>
          </a:prstGeom>
          <a:solidFill>
            <a:schemeClr val="bg1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07470E7-671A-64D8-9479-1AAEBA1BD7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7925021"/>
              </p:ext>
            </p:extLst>
          </p:nvPr>
        </p:nvGraphicFramePr>
        <p:xfrm>
          <a:off x="2057353" y="2526791"/>
          <a:ext cx="5476345" cy="18868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157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605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9033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위반내용</a:t>
                      </a:r>
                      <a:r>
                        <a:rPr lang="en-US" altLang="ko-KR" sz="800" b="0" dirty="0"/>
                        <a:t>       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50680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정지구분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48973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74762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0524D4DE-6CA1-9939-C2F3-7D9CF020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5126" y="226726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정지</a:t>
            </a:r>
            <a:r>
              <a:rPr lang="en-US" altLang="ko-KR" sz="900" b="1" dirty="0"/>
              <a:t>/</a:t>
            </a:r>
            <a:r>
              <a:rPr lang="ko-KR" altLang="en-US" sz="900" b="1" dirty="0"/>
              <a:t>주의 등록</a:t>
            </a:r>
          </a:p>
        </p:txBody>
      </p:sp>
      <p:grpSp>
        <p:nvGrpSpPr>
          <p:cNvPr id="14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9BAB412-EFF8-5618-E92D-1E00ABF68CDE}"/>
              </a:ext>
            </a:extLst>
          </p:cNvPr>
          <p:cNvGrpSpPr/>
          <p:nvPr>
            <p:custDataLst>
              <p:tags r:id="rId5"/>
            </p:custDataLst>
          </p:nvPr>
        </p:nvGrpSpPr>
        <p:grpSpPr>
          <a:xfrm>
            <a:off x="3237661" y="3540472"/>
            <a:ext cx="1202158" cy="241092"/>
            <a:chOff x="579910" y="1222648"/>
            <a:chExt cx="1202158" cy="241092"/>
          </a:xfrm>
          <a:solidFill>
            <a:srgbClr val="FFFFFF"/>
          </a:solidFill>
        </p:grpSpPr>
        <p:sp>
          <p:nvSpPr>
            <p:cNvPr id="21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E8E632-1D3B-5C0A-9205-093C6505CAB8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579910" y="1222648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DA54482-B2B6-AB4D-7A83-DE47A1741BD7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flipH="1">
              <a:off x="1650622" y="132510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" name="Text Box">
            <a:extLst>
              <a:ext uri="{FF2B5EF4-FFF2-40B4-BE49-F238E27FC236}">
                <a16:creationId xmlns:a16="http://schemas.microsoft.com/office/drawing/2014/main" id="{603BF1EC-0AF0-49EF-546D-FEF0D7FB1E20}"/>
              </a:ext>
            </a:extLst>
          </p:cNvPr>
          <p:cNvSpPr/>
          <p:nvPr/>
        </p:nvSpPr>
        <p:spPr>
          <a:xfrm>
            <a:off x="3225790" y="2673468"/>
            <a:ext cx="4231453" cy="65659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</a:rPr>
              <a:t>위반내용이 들어갑니다</a:t>
            </a:r>
            <a:r>
              <a:rPr lang="en-US" altLang="ko-KR" sz="900" dirty="0">
                <a:solidFill>
                  <a:srgbClr val="5F5F5F"/>
                </a:solidFill>
              </a:rPr>
              <a:t>.</a:t>
            </a:r>
          </a:p>
          <a:p>
            <a:r>
              <a:rPr lang="ko-KR" altLang="en-US" sz="900" dirty="0">
                <a:solidFill>
                  <a:srgbClr val="5F5F5F"/>
                </a:solidFill>
              </a:rPr>
              <a:t>위반내용이 들어갑니다</a:t>
            </a:r>
            <a:r>
              <a:rPr lang="en-US" altLang="ko-KR" sz="900" dirty="0">
                <a:solidFill>
                  <a:srgbClr val="5F5F5F"/>
                </a:solidFill>
              </a:rPr>
              <a:t>.</a:t>
            </a:r>
            <a:br>
              <a:rPr lang="en-US" altLang="ko-KR" sz="900" dirty="0">
                <a:solidFill>
                  <a:srgbClr val="5F5F5F"/>
                </a:solidFill>
              </a:rPr>
            </a:br>
            <a:br>
              <a:rPr lang="en-US" altLang="ko-KR" sz="900" dirty="0">
                <a:solidFill>
                  <a:srgbClr val="5F5F5F"/>
                </a:solidFill>
              </a:rPr>
            </a:br>
            <a:endParaRPr lang="ko-KR" altLang="en-US" sz="900" dirty="0">
              <a:solidFill>
                <a:srgbClr val="5F5F5F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2D770B6-381C-0D40-B0B9-AFB52BF707C1}"/>
              </a:ext>
            </a:extLst>
          </p:cNvPr>
          <p:cNvSpPr/>
          <p:nvPr/>
        </p:nvSpPr>
        <p:spPr>
          <a:xfrm>
            <a:off x="2087992" y="213113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4319530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FD04DD-F0A1-9D5F-11EC-DA4B92372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424817D9-9F3B-2F88-E546-1F05CD7E2C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4987393"/>
              </p:ext>
            </p:extLst>
          </p:nvPr>
        </p:nvGraphicFramePr>
        <p:xfrm>
          <a:off x="717742" y="1181032"/>
          <a:ext cx="7182674" cy="50815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5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76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회원상태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2663469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가입구분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4112635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52852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66513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비밀번호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비밀번호 확인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4938297"/>
                  </a:ext>
                </a:extLst>
              </a:tr>
              <a:tr h="59853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주소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212979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 수신동의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42194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SMS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수신동의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36356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373248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가입경로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</a:t>
                      </a:r>
                      <a:r>
                        <a:rPr lang="ko-KR" altLang="en-US" sz="800" b="0" dirty="0"/>
                        <a:t>홈페이지</a:t>
                      </a:r>
                      <a:r>
                        <a:rPr lang="en-US" altLang="ko-KR" sz="800" b="0" dirty="0"/>
                        <a:t>, </a:t>
                      </a:r>
                      <a:r>
                        <a:rPr lang="ko-KR" altLang="en-US" sz="800" b="0" dirty="0"/>
                        <a:t>블로그</a:t>
                      </a:r>
                      <a:r>
                        <a:rPr lang="en-US" altLang="ko-KR" sz="800" b="0" dirty="0"/>
                        <a:t>, </a:t>
                      </a:r>
                      <a:r>
                        <a:rPr lang="ko-KR" altLang="en-US" sz="800" b="0" dirty="0"/>
                        <a:t>페이스북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743959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최종로그인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2024.04.04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897370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가입일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2024.04.04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2043302"/>
                  </a:ext>
                </a:extLst>
              </a:tr>
            </a:tbl>
          </a:graphicData>
        </a:graphic>
      </p:graphicFrame>
      <p:sp>
        <p:nvSpPr>
          <p:cNvPr id="52" name="TextBox 51">
            <a:extLst>
              <a:ext uri="{FF2B5EF4-FFF2-40B4-BE49-F238E27FC236}">
                <a16:creationId xmlns:a16="http://schemas.microsoft.com/office/drawing/2014/main" id="{0BBAD8DE-0C11-2682-6CEE-AFB01E08E721}"/>
              </a:ext>
            </a:extLst>
          </p:cNvPr>
          <p:cNvSpPr txBox="1"/>
          <p:nvPr/>
        </p:nvSpPr>
        <p:spPr>
          <a:xfrm>
            <a:off x="1174191" y="12911"/>
            <a:ext cx="2334322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회원목록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b="1" u="sng" dirty="0"/>
          </a:p>
        </p:txBody>
      </p:sp>
      <p:sp>
        <p:nvSpPr>
          <p:cNvPr id="53" name="TextBox 30">
            <a:extLst>
              <a:ext uri="{FF2B5EF4-FFF2-40B4-BE49-F238E27FC236}">
                <a16:creationId xmlns:a16="http://schemas.microsoft.com/office/drawing/2014/main" id="{B7433CDC-2F9B-0FE5-F39A-EC4EFFA06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01347"/>
            <a:ext cx="5528534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회원관리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회원목록 </a:t>
            </a:r>
            <a:r>
              <a:rPr lang="en-US" altLang="ko-KR" sz="900" dirty="0"/>
              <a:t>&gt;</a:t>
            </a:r>
            <a:r>
              <a:rPr lang="ko-KR" altLang="en-US" sz="900" dirty="0"/>
              <a:t> </a:t>
            </a:r>
            <a:r>
              <a:rPr lang="en-US" altLang="ko-KR" sz="900" dirty="0"/>
              <a:t>[</a:t>
            </a:r>
            <a:r>
              <a:rPr lang="ko-KR" altLang="en-US" sz="900" dirty="0"/>
              <a:t>수정</a:t>
            </a:r>
            <a:r>
              <a:rPr lang="en-US" altLang="ko-KR" sz="900" dirty="0"/>
              <a:t>/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B25C55-8689-E5C8-844C-F40D0FFF2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42" y="93059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회원정보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F7099938-50AC-78B7-6F93-C9343979B79D}"/>
              </a:ext>
            </a:extLst>
          </p:cNvPr>
          <p:cNvSpPr/>
          <p:nvPr/>
        </p:nvSpPr>
        <p:spPr>
          <a:xfrm>
            <a:off x="439422" y="127057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C5A6497-8D0E-2EC1-7DE1-E765849E2FAD}"/>
              </a:ext>
            </a:extLst>
          </p:cNvPr>
          <p:cNvSpPr/>
          <p:nvPr/>
        </p:nvSpPr>
        <p:spPr>
          <a:xfrm>
            <a:off x="439422" y="322094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EB5040E9-B9C1-8D34-0C5E-B894553912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2530817"/>
              </p:ext>
            </p:extLst>
          </p:nvPr>
        </p:nvGraphicFramePr>
        <p:xfrm>
          <a:off x="9688372" y="298876"/>
          <a:ext cx="2498015" cy="543313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 계정 정보 확인 및 수정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 등록이 가능합니다</a:t>
                      </a:r>
                      <a:endParaRPr lang="en-US" altLang="ko-KR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회원정보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 회원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정회원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 typeface="Wingdings" panose="05000000000000000000" pitchFamily="2" charset="2"/>
                        <a:buChar char="è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 선택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 등록 팝업 표시 후 위반내용을 입력하도록 구축하고 해당 내용은 동페이지 하단 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정지내역에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가입구분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네이버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카카오로 구분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 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이메일로 아이디를 지정합니다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영문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숫자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특수문자 포함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6-15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자 이내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입력불가한 특수문자 설정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메일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SMS,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수신동의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사용자페이지에서 회원가입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SMS,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동의는 필수로 받음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사용자페이지에서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SMS,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메일 모두 미동의 선택한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경우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alert(‘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모든 수신을 미동의 하시면 접수 관련 안내를 받으실 수 없습니다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표출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372587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최종 로그인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휴면 처리기간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지정한 기한동안 로그인이 없을 경우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자동으로 휴먼 계정으로 전환됩니다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1513732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2DF4607C-7BDF-4D08-7C66-E86567AAD1C5}"/>
              </a:ext>
            </a:extLst>
          </p:cNvPr>
          <p:cNvGrpSpPr/>
          <p:nvPr/>
        </p:nvGrpSpPr>
        <p:grpSpPr>
          <a:xfrm>
            <a:off x="2292937" y="1219029"/>
            <a:ext cx="1016704" cy="241092"/>
            <a:chOff x="2183209" y="923183"/>
            <a:chExt cx="1016704" cy="241092"/>
          </a:xfrm>
        </p:grpSpPr>
        <p:sp>
          <p:nvSpPr>
            <p:cNvPr id="8" name="Text Box">
              <a:extLst>
                <a:ext uri="{FF2B5EF4-FFF2-40B4-BE49-F238E27FC236}">
                  <a16:creationId xmlns:a16="http://schemas.microsoft.com/office/drawing/2014/main" id="{8C9E0C57-E238-5D88-D933-174735215A9D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74BAB64-D391-DC49-EB18-C8A8C9C6441A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" name="Text Box">
            <a:extLst>
              <a:ext uri="{FF2B5EF4-FFF2-40B4-BE49-F238E27FC236}">
                <a16:creationId xmlns:a16="http://schemas.microsoft.com/office/drawing/2014/main" id="{728791AB-E80E-4F47-02A2-A4F4AA62B288}"/>
              </a:ext>
            </a:extLst>
          </p:cNvPr>
          <p:cNvSpPr/>
          <p:nvPr/>
        </p:nvSpPr>
        <p:spPr>
          <a:xfrm>
            <a:off x="2292937" y="1897873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7435BF4A-D64F-61B9-2EB9-001EE0CC8324}"/>
              </a:ext>
            </a:extLst>
          </p:cNvPr>
          <p:cNvSpPr/>
          <p:nvPr/>
        </p:nvSpPr>
        <p:spPr>
          <a:xfrm>
            <a:off x="2292937" y="2228714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Text Box">
            <a:extLst>
              <a:ext uri="{FF2B5EF4-FFF2-40B4-BE49-F238E27FC236}">
                <a16:creationId xmlns:a16="http://schemas.microsoft.com/office/drawing/2014/main" id="{981812A3-5CF2-B067-5A8B-64EFADA27B63}"/>
              </a:ext>
            </a:extLst>
          </p:cNvPr>
          <p:cNvSpPr/>
          <p:nvPr/>
        </p:nvSpPr>
        <p:spPr>
          <a:xfrm>
            <a:off x="2292937" y="2565285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" name="Text Box">
            <a:extLst>
              <a:ext uri="{FF2B5EF4-FFF2-40B4-BE49-F238E27FC236}">
                <a16:creationId xmlns:a16="http://schemas.microsoft.com/office/drawing/2014/main" id="{91AB6027-6A84-BAE7-5A27-4F5EED118084}"/>
              </a:ext>
            </a:extLst>
          </p:cNvPr>
          <p:cNvSpPr/>
          <p:nvPr/>
        </p:nvSpPr>
        <p:spPr>
          <a:xfrm>
            <a:off x="2292937" y="2871919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sz="900" dirty="0">
              <a:solidFill>
                <a:srgbClr val="5F5F5F"/>
              </a:solidFill>
            </a:endParaRPr>
          </a:p>
        </p:txBody>
      </p:sp>
      <p:sp>
        <p:nvSpPr>
          <p:cNvPr id="21" name="Text Box">
            <a:extLst>
              <a:ext uri="{FF2B5EF4-FFF2-40B4-BE49-F238E27FC236}">
                <a16:creationId xmlns:a16="http://schemas.microsoft.com/office/drawing/2014/main" id="{CADD99A6-9435-5C04-8490-380544DDB7D1}"/>
              </a:ext>
            </a:extLst>
          </p:cNvPr>
          <p:cNvSpPr/>
          <p:nvPr/>
        </p:nvSpPr>
        <p:spPr>
          <a:xfrm>
            <a:off x="2292937" y="3192737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 변경 시에만 입력</a:t>
            </a:r>
          </a:p>
        </p:txBody>
      </p:sp>
      <p:sp>
        <p:nvSpPr>
          <p:cNvPr id="22" name="Text Box">
            <a:extLst>
              <a:ext uri="{FF2B5EF4-FFF2-40B4-BE49-F238E27FC236}">
                <a16:creationId xmlns:a16="http://schemas.microsoft.com/office/drawing/2014/main" id="{02761F46-0818-7D90-C2C6-B89944425ED4}"/>
              </a:ext>
            </a:extLst>
          </p:cNvPr>
          <p:cNvSpPr/>
          <p:nvPr/>
        </p:nvSpPr>
        <p:spPr>
          <a:xfrm>
            <a:off x="2292937" y="3501964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 변경 시에만 입력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9B0AEC6-CFDC-7A24-53E2-3FE5528393F5}"/>
              </a:ext>
            </a:extLst>
          </p:cNvPr>
          <p:cNvGrpSpPr/>
          <p:nvPr/>
        </p:nvGrpSpPr>
        <p:grpSpPr>
          <a:xfrm>
            <a:off x="2292937" y="3812876"/>
            <a:ext cx="3249514" cy="510898"/>
            <a:chOff x="2302081" y="3812876"/>
            <a:chExt cx="3249514" cy="510898"/>
          </a:xfrm>
        </p:grpSpPr>
        <p:sp>
          <p:nvSpPr>
            <p:cNvPr id="23" name="Button">
              <a:extLst>
                <a:ext uri="{FF2B5EF4-FFF2-40B4-BE49-F238E27FC236}">
                  <a16:creationId xmlns:a16="http://schemas.microsoft.com/office/drawing/2014/main" id="{B956CE75-C4AB-3EA6-D1AA-BF21B8D9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811" y="3822138"/>
              <a:ext cx="79860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주소 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Text Box">
              <a:extLst>
                <a:ext uri="{FF2B5EF4-FFF2-40B4-BE49-F238E27FC236}">
                  <a16:creationId xmlns:a16="http://schemas.microsoft.com/office/drawing/2014/main" id="{2D5115C3-DDE1-3EDA-A92E-D4B3A32FC8C0}"/>
                </a:ext>
              </a:extLst>
            </p:cNvPr>
            <p:cNvSpPr/>
            <p:nvPr/>
          </p:nvSpPr>
          <p:spPr>
            <a:xfrm>
              <a:off x="2302081" y="3812876"/>
              <a:ext cx="1843899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</a:rPr>
                <a:t>서울시 영등포구 </a:t>
              </a:r>
              <a:r>
                <a:rPr lang="ko-KR" altLang="en-US" sz="900" dirty="0" err="1">
                  <a:solidFill>
                    <a:srgbClr val="5F5F5F"/>
                  </a:solidFill>
                </a:rPr>
                <a:t>경인로</a:t>
              </a:r>
              <a:r>
                <a:rPr lang="ko-KR" altLang="en-US" sz="900" dirty="0">
                  <a:solidFill>
                    <a:srgbClr val="5F5F5F"/>
                  </a:solidFill>
                </a:rPr>
                <a:t> </a:t>
              </a:r>
              <a:r>
                <a:rPr lang="en-US" altLang="ko-KR" sz="900" dirty="0">
                  <a:solidFill>
                    <a:srgbClr val="5F5F5F"/>
                  </a:solidFill>
                </a:rPr>
                <a:t>775</a:t>
              </a:r>
              <a:endParaRPr lang="ko-KR" altLang="en-US" sz="900" dirty="0">
                <a:solidFill>
                  <a:srgbClr val="5F5F5F"/>
                </a:solidFill>
              </a:endParaRPr>
            </a:p>
          </p:txBody>
        </p:sp>
        <p:sp>
          <p:nvSpPr>
            <p:cNvPr id="28" name="Text Box">
              <a:extLst>
                <a:ext uri="{FF2B5EF4-FFF2-40B4-BE49-F238E27FC236}">
                  <a16:creationId xmlns:a16="http://schemas.microsoft.com/office/drawing/2014/main" id="{99CC3554-859B-47D7-64D7-05FEBE45F1D8}"/>
                </a:ext>
              </a:extLst>
            </p:cNvPr>
            <p:cNvSpPr/>
            <p:nvPr/>
          </p:nvSpPr>
          <p:spPr>
            <a:xfrm>
              <a:off x="2302081" y="4082682"/>
              <a:ext cx="324951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sz="900" dirty="0">
                <a:solidFill>
                  <a:srgbClr val="5F5F5F"/>
                </a:solidFill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0A34E53F-8880-5644-9E73-D193178DDBC5}"/>
              </a:ext>
            </a:extLst>
          </p:cNvPr>
          <p:cNvGrpSpPr/>
          <p:nvPr/>
        </p:nvGrpSpPr>
        <p:grpSpPr>
          <a:xfrm>
            <a:off x="2292937" y="4451034"/>
            <a:ext cx="804046" cy="212366"/>
            <a:chOff x="2180902" y="4444471"/>
            <a:chExt cx="804046" cy="212366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BB3807FF-A4F7-E5FE-DAA3-E2616838851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76" name="Circle">
                <a:extLst>
                  <a:ext uri="{FF2B5EF4-FFF2-40B4-BE49-F238E27FC236}">
                    <a16:creationId xmlns:a16="http://schemas.microsoft.com/office/drawing/2014/main" id="{7C8F6B2C-8AAC-A9E4-D807-A5DCFD793828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7" name="Label">
                <a:extLst>
                  <a:ext uri="{FF2B5EF4-FFF2-40B4-BE49-F238E27FC236}">
                    <a16:creationId xmlns:a16="http://schemas.microsoft.com/office/drawing/2014/main" id="{E060F348-C30A-4852-4A10-3BB165A6B53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8" name="그룹 77">
                <a:extLst>
                  <a:ext uri="{FF2B5EF4-FFF2-40B4-BE49-F238E27FC236}">
                    <a16:creationId xmlns:a16="http://schemas.microsoft.com/office/drawing/2014/main" id="{0769F6AE-24BF-8A18-9F22-631E02599DAC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79" name="Circle">
                  <a:extLst>
                    <a:ext uri="{FF2B5EF4-FFF2-40B4-BE49-F238E27FC236}">
                      <a16:creationId xmlns:a16="http://schemas.microsoft.com/office/drawing/2014/main" id="{1EE6072B-CA85-919D-E94F-4DA04E1FEA4B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0" name="Check" hidden="1">
                  <a:extLst>
                    <a:ext uri="{FF2B5EF4-FFF2-40B4-BE49-F238E27FC236}">
                      <a16:creationId xmlns:a16="http://schemas.microsoft.com/office/drawing/2014/main" id="{7D107D75-EBAC-71DE-D84E-86D26E81BDC5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1" name="Label">
                  <a:extLst>
                    <a:ext uri="{FF2B5EF4-FFF2-40B4-BE49-F238E27FC236}">
                      <a16:creationId xmlns:a16="http://schemas.microsoft.com/office/drawing/2014/main" id="{84040C01-0430-65D5-8B4B-FBB47B59FFE6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75" name="Check">
              <a:extLst>
                <a:ext uri="{FF2B5EF4-FFF2-40B4-BE49-F238E27FC236}">
                  <a16:creationId xmlns:a16="http://schemas.microsoft.com/office/drawing/2014/main" id="{13EDCB45-37EF-3BBE-44CD-2A8658355967}"/>
                </a:ext>
              </a:extLst>
            </p:cNvPr>
            <p:cNvSpPr/>
            <p:nvPr/>
          </p:nvSpPr>
          <p:spPr>
            <a:xfrm>
              <a:off x="2645022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66325D70-0281-6CB7-04E5-AB15A456F1F2}"/>
              </a:ext>
            </a:extLst>
          </p:cNvPr>
          <p:cNvGrpSpPr/>
          <p:nvPr/>
        </p:nvGrpSpPr>
        <p:grpSpPr>
          <a:xfrm>
            <a:off x="2292937" y="4755982"/>
            <a:ext cx="804046" cy="212366"/>
            <a:chOff x="2180902" y="4444471"/>
            <a:chExt cx="804046" cy="212366"/>
          </a:xfrm>
        </p:grpSpPr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A060F70C-0FA7-3780-6677-58974FBE6426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95" name="Circle">
                <a:extLst>
                  <a:ext uri="{FF2B5EF4-FFF2-40B4-BE49-F238E27FC236}">
                    <a16:creationId xmlns:a16="http://schemas.microsoft.com/office/drawing/2014/main" id="{7A4D8557-C270-99FA-8017-3FAC9F9E40A6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Label">
                <a:extLst>
                  <a:ext uri="{FF2B5EF4-FFF2-40B4-BE49-F238E27FC236}">
                    <a16:creationId xmlns:a16="http://schemas.microsoft.com/office/drawing/2014/main" id="{2E50FD4D-BD2B-0F36-F1BB-31C16B4DDA3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32D41A6-F80B-BFA7-F21C-C5126A99DD5C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99" name="Circle">
                  <a:extLst>
                    <a:ext uri="{FF2B5EF4-FFF2-40B4-BE49-F238E27FC236}">
                      <a16:creationId xmlns:a16="http://schemas.microsoft.com/office/drawing/2014/main" id="{D6D21D8F-67B1-E145-4981-A2B281476C66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0" name="Check" hidden="1">
                  <a:extLst>
                    <a:ext uri="{FF2B5EF4-FFF2-40B4-BE49-F238E27FC236}">
                      <a16:creationId xmlns:a16="http://schemas.microsoft.com/office/drawing/2014/main" id="{356532BD-2F2A-6F7C-A497-B51B0ECB31E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Label">
                  <a:extLst>
                    <a:ext uri="{FF2B5EF4-FFF2-40B4-BE49-F238E27FC236}">
                      <a16:creationId xmlns:a16="http://schemas.microsoft.com/office/drawing/2014/main" id="{068F628E-5B09-B6CF-0D68-64F96BD55813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94" name="Check">
              <a:extLst>
                <a:ext uri="{FF2B5EF4-FFF2-40B4-BE49-F238E27FC236}">
                  <a16:creationId xmlns:a16="http://schemas.microsoft.com/office/drawing/2014/main" id="{AA7D5E5A-0C0A-5225-A77B-33D0935F060C}"/>
                </a:ext>
              </a:extLst>
            </p:cNvPr>
            <p:cNvSpPr/>
            <p:nvPr/>
          </p:nvSpPr>
          <p:spPr>
            <a:xfrm>
              <a:off x="2645022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2" name="Text Box">
            <a:extLst>
              <a:ext uri="{FF2B5EF4-FFF2-40B4-BE49-F238E27FC236}">
                <a16:creationId xmlns:a16="http://schemas.microsoft.com/office/drawing/2014/main" id="{24F4B14C-3098-389D-6E3E-37B109AE072E}"/>
              </a:ext>
            </a:extLst>
          </p:cNvPr>
          <p:cNvSpPr/>
          <p:nvPr/>
        </p:nvSpPr>
        <p:spPr>
          <a:xfrm>
            <a:off x="2292937" y="5046615"/>
            <a:ext cx="5138659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sz="900" dirty="0">
              <a:solidFill>
                <a:srgbClr val="5F5F5F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8723782-3537-172F-183A-B812069E08B7}"/>
              </a:ext>
            </a:extLst>
          </p:cNvPr>
          <p:cNvSpPr/>
          <p:nvPr/>
        </p:nvSpPr>
        <p:spPr>
          <a:xfrm>
            <a:off x="439422" y="444477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D75C4E8-95D2-7083-2AAD-E15FF8314059}"/>
              </a:ext>
            </a:extLst>
          </p:cNvPr>
          <p:cNvSpPr/>
          <p:nvPr/>
        </p:nvSpPr>
        <p:spPr>
          <a:xfrm>
            <a:off x="439422" y="571965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42263457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391F4-7D11-37B7-F965-C77A92A56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extBox 51">
            <a:extLst>
              <a:ext uri="{FF2B5EF4-FFF2-40B4-BE49-F238E27FC236}">
                <a16:creationId xmlns:a16="http://schemas.microsoft.com/office/drawing/2014/main" id="{93A1FA7B-E03C-B92C-5638-E729890A8A0D}"/>
              </a:ext>
            </a:extLst>
          </p:cNvPr>
          <p:cNvSpPr txBox="1"/>
          <p:nvPr/>
        </p:nvSpPr>
        <p:spPr>
          <a:xfrm>
            <a:off x="1174191" y="12911"/>
            <a:ext cx="2334322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회원목록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b="1" u="sng" dirty="0"/>
          </a:p>
        </p:txBody>
      </p:sp>
      <p:sp>
        <p:nvSpPr>
          <p:cNvPr id="53" name="TextBox 30">
            <a:extLst>
              <a:ext uri="{FF2B5EF4-FFF2-40B4-BE49-F238E27FC236}">
                <a16:creationId xmlns:a16="http://schemas.microsoft.com/office/drawing/2014/main" id="{AEC5DD7D-70E8-4726-3F8F-B6B44479D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01347"/>
            <a:ext cx="5528534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회원관리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회원목록 </a:t>
            </a:r>
            <a:r>
              <a:rPr lang="en-US" altLang="ko-KR" sz="900" dirty="0"/>
              <a:t>&gt;</a:t>
            </a:r>
            <a:r>
              <a:rPr lang="ko-KR" altLang="en-US" sz="900" dirty="0"/>
              <a:t> </a:t>
            </a:r>
            <a:r>
              <a:rPr lang="en-US" altLang="ko-KR" sz="900" dirty="0"/>
              <a:t>[</a:t>
            </a:r>
            <a:r>
              <a:rPr lang="ko-KR" altLang="en-US" sz="900" dirty="0"/>
              <a:t>수정</a:t>
            </a:r>
            <a:r>
              <a:rPr lang="en-US" altLang="ko-KR" sz="900" dirty="0"/>
              <a:t>/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664768-6779-BFE1-A836-4EF72BD7C7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2012802"/>
              </p:ext>
            </p:extLst>
          </p:nvPr>
        </p:nvGraphicFramePr>
        <p:xfrm>
          <a:off x="9688372" y="298876"/>
          <a:ext cx="2498015" cy="273605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 계정 정보 확인 및 수정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신규 등록이 가능합니다</a:t>
                      </a:r>
                      <a:endParaRPr lang="en-US" altLang="ko-KR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관리자메모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필요 시 관리자 수기 입력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메모 필드가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개씩 추가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6.</a:t>
                      </a:r>
                      <a:r>
                        <a:rPr lang="ko-KR" altLang="en-US" sz="800" b="1" dirty="0"/>
                        <a:t>주의</a:t>
                      </a:r>
                      <a:r>
                        <a:rPr lang="en-US" altLang="ko-KR" sz="800" b="1" dirty="0"/>
                        <a:t>/</a:t>
                      </a:r>
                      <a:r>
                        <a:rPr lang="ko-KR" altLang="en-US" sz="800" b="1" dirty="0"/>
                        <a:t>정지 내역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주의로 등록된 회원은 마이페이지 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자격 정지 내역에 위반내용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정지구분이 표시됩니다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리스트에서 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주의 버튼 클릭 및 등록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상세 페이지에도 내용 등록되는 방식입니다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29157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AF16DB0-472B-107C-E095-31E88B13A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64" y="839806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관리자 메모</a:t>
            </a:r>
            <a:r>
              <a:rPr lang="en-US" altLang="ko-KR" sz="900" dirty="0"/>
              <a:t>*</a:t>
            </a:r>
            <a:endParaRPr lang="ko-KR" altLang="en-US" sz="900" dirty="0"/>
          </a:p>
        </p:txBody>
      </p:sp>
      <p:cxnSp>
        <p:nvCxnSpPr>
          <p:cNvPr id="11" name="Line">
            <a:extLst>
              <a:ext uri="{FF2B5EF4-FFF2-40B4-BE49-F238E27FC236}">
                <a16:creationId xmlns:a16="http://schemas.microsoft.com/office/drawing/2014/main" id="{178EAF91-278C-0D1F-37CD-8F974821932D}"/>
              </a:ext>
            </a:extLst>
          </p:cNvPr>
          <p:cNvCxnSpPr>
            <a:cxnSpLocks/>
          </p:cNvCxnSpPr>
          <p:nvPr/>
        </p:nvCxnSpPr>
        <p:spPr bwMode="auto">
          <a:xfrm>
            <a:off x="444164" y="1142963"/>
            <a:ext cx="9048759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4D1C826-F91F-5FD9-FE3F-00201D8309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9078661"/>
              </p:ext>
            </p:extLst>
          </p:nvPr>
        </p:nvGraphicFramePr>
        <p:xfrm>
          <a:off x="444973" y="1249812"/>
          <a:ext cx="9047950" cy="14359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218399">
                  <a:extLst>
                    <a:ext uri="{9D8B030D-6E8A-4147-A177-3AD203B41FA5}">
                      <a16:colId xmlns:a16="http://schemas.microsoft.com/office/drawing/2014/main" val="2511462850"/>
                    </a:ext>
                  </a:extLst>
                </a:gridCol>
                <a:gridCol w="970764">
                  <a:extLst>
                    <a:ext uri="{9D8B030D-6E8A-4147-A177-3AD203B41FA5}">
                      <a16:colId xmlns:a16="http://schemas.microsoft.com/office/drawing/2014/main" val="2812314004"/>
                    </a:ext>
                  </a:extLst>
                </a:gridCol>
                <a:gridCol w="949887">
                  <a:extLst>
                    <a:ext uri="{9D8B030D-6E8A-4147-A177-3AD203B41FA5}">
                      <a16:colId xmlns:a16="http://schemas.microsoft.com/office/drawing/2014/main" val="437962750"/>
                    </a:ext>
                  </a:extLst>
                </a:gridCol>
                <a:gridCol w="908900">
                  <a:extLst>
                    <a:ext uri="{9D8B030D-6E8A-4147-A177-3AD203B41FA5}">
                      <a16:colId xmlns:a16="http://schemas.microsoft.com/office/drawing/2014/main" val="4266298258"/>
                    </a:ext>
                  </a:extLst>
                </a:gridCol>
              </a:tblGrid>
              <a:tr h="349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생성일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삭제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2024.08.01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937008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관리자 메모가 들어갑니다</a:t>
                      </a:r>
                      <a:r>
                        <a:rPr lang="en-US" altLang="ko-KR" sz="800" b="0" dirty="0"/>
                        <a:t>.</a:t>
                      </a: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6776"/>
                  </a:ext>
                </a:extLst>
              </a:tr>
            </a:tbl>
          </a:graphicData>
        </a:graphic>
      </p:graphicFrame>
      <p:sp>
        <p:nvSpPr>
          <p:cNvPr id="14" name="Button">
            <a:extLst>
              <a:ext uri="{FF2B5EF4-FFF2-40B4-BE49-F238E27FC236}">
                <a16:creationId xmlns:a16="http://schemas.microsoft.com/office/drawing/2014/main" id="{A3F2B901-EC0D-87E3-B7DA-13B57A445522}"/>
              </a:ext>
            </a:extLst>
          </p:cNvPr>
          <p:cNvSpPr>
            <a:spLocks/>
          </p:cNvSpPr>
          <p:nvPr/>
        </p:nvSpPr>
        <p:spPr bwMode="auto">
          <a:xfrm>
            <a:off x="8774140" y="83609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3B3C9A51-CBDD-0760-7D22-3B81D07B1DD4}"/>
              </a:ext>
            </a:extLst>
          </p:cNvPr>
          <p:cNvGrpSpPr/>
          <p:nvPr/>
        </p:nvGrpSpPr>
        <p:grpSpPr>
          <a:xfrm>
            <a:off x="6795309" y="1763619"/>
            <a:ext cx="679796" cy="210314"/>
            <a:chOff x="1846645" y="2909147"/>
            <a:chExt cx="1687736" cy="224496"/>
          </a:xfrm>
        </p:grpSpPr>
        <p:sp>
          <p:nvSpPr>
            <p:cNvPr id="24" name="Text Box">
              <a:extLst>
                <a:ext uri="{FF2B5EF4-FFF2-40B4-BE49-F238E27FC236}">
                  <a16:creationId xmlns:a16="http://schemas.microsoft.com/office/drawing/2014/main" id="{237BD5E0-20C9-FBFB-F97E-4EBBE94D95BD}"/>
                </a:ext>
              </a:extLst>
            </p:cNvPr>
            <p:cNvSpPr/>
            <p:nvPr/>
          </p:nvSpPr>
          <p:spPr>
            <a:xfrm>
              <a:off x="1846645" y="2909147"/>
              <a:ext cx="1687736" cy="22449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700" b="0" dirty="0">
                  <a:solidFill>
                    <a:schemeClr val="tx1"/>
                  </a:solidFill>
                </a:rPr>
                <a:t>2024.11.07</a:t>
              </a:r>
              <a:endParaRPr lang="ko-KR" altLang="en-US" sz="700" u="none" dirty="0">
                <a:solidFill>
                  <a:schemeClr val="tx1"/>
                </a:solidFill>
              </a:endParaRPr>
            </a:p>
          </p:txBody>
        </p:sp>
        <p:sp>
          <p:nvSpPr>
            <p:cNvPr id="25" name="Calendar">
              <a:extLst>
                <a:ext uri="{FF2B5EF4-FFF2-40B4-BE49-F238E27FC236}">
                  <a16:creationId xmlns:a16="http://schemas.microsoft.com/office/drawing/2014/main" id="{6C825B0B-CC9F-3EF1-1BD7-C483C0EA4D8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217381" y="2950373"/>
              <a:ext cx="256029" cy="142042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" name="Button">
            <a:extLst>
              <a:ext uri="{FF2B5EF4-FFF2-40B4-BE49-F238E27FC236}">
                <a16:creationId xmlns:a16="http://schemas.microsoft.com/office/drawing/2014/main" id="{044E59A2-A418-9A8C-0B04-2309F90B0E84}"/>
              </a:ext>
            </a:extLst>
          </p:cNvPr>
          <p:cNvSpPr>
            <a:spLocks/>
          </p:cNvSpPr>
          <p:nvPr/>
        </p:nvSpPr>
        <p:spPr bwMode="auto">
          <a:xfrm>
            <a:off x="7897586" y="1738607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Panel">
            <a:extLst>
              <a:ext uri="{FF2B5EF4-FFF2-40B4-BE49-F238E27FC236}">
                <a16:creationId xmlns:a16="http://schemas.microsoft.com/office/drawing/2014/main" id="{1CA76558-F204-C6A3-F038-A88650C4FC4C}"/>
              </a:ext>
            </a:extLst>
          </p:cNvPr>
          <p:cNvSpPr/>
          <p:nvPr/>
        </p:nvSpPr>
        <p:spPr>
          <a:xfrm>
            <a:off x="539086" y="1660903"/>
            <a:ext cx="6024230" cy="41574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" name="Button">
            <a:extLst>
              <a:ext uri="{FF2B5EF4-FFF2-40B4-BE49-F238E27FC236}">
                <a16:creationId xmlns:a16="http://schemas.microsoft.com/office/drawing/2014/main" id="{BE15065F-2D81-6440-659B-1FD2637384CB}"/>
              </a:ext>
            </a:extLst>
          </p:cNvPr>
          <p:cNvSpPr>
            <a:spLocks/>
          </p:cNvSpPr>
          <p:nvPr/>
        </p:nvSpPr>
        <p:spPr bwMode="auto">
          <a:xfrm>
            <a:off x="7919706" y="2290941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수정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" name="Button">
            <a:extLst>
              <a:ext uri="{FF2B5EF4-FFF2-40B4-BE49-F238E27FC236}">
                <a16:creationId xmlns:a16="http://schemas.microsoft.com/office/drawing/2014/main" id="{F62A1B33-1F45-A08A-8E42-22AE1B44473A}"/>
              </a:ext>
            </a:extLst>
          </p:cNvPr>
          <p:cNvSpPr>
            <a:spLocks/>
          </p:cNvSpPr>
          <p:nvPr/>
        </p:nvSpPr>
        <p:spPr bwMode="auto">
          <a:xfrm>
            <a:off x="8858609" y="2317575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515F09D2-D431-5486-FFFA-D9F4674BD595}"/>
              </a:ext>
            </a:extLst>
          </p:cNvPr>
          <p:cNvGrpSpPr/>
          <p:nvPr/>
        </p:nvGrpSpPr>
        <p:grpSpPr>
          <a:xfrm>
            <a:off x="7811909" y="5125576"/>
            <a:ext cx="1487163" cy="225862"/>
            <a:chOff x="7837714" y="6344243"/>
            <a:chExt cx="1487163" cy="225862"/>
          </a:xfrm>
        </p:grpSpPr>
        <p:sp>
          <p:nvSpPr>
            <p:cNvPr id="34" name="Button">
              <a:extLst>
                <a:ext uri="{FF2B5EF4-FFF2-40B4-BE49-F238E27FC236}">
                  <a16:creationId xmlns:a16="http://schemas.microsoft.com/office/drawing/2014/main" id="{AF217345-9E41-E7CF-F5A5-C5495217C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7714" y="6344243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Button">
              <a:extLst>
                <a:ext uri="{FF2B5EF4-FFF2-40B4-BE49-F238E27FC236}">
                  <a16:creationId xmlns:a16="http://schemas.microsoft.com/office/drawing/2014/main" id="{469AFF30-179B-C23B-9BD6-B041A6D9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2664" y="6344243"/>
              <a:ext cx="68221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" name="Button">
            <a:extLst>
              <a:ext uri="{FF2B5EF4-FFF2-40B4-BE49-F238E27FC236}">
                <a16:creationId xmlns:a16="http://schemas.microsoft.com/office/drawing/2014/main" id="{F5FBFFAF-133C-A4F2-484E-5ADCE574EB7C}"/>
              </a:ext>
            </a:extLst>
          </p:cNvPr>
          <p:cNvSpPr>
            <a:spLocks/>
          </p:cNvSpPr>
          <p:nvPr/>
        </p:nvSpPr>
        <p:spPr bwMode="auto">
          <a:xfrm>
            <a:off x="250313" y="517356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61E3988-B275-F00B-73BE-EF0ADAA76CA9}"/>
              </a:ext>
            </a:extLst>
          </p:cNvPr>
          <p:cNvSpPr/>
          <p:nvPr/>
        </p:nvSpPr>
        <p:spPr>
          <a:xfrm>
            <a:off x="143780" y="90157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F89CF9-05FF-AB39-1937-2161F5B673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855" y="295498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주의</a:t>
            </a:r>
            <a:r>
              <a:rPr lang="en-US" altLang="ko-KR" sz="900" dirty="0"/>
              <a:t>/</a:t>
            </a:r>
            <a:r>
              <a:rPr lang="ko-KR" altLang="en-US" sz="900" dirty="0"/>
              <a:t>정지 내역</a:t>
            </a:r>
            <a:r>
              <a:rPr lang="en-US" altLang="ko-KR" sz="900" dirty="0"/>
              <a:t>*</a:t>
            </a:r>
            <a:endParaRPr lang="ko-KR" altLang="en-US" sz="900" dirty="0"/>
          </a:p>
        </p:txBody>
      </p:sp>
      <p:cxnSp>
        <p:nvCxnSpPr>
          <p:cNvPr id="3" name="Line">
            <a:extLst>
              <a:ext uri="{FF2B5EF4-FFF2-40B4-BE49-F238E27FC236}">
                <a16:creationId xmlns:a16="http://schemas.microsoft.com/office/drawing/2014/main" id="{89C4172A-B9B9-F8CD-8108-4374EE3FFAC6}"/>
              </a:ext>
            </a:extLst>
          </p:cNvPr>
          <p:cNvCxnSpPr>
            <a:cxnSpLocks/>
          </p:cNvCxnSpPr>
          <p:nvPr/>
        </p:nvCxnSpPr>
        <p:spPr bwMode="auto">
          <a:xfrm>
            <a:off x="443355" y="3258145"/>
            <a:ext cx="9048759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FFF2FED-28F1-8180-CF5D-F8B9935900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644182"/>
              </p:ext>
            </p:extLst>
          </p:nvPr>
        </p:nvGraphicFramePr>
        <p:xfrm>
          <a:off x="444164" y="3364994"/>
          <a:ext cx="9047951" cy="14359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35742">
                  <a:extLst>
                    <a:ext uri="{9D8B030D-6E8A-4147-A177-3AD203B41FA5}">
                      <a16:colId xmlns:a16="http://schemas.microsoft.com/office/drawing/2014/main" val="2511462850"/>
                    </a:ext>
                  </a:extLst>
                </a:gridCol>
                <a:gridCol w="1199970">
                  <a:extLst>
                    <a:ext uri="{9D8B030D-6E8A-4147-A177-3AD203B41FA5}">
                      <a16:colId xmlns:a16="http://schemas.microsoft.com/office/drawing/2014/main" val="2812314004"/>
                    </a:ext>
                  </a:extLst>
                </a:gridCol>
                <a:gridCol w="1199970">
                  <a:extLst>
                    <a:ext uri="{9D8B030D-6E8A-4147-A177-3AD203B41FA5}">
                      <a16:colId xmlns:a16="http://schemas.microsoft.com/office/drawing/2014/main" val="2336810851"/>
                    </a:ext>
                  </a:extLst>
                </a:gridCol>
                <a:gridCol w="823910">
                  <a:extLst>
                    <a:ext uri="{9D8B030D-6E8A-4147-A177-3AD203B41FA5}">
                      <a16:colId xmlns:a16="http://schemas.microsoft.com/office/drawing/2014/main" val="437962750"/>
                    </a:ext>
                  </a:extLst>
                </a:gridCol>
                <a:gridCol w="788359">
                  <a:extLst>
                    <a:ext uri="{9D8B030D-6E8A-4147-A177-3AD203B41FA5}">
                      <a16:colId xmlns:a16="http://schemas.microsoft.com/office/drawing/2014/main" val="4266298258"/>
                    </a:ext>
                  </a:extLst>
                </a:gridCol>
              </a:tblGrid>
              <a:tr h="349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위반내용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삭제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937008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위반내용이 들어갑니다</a:t>
                      </a:r>
                      <a:r>
                        <a:rPr lang="en-US" altLang="ko-KR" sz="800" b="0" dirty="0"/>
                        <a:t>.</a:t>
                      </a: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6776"/>
                  </a:ext>
                </a:extLst>
              </a:tr>
            </a:tbl>
          </a:graphicData>
        </a:graphic>
      </p:graphicFrame>
      <p:sp>
        <p:nvSpPr>
          <p:cNvPr id="5" name="Button">
            <a:extLst>
              <a:ext uri="{FF2B5EF4-FFF2-40B4-BE49-F238E27FC236}">
                <a16:creationId xmlns:a16="http://schemas.microsoft.com/office/drawing/2014/main" id="{ABEF177E-D0F7-7802-769C-0FB4841C7B76}"/>
              </a:ext>
            </a:extLst>
          </p:cNvPr>
          <p:cNvSpPr>
            <a:spLocks/>
          </p:cNvSpPr>
          <p:nvPr/>
        </p:nvSpPr>
        <p:spPr bwMode="auto">
          <a:xfrm>
            <a:off x="8773331" y="295128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Button">
            <a:extLst>
              <a:ext uri="{FF2B5EF4-FFF2-40B4-BE49-F238E27FC236}">
                <a16:creationId xmlns:a16="http://schemas.microsoft.com/office/drawing/2014/main" id="{0FF041AC-832A-CB70-80C7-B775310DCB1F}"/>
              </a:ext>
            </a:extLst>
          </p:cNvPr>
          <p:cNvSpPr>
            <a:spLocks/>
          </p:cNvSpPr>
          <p:nvPr/>
        </p:nvSpPr>
        <p:spPr bwMode="auto">
          <a:xfrm>
            <a:off x="8065453" y="3871545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Panel">
            <a:extLst>
              <a:ext uri="{FF2B5EF4-FFF2-40B4-BE49-F238E27FC236}">
                <a16:creationId xmlns:a16="http://schemas.microsoft.com/office/drawing/2014/main" id="{4DBBDE60-E083-4EF8-FD82-C1B6D3397D2B}"/>
              </a:ext>
            </a:extLst>
          </p:cNvPr>
          <p:cNvSpPr/>
          <p:nvPr/>
        </p:nvSpPr>
        <p:spPr>
          <a:xfrm>
            <a:off x="538277" y="3776085"/>
            <a:ext cx="4850469" cy="41574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Button">
            <a:extLst>
              <a:ext uri="{FF2B5EF4-FFF2-40B4-BE49-F238E27FC236}">
                <a16:creationId xmlns:a16="http://schemas.microsoft.com/office/drawing/2014/main" id="{09E2B0C9-560E-8390-53BA-43F0B99DBF0F}"/>
              </a:ext>
            </a:extLst>
          </p:cNvPr>
          <p:cNvSpPr>
            <a:spLocks/>
          </p:cNvSpPr>
          <p:nvPr/>
        </p:nvSpPr>
        <p:spPr bwMode="auto">
          <a:xfrm>
            <a:off x="8078695" y="4406123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수정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Button">
            <a:extLst>
              <a:ext uri="{FF2B5EF4-FFF2-40B4-BE49-F238E27FC236}">
                <a16:creationId xmlns:a16="http://schemas.microsoft.com/office/drawing/2014/main" id="{5F5A8E85-9846-EEE4-47C9-49293C7E3E72}"/>
              </a:ext>
            </a:extLst>
          </p:cNvPr>
          <p:cNvSpPr>
            <a:spLocks/>
          </p:cNvSpPr>
          <p:nvPr/>
        </p:nvSpPr>
        <p:spPr bwMode="auto">
          <a:xfrm>
            <a:off x="8857800" y="4432757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65B6A15-B16B-C145-AB03-12AFEF95186B}"/>
              </a:ext>
            </a:extLst>
          </p:cNvPr>
          <p:cNvSpPr/>
          <p:nvPr/>
        </p:nvSpPr>
        <p:spPr>
          <a:xfrm>
            <a:off x="142971" y="301675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sp>
        <p:nvSpPr>
          <p:cNvPr id="21" name="Text 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0490AA-BFB2-5014-CF28-AEAD795870C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5548472" y="3856193"/>
            <a:ext cx="101484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정지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" name="Arrow Dow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C2484AC-79E6-BEE2-16C1-FADD434B4E05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flipH="1">
            <a:off x="6459385" y="3958650"/>
            <a:ext cx="54035" cy="36177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solidFill>
            <a:srgbClr val="FFFFFF"/>
          </a:solidFill>
          <a:ln w="6350" cap="sq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" name="Text 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B3EC0E2-5143-7712-5DE7-A7E091D517CB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5548472" y="4386537"/>
            <a:ext cx="101484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주의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" name="Arrow Dow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F2C1A09-DA00-17B7-DFF1-866922660FC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flipH="1">
            <a:off x="6459385" y="4488994"/>
            <a:ext cx="54035" cy="36177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solidFill>
            <a:srgbClr val="FFFFFF"/>
          </a:solidFill>
          <a:ln w="6350" cap="sq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8507007C-CD36-0EFD-F093-391EC921BF86}"/>
              </a:ext>
            </a:extLst>
          </p:cNvPr>
          <p:cNvGrpSpPr/>
          <p:nvPr/>
        </p:nvGrpSpPr>
        <p:grpSpPr>
          <a:xfrm>
            <a:off x="6940253" y="3871545"/>
            <a:ext cx="679796" cy="210314"/>
            <a:chOff x="1846645" y="2909147"/>
            <a:chExt cx="1687736" cy="224496"/>
          </a:xfrm>
        </p:grpSpPr>
        <p:sp>
          <p:nvSpPr>
            <p:cNvPr id="41" name="Text Box">
              <a:extLst>
                <a:ext uri="{FF2B5EF4-FFF2-40B4-BE49-F238E27FC236}">
                  <a16:creationId xmlns:a16="http://schemas.microsoft.com/office/drawing/2014/main" id="{F83E3296-3229-725E-2A21-BF321A5F9EAB}"/>
                </a:ext>
              </a:extLst>
            </p:cNvPr>
            <p:cNvSpPr/>
            <p:nvPr/>
          </p:nvSpPr>
          <p:spPr>
            <a:xfrm>
              <a:off x="1846645" y="2909147"/>
              <a:ext cx="1687736" cy="22449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700" b="0" dirty="0">
                  <a:solidFill>
                    <a:schemeClr val="tx1"/>
                  </a:solidFill>
                </a:rPr>
                <a:t>2024.11.07</a:t>
              </a:r>
              <a:endParaRPr lang="ko-KR" altLang="en-US" sz="700" u="none" dirty="0">
                <a:solidFill>
                  <a:schemeClr val="tx1"/>
                </a:solidFill>
              </a:endParaRPr>
            </a:p>
          </p:txBody>
        </p:sp>
        <p:sp>
          <p:nvSpPr>
            <p:cNvPr id="42" name="Calendar">
              <a:extLst>
                <a:ext uri="{FF2B5EF4-FFF2-40B4-BE49-F238E27FC236}">
                  <a16:creationId xmlns:a16="http://schemas.microsoft.com/office/drawing/2014/main" id="{D25F4460-4086-2371-46B0-B2A1A912FF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217381" y="2950373"/>
              <a:ext cx="256029" cy="142042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414880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8BFDC-DC83-A52E-BF6D-B1AF2E981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>
            <a:extLst>
              <a:ext uri="{FF2B5EF4-FFF2-40B4-BE49-F238E27FC236}">
                <a16:creationId xmlns:a16="http://schemas.microsoft.com/office/drawing/2014/main" id="{970DBF7E-635D-6577-E469-B2ED756D84FB}"/>
              </a:ext>
            </a:extLst>
          </p:cNvPr>
          <p:cNvSpPr txBox="1"/>
          <p:nvPr/>
        </p:nvSpPr>
        <p:spPr>
          <a:xfrm>
            <a:off x="1174191" y="30163"/>
            <a:ext cx="2334322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탈퇴회원 목록</a:t>
            </a:r>
          </a:p>
        </p:txBody>
      </p:sp>
      <p:sp>
        <p:nvSpPr>
          <p:cNvPr id="17" name="TextBox 30">
            <a:extLst>
              <a:ext uri="{FF2B5EF4-FFF2-40B4-BE49-F238E27FC236}">
                <a16:creationId xmlns:a16="http://schemas.microsoft.com/office/drawing/2014/main" id="{F4B9BD5A-B756-D676-01B1-893F7479DB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8599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회원관리 </a:t>
            </a:r>
            <a:r>
              <a:rPr lang="en-US" altLang="ko-KR" sz="900" dirty="0"/>
              <a:t>&gt;</a:t>
            </a:r>
            <a:r>
              <a:rPr lang="ko-KR" altLang="en-US" sz="900" dirty="0"/>
              <a:t> 탈퇴회원 목록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EFFC8AF-1BFA-6C23-C853-02B00E29F970}"/>
              </a:ext>
            </a:extLst>
          </p:cNvPr>
          <p:cNvSpPr/>
          <p:nvPr/>
        </p:nvSpPr>
        <p:spPr>
          <a:xfrm>
            <a:off x="1035031" y="81345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C806FCA-D858-76E3-D615-EAD409A63F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0485626"/>
              </p:ext>
            </p:extLst>
          </p:nvPr>
        </p:nvGraphicFramePr>
        <p:xfrm>
          <a:off x="166708" y="3149088"/>
          <a:ext cx="9352195" cy="24010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2654">
                  <a:extLst>
                    <a:ext uri="{9D8B030D-6E8A-4147-A177-3AD203B41FA5}">
                      <a16:colId xmlns:a16="http://schemas.microsoft.com/office/drawing/2014/main" val="224807989"/>
                    </a:ext>
                  </a:extLst>
                </a:gridCol>
                <a:gridCol w="491472">
                  <a:extLst>
                    <a:ext uri="{9D8B030D-6E8A-4147-A177-3AD203B41FA5}">
                      <a16:colId xmlns:a16="http://schemas.microsoft.com/office/drawing/2014/main" val="214889262"/>
                    </a:ext>
                  </a:extLst>
                </a:gridCol>
                <a:gridCol w="784691">
                  <a:extLst>
                    <a:ext uri="{9D8B030D-6E8A-4147-A177-3AD203B41FA5}">
                      <a16:colId xmlns:a16="http://schemas.microsoft.com/office/drawing/2014/main" val="2282700939"/>
                    </a:ext>
                  </a:extLst>
                </a:gridCol>
                <a:gridCol w="784691">
                  <a:extLst>
                    <a:ext uri="{9D8B030D-6E8A-4147-A177-3AD203B41FA5}">
                      <a16:colId xmlns:a16="http://schemas.microsoft.com/office/drawing/2014/main" val="45818191"/>
                    </a:ext>
                  </a:extLst>
                </a:gridCol>
                <a:gridCol w="2001579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1061301">
                  <a:extLst>
                    <a:ext uri="{9D8B030D-6E8A-4147-A177-3AD203B41FA5}">
                      <a16:colId xmlns:a16="http://schemas.microsoft.com/office/drawing/2014/main" val="4051325300"/>
                    </a:ext>
                  </a:extLst>
                </a:gridCol>
                <a:gridCol w="892457">
                  <a:extLst>
                    <a:ext uri="{9D8B030D-6E8A-4147-A177-3AD203B41FA5}">
                      <a16:colId xmlns:a16="http://schemas.microsoft.com/office/drawing/2014/main" val="1716349139"/>
                    </a:ext>
                  </a:extLst>
                </a:gridCol>
                <a:gridCol w="859007">
                  <a:extLst>
                    <a:ext uri="{9D8B030D-6E8A-4147-A177-3AD203B41FA5}">
                      <a16:colId xmlns:a16="http://schemas.microsoft.com/office/drawing/2014/main" val="2976060755"/>
                    </a:ext>
                  </a:extLst>
                </a:gridCol>
                <a:gridCol w="859007">
                  <a:extLst>
                    <a:ext uri="{9D8B030D-6E8A-4147-A177-3AD203B41FA5}">
                      <a16:colId xmlns:a16="http://schemas.microsoft.com/office/drawing/2014/main" val="2486361733"/>
                    </a:ext>
                  </a:extLst>
                </a:gridCol>
                <a:gridCol w="1305336">
                  <a:extLst>
                    <a:ext uri="{9D8B030D-6E8A-4147-A177-3AD203B41FA5}">
                      <a16:colId xmlns:a16="http://schemas.microsoft.com/office/drawing/2014/main" val="2116759949"/>
                    </a:ext>
                  </a:extLst>
                </a:gridCol>
              </a:tblGrid>
              <a:tr h="3474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가입구분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가입일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탈퇴일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최종로그인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네이버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010-1234-5678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2024.04.04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카카오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010-1234-5678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010-1234-5678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010-1234-5678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카카오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010-1234-5678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</a:tbl>
          </a:graphicData>
        </a:graphic>
      </p:graphicFrame>
      <p:sp>
        <p:nvSpPr>
          <p:cNvPr id="13" name="Pagination">
            <a:extLst>
              <a:ext uri="{FF2B5EF4-FFF2-40B4-BE49-F238E27FC236}">
                <a16:creationId xmlns:a16="http://schemas.microsoft.com/office/drawing/2014/main" id="{BEC94DDE-8A1F-3177-B287-2DFB73065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5890306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2758A15-9E3A-2FD8-C509-D36F97B7B8BA}"/>
              </a:ext>
            </a:extLst>
          </p:cNvPr>
          <p:cNvSpPr txBox="1"/>
          <p:nvPr/>
        </p:nvSpPr>
        <p:spPr>
          <a:xfrm>
            <a:off x="108962" y="2912820"/>
            <a:ext cx="14401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+mn-ea"/>
                <a:ea typeface="+mn-ea"/>
              </a:rPr>
              <a:t>전체 </a:t>
            </a:r>
            <a:r>
              <a:rPr lang="en-US" altLang="ko-KR" sz="900" b="1" dirty="0">
                <a:latin typeface="+mn-ea"/>
                <a:ea typeface="+mn-ea"/>
              </a:rPr>
              <a:t>: </a:t>
            </a:r>
            <a:r>
              <a:rPr lang="en-US" altLang="ko-KR" sz="900" b="1" dirty="0">
                <a:latin typeface="+mn-ea"/>
              </a:rPr>
              <a:t>123</a:t>
            </a:r>
            <a:r>
              <a:rPr lang="ko-KR" altLang="en-US" sz="900" b="1" dirty="0">
                <a:latin typeface="+mn-ea"/>
                <a:ea typeface="+mn-ea"/>
              </a:rPr>
              <a:t>건</a:t>
            </a:r>
            <a:endParaRPr lang="en-US" altLang="ko-KR" sz="900" b="1" dirty="0">
              <a:latin typeface="+mn-ea"/>
              <a:ea typeface="+mn-ea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59AD24E-5CB2-53AF-B311-43BFF3F734A7}"/>
              </a:ext>
            </a:extLst>
          </p:cNvPr>
          <p:cNvSpPr txBox="1"/>
          <p:nvPr/>
        </p:nvSpPr>
        <p:spPr>
          <a:xfrm>
            <a:off x="108962" y="766451"/>
            <a:ext cx="10298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r>
              <a:rPr lang="ko-KR" altLang="en-US" b="1" dirty="0"/>
              <a:t>탈퇴회원 목록 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F55FA7F-65B4-2173-A626-1BDB4C627984}"/>
              </a:ext>
            </a:extLst>
          </p:cNvPr>
          <p:cNvGraphicFramePr>
            <a:graphicFrameLocks noGrp="1"/>
          </p:cNvGraphicFramePr>
          <p:nvPr/>
        </p:nvGraphicFramePr>
        <p:xfrm>
          <a:off x="162666" y="990237"/>
          <a:ext cx="5968845" cy="12861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3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가입구분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493160"/>
                  </a:ext>
                </a:extLst>
              </a:tr>
              <a:tr h="3293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67069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가입일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탈퇴일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18625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891DE64F-778B-7DBF-C42F-9F56FF0C9C15}"/>
              </a:ext>
            </a:extLst>
          </p:cNvPr>
          <p:cNvSpPr/>
          <p:nvPr/>
        </p:nvSpPr>
        <p:spPr>
          <a:xfrm>
            <a:off x="5166856" y="1030202"/>
            <a:ext cx="932000" cy="118609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288E298A-D77E-ADD8-F5AB-171817FCC3B5}"/>
              </a:ext>
            </a:extLst>
          </p:cNvPr>
          <p:cNvGrpSpPr/>
          <p:nvPr/>
        </p:nvGrpSpPr>
        <p:grpSpPr>
          <a:xfrm>
            <a:off x="1643429" y="1675252"/>
            <a:ext cx="3492761" cy="249177"/>
            <a:chOff x="1643429" y="1675252"/>
            <a:chExt cx="3492761" cy="249177"/>
          </a:xfrm>
        </p:grpSpPr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C366C31B-1D1C-889E-E2D2-C9F51CD9A38C}"/>
                </a:ext>
              </a:extLst>
            </p:cNvPr>
            <p:cNvGrpSpPr/>
            <p:nvPr/>
          </p:nvGrpSpPr>
          <p:grpSpPr>
            <a:xfrm>
              <a:off x="1643429" y="1675252"/>
              <a:ext cx="1510731" cy="249177"/>
              <a:chOff x="1846644" y="2900860"/>
              <a:chExt cx="1687736" cy="241092"/>
            </a:xfrm>
          </p:grpSpPr>
          <p:sp>
            <p:nvSpPr>
              <p:cNvPr id="35" name="Text Box">
                <a:extLst>
                  <a:ext uri="{FF2B5EF4-FFF2-40B4-BE49-F238E27FC236}">
                    <a16:creationId xmlns:a16="http://schemas.microsoft.com/office/drawing/2014/main" id="{F8857692-007B-3EBF-C818-AFFFD19425E5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/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Calendar">
                <a:extLst>
                  <a:ext uri="{FF2B5EF4-FFF2-40B4-BE49-F238E27FC236}">
                    <a16:creationId xmlns:a16="http://schemas.microsoft.com/office/drawing/2014/main" id="{86A16C02-E444-5609-D0B2-EF6E55A80A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C0D1C4BA-4C37-F87E-6018-64C6A285264A}"/>
                </a:ext>
              </a:extLst>
            </p:cNvPr>
            <p:cNvGrpSpPr/>
            <p:nvPr/>
          </p:nvGrpSpPr>
          <p:grpSpPr>
            <a:xfrm>
              <a:off x="3625459" y="1675252"/>
              <a:ext cx="1510731" cy="249177"/>
              <a:chOff x="1846644" y="2900860"/>
              <a:chExt cx="1687736" cy="241092"/>
            </a:xfrm>
          </p:grpSpPr>
          <p:sp>
            <p:nvSpPr>
              <p:cNvPr id="39" name="Text Box">
                <a:extLst>
                  <a:ext uri="{FF2B5EF4-FFF2-40B4-BE49-F238E27FC236}">
                    <a16:creationId xmlns:a16="http://schemas.microsoft.com/office/drawing/2014/main" id="{E2B55BFA-E1F0-CAFF-44DE-44E1B024FAEB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/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Calendar">
                <a:extLst>
                  <a:ext uri="{FF2B5EF4-FFF2-40B4-BE49-F238E27FC236}">
                    <a16:creationId xmlns:a16="http://schemas.microsoft.com/office/drawing/2014/main" id="{6324B820-4496-631D-46B1-DB7C51C9E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" name="TextBox 30">
              <a:extLst>
                <a:ext uri="{FF2B5EF4-FFF2-40B4-BE49-F238E27FC236}">
                  <a16:creationId xmlns:a16="http://schemas.microsoft.com/office/drawing/2014/main" id="{52CA4EF0-6638-B619-F7DB-C1BB48624A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148" y="1684424"/>
              <a:ext cx="24532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45" name="Button">
            <a:extLst>
              <a:ext uri="{FF2B5EF4-FFF2-40B4-BE49-F238E27FC236}">
                <a16:creationId xmlns:a16="http://schemas.microsoft.com/office/drawing/2014/main" id="{71A7BA86-AB25-F151-B971-F6CD2C1E62BE}"/>
              </a:ext>
            </a:extLst>
          </p:cNvPr>
          <p:cNvSpPr>
            <a:spLocks/>
          </p:cNvSpPr>
          <p:nvPr/>
        </p:nvSpPr>
        <p:spPr bwMode="auto">
          <a:xfrm>
            <a:off x="8711657" y="5681862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D584A9-9E4F-17DA-9EAA-1685953C2B12}"/>
              </a:ext>
            </a:extLst>
          </p:cNvPr>
          <p:cNvSpPr/>
          <p:nvPr/>
        </p:nvSpPr>
        <p:spPr>
          <a:xfrm>
            <a:off x="8710517" y="554504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ACA90106-044F-F22C-86D7-E19F5F3F33CC}"/>
              </a:ext>
            </a:extLst>
          </p:cNvPr>
          <p:cNvGrpSpPr/>
          <p:nvPr/>
        </p:nvGrpSpPr>
        <p:grpSpPr>
          <a:xfrm>
            <a:off x="1643429" y="1991676"/>
            <a:ext cx="3492761" cy="249177"/>
            <a:chOff x="1643429" y="1675252"/>
            <a:chExt cx="3492761" cy="249177"/>
          </a:xfrm>
        </p:grpSpPr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FEE393AE-734E-CB5E-ED33-F9088881A2C9}"/>
                </a:ext>
              </a:extLst>
            </p:cNvPr>
            <p:cNvGrpSpPr/>
            <p:nvPr/>
          </p:nvGrpSpPr>
          <p:grpSpPr>
            <a:xfrm>
              <a:off x="1643429" y="1675252"/>
              <a:ext cx="1510731" cy="249177"/>
              <a:chOff x="1846644" y="2900860"/>
              <a:chExt cx="1687736" cy="241092"/>
            </a:xfrm>
          </p:grpSpPr>
          <p:sp>
            <p:nvSpPr>
              <p:cNvPr id="22" name="Text Box">
                <a:extLst>
                  <a:ext uri="{FF2B5EF4-FFF2-40B4-BE49-F238E27FC236}">
                    <a16:creationId xmlns:a16="http://schemas.microsoft.com/office/drawing/2014/main" id="{0C69C70A-E141-3B1F-D3C9-081E8172C96F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/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Calendar">
                <a:extLst>
                  <a:ext uri="{FF2B5EF4-FFF2-40B4-BE49-F238E27FC236}">
                    <a16:creationId xmlns:a16="http://schemas.microsoft.com/office/drawing/2014/main" id="{BF507CD6-B300-F949-0A11-5E1DAFB103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CA199FD2-358A-3D4E-19C5-8E4AB6750ABC}"/>
                </a:ext>
              </a:extLst>
            </p:cNvPr>
            <p:cNvGrpSpPr/>
            <p:nvPr/>
          </p:nvGrpSpPr>
          <p:grpSpPr>
            <a:xfrm>
              <a:off x="3625459" y="1675252"/>
              <a:ext cx="1510731" cy="249177"/>
              <a:chOff x="1846644" y="2900860"/>
              <a:chExt cx="1687736" cy="241092"/>
            </a:xfrm>
          </p:grpSpPr>
          <p:sp>
            <p:nvSpPr>
              <p:cNvPr id="19" name="Text Box">
                <a:extLst>
                  <a:ext uri="{FF2B5EF4-FFF2-40B4-BE49-F238E27FC236}">
                    <a16:creationId xmlns:a16="http://schemas.microsoft.com/office/drawing/2014/main" id="{7A736973-AD79-58BC-E60C-1D4F8EBEB10F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/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Calendar">
                <a:extLst>
                  <a:ext uri="{FF2B5EF4-FFF2-40B4-BE49-F238E27FC236}">
                    <a16:creationId xmlns:a16="http://schemas.microsoft.com/office/drawing/2014/main" id="{7B573B29-2A89-BDA7-EFB4-C5C3A77B32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" name="TextBox 30">
              <a:extLst>
                <a:ext uri="{FF2B5EF4-FFF2-40B4-BE49-F238E27FC236}">
                  <a16:creationId xmlns:a16="http://schemas.microsoft.com/office/drawing/2014/main" id="{9509E441-A2D8-4DA7-BA96-822756F29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148" y="1684424"/>
              <a:ext cx="24532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24" name="Text Box">
            <a:extLst>
              <a:ext uri="{FF2B5EF4-FFF2-40B4-BE49-F238E27FC236}">
                <a16:creationId xmlns:a16="http://schemas.microsoft.com/office/drawing/2014/main" id="{84A67609-424F-59B4-67F2-2733B533CBB7}"/>
              </a:ext>
            </a:extLst>
          </p:cNvPr>
          <p:cNvSpPr/>
          <p:nvPr/>
        </p:nvSpPr>
        <p:spPr>
          <a:xfrm>
            <a:off x="2734574" y="1361180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51E8C6CD-55AC-E857-F3A4-A54B53723FD3}"/>
              </a:ext>
            </a:extLst>
          </p:cNvPr>
          <p:cNvGrpSpPr/>
          <p:nvPr/>
        </p:nvGrpSpPr>
        <p:grpSpPr>
          <a:xfrm>
            <a:off x="1644613" y="1360949"/>
            <a:ext cx="1057305" cy="241092"/>
            <a:chOff x="1644613" y="1688753"/>
            <a:chExt cx="1057305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BB2FEE03-17D8-9F58-B034-F08933C52F94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FAE33E4-F245-B757-F3B8-33A202EAE8BB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7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2A985293-45F8-C4AC-B866-64453234F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644613" y="1030201"/>
            <a:ext cx="1057305" cy="241092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48" name="Text Box">
              <a:extLst>
                <a:ext uri="{FF2B5EF4-FFF2-40B4-BE49-F238E27FC236}">
                  <a16:creationId xmlns:a16="http://schemas.microsoft.com/office/drawing/2014/main" id="{BCB4F5AA-32CA-AB91-13AA-9C3E2F7CEDFA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596612A-AF9D-8DD8-9940-C2EF3F5EF8B4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39892"/>
              <a:ext cx="103518" cy="4216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EE05789B-5171-A705-6C6E-D69A001F39ED}"/>
              </a:ext>
            </a:extLst>
          </p:cNvPr>
          <p:cNvGraphicFramePr>
            <a:graphicFrameLocks noGrp="1"/>
          </p:cNvGraphicFramePr>
          <p:nvPr/>
        </p:nvGraphicFramePr>
        <p:xfrm>
          <a:off x="9693985" y="289428"/>
          <a:ext cx="2498015" cy="287963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탈퇴회원 목록을 관리합니다</a:t>
                      </a:r>
                      <a:r>
                        <a:rPr lang="en-US" altLang="ko-KR" sz="800" b="1" dirty="0"/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해당 페이지에서는 회원 계정 데이터 영구 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(DB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에서 삭제됨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만 가능합니다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가입구분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네이버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카카오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가입일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탈퇴일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 [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선택삭제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리스트의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checkbox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 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선택삭제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클릭하여 회원 데이터 삭제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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표출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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데이터 영구히 삭제됨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6092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04.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교육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49231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5D9F23-847E-CC31-D791-1610802856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3431D3A-C505-AC72-016B-65B4AB61992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 신청자 리스트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F7BEA26F-C2D1-91C1-AAC3-1AF6990C27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 신청자 리스트</a:t>
            </a:r>
            <a:endParaRPr lang="en-US" altLang="ko-KR" sz="9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E9ADE3E-8BEB-0CD7-8F67-30EB1D65976B}"/>
              </a:ext>
            </a:extLst>
          </p:cNvPr>
          <p:cNvSpPr txBox="1"/>
          <p:nvPr/>
        </p:nvSpPr>
        <p:spPr>
          <a:xfrm>
            <a:off x="-6954" y="3012561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10248779-BA55-A990-59B2-5321E918CD0E}"/>
              </a:ext>
            </a:extLst>
          </p:cNvPr>
          <p:cNvGrpSpPr/>
          <p:nvPr/>
        </p:nvGrpSpPr>
        <p:grpSpPr>
          <a:xfrm>
            <a:off x="8492668" y="2893422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D6A935EA-00AC-FD97-FDD9-004EFEDA5718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A419C4EF-5B35-B9FF-26B4-FF50CBF228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A5A4EBC1-9774-C1A7-FA9C-7D7003281F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B3160BC6-EC98-7345-815E-2F7CF5D36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DB5C626-7F11-A2B1-C4F6-BC1A7993CE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710286"/>
              </p:ext>
            </p:extLst>
          </p:nvPr>
        </p:nvGraphicFramePr>
        <p:xfrm>
          <a:off x="59207" y="2739031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4D8482E8-1B2B-EBC8-CDBC-E274F8EFE1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125877"/>
              </p:ext>
            </p:extLst>
          </p:nvPr>
        </p:nvGraphicFramePr>
        <p:xfrm>
          <a:off x="2373649" y="2739031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대기자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35027C0-D1CC-D416-CDEF-0AEEFE5F8F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3806460"/>
              </p:ext>
            </p:extLst>
          </p:nvPr>
        </p:nvGraphicFramePr>
        <p:xfrm>
          <a:off x="3500579" y="2739031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3CF88F74-FA67-3E7F-D53B-39B0C9A94C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7827596"/>
              </p:ext>
            </p:extLst>
          </p:nvPr>
        </p:nvGraphicFramePr>
        <p:xfrm>
          <a:off x="1172619" y="2739031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신청완료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pic>
        <p:nvPicPr>
          <p:cNvPr id="39" name="그림 38">
            <a:extLst>
              <a:ext uri="{FF2B5EF4-FFF2-40B4-BE49-F238E27FC236}">
                <a16:creationId xmlns:a16="http://schemas.microsoft.com/office/drawing/2014/main" id="{5AEFA0A0-E03C-DC11-861B-0E4692474FFE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26677" y="2904518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C8BD0C51-6D92-A726-2648-33463BFE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6543686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B40E5D22-0D54-A325-A9FD-E93D31CD41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3178830"/>
              </p:ext>
            </p:extLst>
          </p:nvPr>
        </p:nvGraphicFramePr>
        <p:xfrm>
          <a:off x="9696037" y="291622"/>
          <a:ext cx="2498015" cy="625281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교육관리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교육 신청자 리스트로 신청자를 확인할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ko-KR" altLang="en-US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&lt;select1, select2&gt;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메뉴 관리에서 등록한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2,3depth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캘린더 보기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교육 탭으로 정렬 된 캘린더가 팝업으로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77178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탭 전환 기능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탭종류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신청대기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대기자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취소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563378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NO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'2024-01'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형식으로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 신청자 기준의 번호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해가 바뀌면 연도가 알아서 바뀜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963008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교육번호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교육별로 부여되는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두자리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숫자로 표기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:01, 02.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74094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6.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교육구분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'.../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마지막 카테고리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＇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 표시되며 마우스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호버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시 전체 카테고리 표시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긴 카테고리명을 사용할 예정임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다운로드한 엑셀파일 에서는 전체가 표시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 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2929675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7.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이름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회원 이름 클릭 시 상세페이지 이동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상세페이지에서 회원정보를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비고 내용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내용 표시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642116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B7367A4-E575-7662-4375-FA85570D8D87}"/>
              </a:ext>
            </a:extLst>
          </p:cNvPr>
          <p:cNvSpPr/>
          <p:nvPr/>
        </p:nvSpPr>
        <p:spPr>
          <a:xfrm>
            <a:off x="1062157" y="63177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120A1AD-897B-0758-81CB-B070DD97F1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1276918"/>
              </p:ext>
            </p:extLst>
          </p:nvPr>
        </p:nvGraphicFramePr>
        <p:xfrm>
          <a:off x="64808" y="815213"/>
          <a:ext cx="6189688" cy="12876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 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교육구분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30221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38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A5BBE127-D4D1-5AAA-2829-1E9D879CC194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853457"/>
            <a:ext cx="1202158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55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2E92F58-A53A-1F56-F7C2-833DBD66FC49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91EC70-EECF-21ED-46B8-ABD12EFFADA8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1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444E34E9-C03D-C6CD-E6DE-AA3F2CCC75B6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587029" y="1168211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72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15CB15F-668E-DE5D-7F5D-3B5363713AF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D99E484-D7A6-012C-5950-E8C14D60A4A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7" name="Text Box">
            <a:extLst>
              <a:ext uri="{FF2B5EF4-FFF2-40B4-BE49-F238E27FC236}">
                <a16:creationId xmlns:a16="http://schemas.microsoft.com/office/drawing/2014/main" id="{9FB9F54D-DAD6-A0EC-2965-84D934D81E5B}"/>
              </a:ext>
            </a:extLst>
          </p:cNvPr>
          <p:cNvSpPr/>
          <p:nvPr/>
        </p:nvSpPr>
        <p:spPr>
          <a:xfrm>
            <a:off x="2678243" y="1812582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1F8430AD-15F5-340E-1627-EB7FB7D425C9}"/>
              </a:ext>
            </a:extLst>
          </p:cNvPr>
          <p:cNvGrpSpPr/>
          <p:nvPr/>
        </p:nvGrpSpPr>
        <p:grpSpPr>
          <a:xfrm>
            <a:off x="1588282" y="1812351"/>
            <a:ext cx="1057305" cy="241092"/>
            <a:chOff x="1644613" y="1688753"/>
            <a:chExt cx="1057305" cy="241092"/>
          </a:xfrm>
        </p:grpSpPr>
        <p:sp>
          <p:nvSpPr>
            <p:cNvPr id="89" name="Text Box">
              <a:extLst>
                <a:ext uri="{FF2B5EF4-FFF2-40B4-BE49-F238E27FC236}">
                  <a16:creationId xmlns:a16="http://schemas.microsoft.com/office/drawing/2014/main" id="{28425C30-2AFE-0F37-86B4-C6314CE1AB9B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6C28466-8595-3705-FC9D-43CADA9DD95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A08F8D5-A8CF-ED13-BED3-F5BE913E1496}"/>
              </a:ext>
            </a:extLst>
          </p:cNvPr>
          <p:cNvSpPr/>
          <p:nvPr/>
        </p:nvSpPr>
        <p:spPr>
          <a:xfrm>
            <a:off x="5277699" y="840042"/>
            <a:ext cx="932000" cy="122254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CE0AEE8-0749-D864-6287-47DE6B9271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3766214"/>
              </p:ext>
            </p:extLst>
          </p:nvPr>
        </p:nvGraphicFramePr>
        <p:xfrm>
          <a:off x="59205" y="3227674"/>
          <a:ext cx="9636830" cy="302774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8675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94481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520200">
                  <a:extLst>
                    <a:ext uri="{9D8B030D-6E8A-4147-A177-3AD203B41FA5}">
                      <a16:colId xmlns:a16="http://schemas.microsoft.com/office/drawing/2014/main" val="780298808"/>
                    </a:ext>
                  </a:extLst>
                </a:gridCol>
                <a:gridCol w="520200">
                  <a:extLst>
                    <a:ext uri="{9D8B030D-6E8A-4147-A177-3AD203B41FA5}">
                      <a16:colId xmlns:a16="http://schemas.microsoft.com/office/drawing/2014/main" val="1868081258"/>
                    </a:ext>
                  </a:extLst>
                </a:gridCol>
                <a:gridCol w="859678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689939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848996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591205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740983">
                  <a:extLst>
                    <a:ext uri="{9D8B030D-6E8A-4147-A177-3AD203B41FA5}">
                      <a16:colId xmlns:a16="http://schemas.microsoft.com/office/drawing/2014/main" val="3797885445"/>
                    </a:ext>
                  </a:extLst>
                </a:gridCol>
                <a:gridCol w="1095259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727023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52868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43393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973930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54650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공동체교육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청소년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영상이론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신청대기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공동체교육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대기자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제작실기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6B4CC32-FB2F-3B31-185E-4498652B99FE}"/>
              </a:ext>
            </a:extLst>
          </p:cNvPr>
          <p:cNvGrpSpPr/>
          <p:nvPr/>
        </p:nvGrpSpPr>
        <p:grpSpPr>
          <a:xfrm>
            <a:off x="8729223" y="3975576"/>
            <a:ext cx="831679" cy="222794"/>
            <a:chOff x="8483974" y="2715793"/>
            <a:chExt cx="903358" cy="241996"/>
          </a:xfrm>
        </p:grpSpPr>
        <p:sp>
          <p:nvSpPr>
            <p:cNvPr id="14" name="Button">
              <a:extLst>
                <a:ext uri="{FF2B5EF4-FFF2-40B4-BE49-F238E27FC236}">
                  <a16:creationId xmlns:a16="http://schemas.microsoft.com/office/drawing/2014/main" id="{ACB872C0-EAA4-CDE0-C986-59EB2C060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46250E1F-BFCD-F59B-F292-DDC441A29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6086E634-A830-AE5C-45E7-A5B7E76E98DF}"/>
              </a:ext>
            </a:extLst>
          </p:cNvPr>
          <p:cNvGrpSpPr/>
          <p:nvPr/>
        </p:nvGrpSpPr>
        <p:grpSpPr>
          <a:xfrm>
            <a:off x="8729223" y="4658738"/>
            <a:ext cx="831679" cy="222794"/>
            <a:chOff x="8483974" y="2715793"/>
            <a:chExt cx="903358" cy="241996"/>
          </a:xfrm>
        </p:grpSpPr>
        <p:sp>
          <p:nvSpPr>
            <p:cNvPr id="17" name="Button">
              <a:extLst>
                <a:ext uri="{FF2B5EF4-FFF2-40B4-BE49-F238E27FC236}">
                  <a16:creationId xmlns:a16="http://schemas.microsoft.com/office/drawing/2014/main" id="{4F96230F-F736-21FF-FCBA-111199C2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Button">
              <a:extLst>
                <a:ext uri="{FF2B5EF4-FFF2-40B4-BE49-F238E27FC236}">
                  <a16:creationId xmlns:a16="http://schemas.microsoft.com/office/drawing/2014/main" id="{84764586-ACB6-F28B-3C7C-C6BA5F5C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8185C1AF-4479-59AF-21FD-0DADEC09BB58}"/>
              </a:ext>
            </a:extLst>
          </p:cNvPr>
          <p:cNvGrpSpPr/>
          <p:nvPr/>
        </p:nvGrpSpPr>
        <p:grpSpPr>
          <a:xfrm>
            <a:off x="8729223" y="5249483"/>
            <a:ext cx="831679" cy="222794"/>
            <a:chOff x="8483974" y="2715793"/>
            <a:chExt cx="903358" cy="241996"/>
          </a:xfrm>
        </p:grpSpPr>
        <p:sp>
          <p:nvSpPr>
            <p:cNvPr id="20" name="Button">
              <a:extLst>
                <a:ext uri="{FF2B5EF4-FFF2-40B4-BE49-F238E27FC236}">
                  <a16:creationId xmlns:a16="http://schemas.microsoft.com/office/drawing/2014/main" id="{3CA47D12-97A5-AEC8-D938-1CEEFA37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Button">
              <a:extLst>
                <a:ext uri="{FF2B5EF4-FFF2-40B4-BE49-F238E27FC236}">
                  <a16:creationId xmlns:a16="http://schemas.microsoft.com/office/drawing/2014/main" id="{476F471B-A930-158F-322E-F9D1C59A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35163967-645A-C678-B39E-ECB7E1FC151E}"/>
              </a:ext>
            </a:extLst>
          </p:cNvPr>
          <p:cNvGrpSpPr/>
          <p:nvPr/>
        </p:nvGrpSpPr>
        <p:grpSpPr>
          <a:xfrm>
            <a:off x="8729223" y="5789694"/>
            <a:ext cx="831679" cy="222794"/>
            <a:chOff x="8483974" y="2715793"/>
            <a:chExt cx="903358" cy="241996"/>
          </a:xfrm>
        </p:grpSpPr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4B92E6E9-6FCA-6AC4-84EA-68D12204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Button">
              <a:extLst>
                <a:ext uri="{FF2B5EF4-FFF2-40B4-BE49-F238E27FC236}">
                  <a16:creationId xmlns:a16="http://schemas.microsoft.com/office/drawing/2014/main" id="{9C29B639-6D1E-1B16-63EA-7E1403D3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DA5B108-D9BC-F38A-F487-A21061343013}"/>
              </a:ext>
            </a:extLst>
          </p:cNvPr>
          <p:cNvSpPr/>
          <p:nvPr/>
        </p:nvSpPr>
        <p:spPr>
          <a:xfrm>
            <a:off x="5100777" y="381960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650BF7CC-EB6A-9885-9F1F-206CE40AB4D9}"/>
              </a:ext>
            </a:extLst>
          </p:cNvPr>
          <p:cNvGrpSpPr/>
          <p:nvPr/>
        </p:nvGrpSpPr>
        <p:grpSpPr>
          <a:xfrm>
            <a:off x="59207" y="6326619"/>
            <a:ext cx="3597866" cy="225862"/>
            <a:chOff x="147104" y="5976221"/>
            <a:chExt cx="3597866" cy="225862"/>
          </a:xfrm>
        </p:grpSpPr>
        <p:sp>
          <p:nvSpPr>
            <p:cNvPr id="53" name="Button">
              <a:extLst>
                <a:ext uri="{FF2B5EF4-FFF2-40B4-BE49-F238E27FC236}">
                  <a16:creationId xmlns:a16="http://schemas.microsoft.com/office/drawing/2014/main" id="{930306DF-CB18-163A-1CDB-DC8ACB80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04" y="5976221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문자발송</a:t>
              </a:r>
            </a:p>
          </p:txBody>
        </p:sp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31A6D2F8-B724-8AD4-0827-705659A7B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397" y="5976221"/>
              <a:ext cx="709910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 err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이메일발송</a:t>
              </a:r>
              <a:endPara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97767AFA-A57D-F322-D839-FA9AD9D80885}"/>
                </a:ext>
              </a:extLst>
            </p:cNvPr>
            <p:cNvGrpSpPr/>
            <p:nvPr/>
          </p:nvGrpSpPr>
          <p:grpSpPr>
            <a:xfrm>
              <a:off x="899211" y="5989011"/>
              <a:ext cx="1016704" cy="213072"/>
              <a:chOff x="2183209" y="923183"/>
              <a:chExt cx="1016704" cy="241092"/>
            </a:xfrm>
          </p:grpSpPr>
          <p:sp>
            <p:nvSpPr>
              <p:cNvPr id="61" name="Text Box">
                <a:extLst>
                  <a:ext uri="{FF2B5EF4-FFF2-40B4-BE49-F238E27FC236}">
                    <a16:creationId xmlns:a16="http://schemas.microsoft.com/office/drawing/2014/main" id="{90BABE59-1FD9-BFA3-4240-8CB34B370F36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C662FCD-4560-E308-2B85-722569AD9B77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216524ED-9711-B77B-341B-87542E8F8359}"/>
                </a:ext>
              </a:extLst>
            </p:cNvPr>
            <p:cNvGrpSpPr/>
            <p:nvPr/>
          </p:nvGrpSpPr>
          <p:grpSpPr>
            <a:xfrm>
              <a:off x="2728266" y="5976221"/>
              <a:ext cx="1016704" cy="213072"/>
              <a:chOff x="2183209" y="923183"/>
              <a:chExt cx="1016704" cy="241092"/>
            </a:xfrm>
          </p:grpSpPr>
          <p:sp>
            <p:nvSpPr>
              <p:cNvPr id="59" name="Text Box">
                <a:extLst>
                  <a:ext uri="{FF2B5EF4-FFF2-40B4-BE49-F238E27FC236}">
                    <a16:creationId xmlns:a16="http://schemas.microsoft.com/office/drawing/2014/main" id="{EBDA728A-E0ED-5046-F756-A3FC98FA483B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9BE7490-A2B0-EEA1-09FB-6C5A90D352E4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A72A553F-5F57-DAD3-6DEA-E2BD3BC35F6E}"/>
              </a:ext>
            </a:extLst>
          </p:cNvPr>
          <p:cNvSpPr txBox="1"/>
          <p:nvPr/>
        </p:nvSpPr>
        <p:spPr>
          <a:xfrm>
            <a:off x="0" y="614626"/>
            <a:ext cx="14530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800" b="1" dirty="0"/>
              <a:t>교육 신청자 리스트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EDE5C13-BA3F-D6AA-A31B-5FE17C7607DE}"/>
              </a:ext>
            </a:extLst>
          </p:cNvPr>
          <p:cNvSpPr/>
          <p:nvPr/>
        </p:nvSpPr>
        <p:spPr>
          <a:xfrm>
            <a:off x="59207" y="259501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2" name="Button">
            <a:extLst>
              <a:ext uri="{FF2B5EF4-FFF2-40B4-BE49-F238E27FC236}">
                <a16:creationId xmlns:a16="http://schemas.microsoft.com/office/drawing/2014/main" id="{3C5186FE-699F-D61A-A3E3-DC93CB3EE6F1}"/>
              </a:ext>
            </a:extLst>
          </p:cNvPr>
          <p:cNvSpPr>
            <a:spLocks/>
          </p:cNvSpPr>
          <p:nvPr/>
        </p:nvSpPr>
        <p:spPr bwMode="auto">
          <a:xfrm>
            <a:off x="8113207" y="632661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" name="Button">
            <a:extLst>
              <a:ext uri="{FF2B5EF4-FFF2-40B4-BE49-F238E27FC236}">
                <a16:creationId xmlns:a16="http://schemas.microsoft.com/office/drawing/2014/main" id="{B3F46D69-F061-F4D1-732D-8BE1BCEF0DEF}"/>
              </a:ext>
            </a:extLst>
          </p:cNvPr>
          <p:cNvSpPr/>
          <p:nvPr/>
        </p:nvSpPr>
        <p:spPr>
          <a:xfrm>
            <a:off x="8918269" y="6326619"/>
            <a:ext cx="68199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w="med" len="med"/>
            <a:tailEnd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/>
                <a:cs typeface="Segoe UI"/>
              </a:rPr>
              <a:t>신청등록</a:t>
            </a:r>
            <a:endParaRPr lang="en-US" sz="800" dirty="0">
              <a:solidFill>
                <a:srgbClr val="5F5F5F"/>
              </a:solidFill>
              <a:latin typeface="Segoe UI"/>
              <a:cs typeface="Segoe UI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C5C70C66-B5A7-4314-0D33-FDD059601DBE}"/>
              </a:ext>
            </a:extLst>
          </p:cNvPr>
          <p:cNvGrpSpPr/>
          <p:nvPr/>
        </p:nvGrpSpPr>
        <p:grpSpPr>
          <a:xfrm>
            <a:off x="1598039" y="1491214"/>
            <a:ext cx="3460359" cy="249177"/>
            <a:chOff x="1598039" y="1491214"/>
            <a:chExt cx="3460359" cy="249177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D0B39DB2-A784-D9E7-1B87-DCE3F4DF18CE}"/>
                </a:ext>
              </a:extLst>
            </p:cNvPr>
            <p:cNvGrpSpPr/>
            <p:nvPr/>
          </p:nvGrpSpPr>
          <p:grpSpPr>
            <a:xfrm>
              <a:off x="1598039" y="1491214"/>
              <a:ext cx="1510731" cy="249177"/>
              <a:chOff x="3721459" y="2580430"/>
              <a:chExt cx="1510731" cy="249177"/>
            </a:xfrm>
          </p:grpSpPr>
          <p:sp>
            <p:nvSpPr>
              <p:cNvPr id="45" name="Text Box">
                <a:extLst>
                  <a:ext uri="{FF2B5EF4-FFF2-40B4-BE49-F238E27FC236}">
                    <a16:creationId xmlns:a16="http://schemas.microsoft.com/office/drawing/2014/main" id="{FB7D69A6-47DC-6721-59BE-19D75BC55914}"/>
                  </a:ext>
                </a:extLst>
              </p:cNvPr>
              <p:cNvSpPr/>
              <p:nvPr/>
            </p:nvSpPr>
            <p:spPr>
              <a:xfrm>
                <a:off x="3721459" y="2580430"/>
                <a:ext cx="1510731" cy="24917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46" name="Calendar">
                <a:extLst>
                  <a:ext uri="{FF2B5EF4-FFF2-40B4-BE49-F238E27FC236}">
                    <a16:creationId xmlns:a16="http://schemas.microsoft.com/office/drawing/2014/main" id="{1E96141B-9516-0751-77BA-9C4BDD29C4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60595" y="2623714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5071F643-C7C6-04A9-ED29-BBA85DB577CC}"/>
                </a:ext>
              </a:extLst>
            </p:cNvPr>
            <p:cNvGrpSpPr/>
            <p:nvPr/>
          </p:nvGrpSpPr>
          <p:grpSpPr>
            <a:xfrm>
              <a:off x="3547667" y="1491214"/>
              <a:ext cx="1510731" cy="249177"/>
              <a:chOff x="1846644" y="2900860"/>
              <a:chExt cx="1687736" cy="241092"/>
            </a:xfrm>
          </p:grpSpPr>
          <p:sp>
            <p:nvSpPr>
              <p:cNvPr id="42" name="Text Box">
                <a:extLst>
                  <a:ext uri="{FF2B5EF4-FFF2-40B4-BE49-F238E27FC236}">
                    <a16:creationId xmlns:a16="http://schemas.microsoft.com/office/drawing/2014/main" id="{04D0D1F4-09B1-C9AB-1CAA-B01A1FF50C00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4" name="Calendar">
                <a:extLst>
                  <a:ext uri="{FF2B5EF4-FFF2-40B4-BE49-F238E27FC236}">
                    <a16:creationId xmlns:a16="http://schemas.microsoft.com/office/drawing/2014/main" id="{0B1891A1-5E14-CD7F-4041-51399B9E38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TextBox 30">
              <a:extLst>
                <a:ext uri="{FF2B5EF4-FFF2-40B4-BE49-F238E27FC236}">
                  <a16:creationId xmlns:a16="http://schemas.microsoft.com/office/drawing/2014/main" id="{6BCEF0AE-45BC-5C42-46DD-C5D6E7589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1834" y="1500386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grpSp>
        <p:nvGrpSpPr>
          <p:cNvPr id="47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3FE4A0AF-DB85-820C-2A67-8780D68C555F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2831285" y="1178717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48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E28EC91-B7F5-952C-F463-B74488BF415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1E168E1-82D5-70F3-9F9C-3B5CBB04B4B8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A27EB4E-3312-93A8-482B-551346405742}"/>
              </a:ext>
            </a:extLst>
          </p:cNvPr>
          <p:cNvSpPr/>
          <p:nvPr/>
        </p:nvSpPr>
        <p:spPr>
          <a:xfrm>
            <a:off x="8290585" y="400080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7</a:t>
            </a:r>
            <a:endParaRPr lang="ko-KR" altLang="en-US" sz="1050" b="1" dirty="0"/>
          </a:p>
        </p:txBody>
      </p:sp>
      <p:sp>
        <p:nvSpPr>
          <p:cNvPr id="51" name="Button">
            <a:extLst>
              <a:ext uri="{FF2B5EF4-FFF2-40B4-BE49-F238E27FC236}">
                <a16:creationId xmlns:a16="http://schemas.microsoft.com/office/drawing/2014/main" id="{7A3EE9B7-0E83-115D-54D1-CB2CBDCB9A85}"/>
              </a:ext>
            </a:extLst>
          </p:cNvPr>
          <p:cNvSpPr>
            <a:spLocks/>
          </p:cNvSpPr>
          <p:nvPr/>
        </p:nvSpPr>
        <p:spPr bwMode="auto">
          <a:xfrm>
            <a:off x="42648" y="2266989"/>
            <a:ext cx="1297829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캘린더 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7191542-7085-A0B1-F42B-2F645E92DB35}"/>
              </a:ext>
            </a:extLst>
          </p:cNvPr>
          <p:cNvSpPr/>
          <p:nvPr/>
        </p:nvSpPr>
        <p:spPr>
          <a:xfrm>
            <a:off x="32750" y="215316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417D994-9814-95A2-25E0-E4DCB63CA0CB}"/>
              </a:ext>
            </a:extLst>
          </p:cNvPr>
          <p:cNvSpPr/>
          <p:nvPr/>
        </p:nvSpPr>
        <p:spPr>
          <a:xfrm>
            <a:off x="440117" y="319598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12F94E65-9BDC-DEB8-0C5A-1F21089DD599}"/>
              </a:ext>
            </a:extLst>
          </p:cNvPr>
          <p:cNvSpPr/>
          <p:nvPr/>
        </p:nvSpPr>
        <p:spPr>
          <a:xfrm>
            <a:off x="960189" y="319033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02152215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6DE17-9B30-7DB6-015C-7D43F521D9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A5739B48-745D-F2DB-21C4-D322B873A7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44224"/>
              </p:ext>
            </p:extLst>
          </p:nvPr>
        </p:nvGraphicFramePr>
        <p:xfrm>
          <a:off x="620930" y="785490"/>
          <a:ext cx="7208619" cy="40325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8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39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정회원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602426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017680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교육명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0524834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신청상태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3346251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수료여부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18468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3486821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유입경로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페이스북</a:t>
                      </a:r>
                      <a:endParaRPr lang="en-US" altLang="ko-KR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8020457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할인적용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5783338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증명서제출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증명서</a:t>
                      </a:r>
                      <a:r>
                        <a:rPr lang="en-US" altLang="ko-KR" sz="800" b="0" dirty="0"/>
                        <a:t>.pdf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908397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신청일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7219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08EC31-4705-1C90-824E-E3E2FCAE1376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교육 신청자 리스트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86" name="TextBox 30">
            <a:extLst>
              <a:ext uri="{FF2B5EF4-FFF2-40B4-BE49-F238E27FC236}">
                <a16:creationId xmlns:a16="http://schemas.microsoft.com/office/drawing/2014/main" id="{7CC2F88A-F6CF-D3AB-0FC8-AFECBC5B6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교육관리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교육 신청자 리스트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DC1FB34-C5C6-FB95-5FF0-720385C535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119" y="557305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 신청자 정보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A15797C-92DA-E4E5-CD95-489A2F9063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8955087"/>
              </p:ext>
            </p:extLst>
          </p:nvPr>
        </p:nvGraphicFramePr>
        <p:xfrm>
          <a:off x="9696037" y="291622"/>
          <a:ext cx="2498015" cy="6415499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교육관리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교육 신청 목록에서 신청자 추가 및 수정하는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정회원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24043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신청자 정보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-ID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버튼을 클릭 시 회원목록에서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 연락처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교육 정보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교육 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 교육 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대기자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취소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수료여부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신청여부 확인하여 신청했을 경우 수료증 관리에서 발급할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비고</a:t>
                      </a:r>
                      <a:r>
                        <a:rPr lang="en-US" altLang="ko-KR" sz="80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등록일은 등록하는 일자로 지정됩니다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관리자메모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필요 시 관리자 수기 입력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메모 필드가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개씩 추가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5972349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교육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상영회 신청상태 </a:t>
                      </a: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신청완료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정원 안으로 신청 완료 시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신청대기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정원 초과 후 신청 완료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정원 내 신청완료한 사람이 취소할 경우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자동으로 신청완료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입금 완료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무통장 입금 확인 후 관리자 수기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담당자가 취소 처리 시 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07520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AB6BB198-4D71-B63D-9CC1-F0E4523851FC}"/>
              </a:ext>
            </a:extLst>
          </p:cNvPr>
          <p:cNvSpPr/>
          <p:nvPr/>
        </p:nvSpPr>
        <p:spPr>
          <a:xfrm>
            <a:off x="2154114" y="1449705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F8E0023-B21E-CD92-3DD5-3475023A9480}"/>
              </a:ext>
            </a:extLst>
          </p:cNvPr>
          <p:cNvSpPr/>
          <p:nvPr/>
        </p:nvSpPr>
        <p:spPr>
          <a:xfrm>
            <a:off x="2154114" y="1756440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46A8ACC-34BA-16ED-04A5-469265D9090D}"/>
              </a:ext>
            </a:extLst>
          </p:cNvPr>
          <p:cNvGrpSpPr/>
          <p:nvPr/>
        </p:nvGrpSpPr>
        <p:grpSpPr>
          <a:xfrm>
            <a:off x="2154114" y="2993172"/>
            <a:ext cx="804046" cy="212366"/>
            <a:chOff x="2180902" y="4444471"/>
            <a:chExt cx="804046" cy="212366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BA5F306C-AE0C-459E-DF12-4B17307DB307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33" name="Circle">
                <a:extLst>
                  <a:ext uri="{FF2B5EF4-FFF2-40B4-BE49-F238E27FC236}">
                    <a16:creationId xmlns:a16="http://schemas.microsoft.com/office/drawing/2014/main" id="{F3E5B63E-66C7-96FB-D193-7D72B94DF693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" name="Label">
                <a:extLst>
                  <a:ext uri="{FF2B5EF4-FFF2-40B4-BE49-F238E27FC236}">
                    <a16:creationId xmlns:a16="http://schemas.microsoft.com/office/drawing/2014/main" id="{F422D438-D108-9CC5-5081-60F3310067E9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" name="그룹 34">
                <a:extLst>
                  <a:ext uri="{FF2B5EF4-FFF2-40B4-BE49-F238E27FC236}">
                    <a16:creationId xmlns:a16="http://schemas.microsoft.com/office/drawing/2014/main" id="{519FDC0A-6C7D-B321-577E-989E57084536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36" name="Circle">
                  <a:extLst>
                    <a:ext uri="{FF2B5EF4-FFF2-40B4-BE49-F238E27FC236}">
                      <a16:creationId xmlns:a16="http://schemas.microsoft.com/office/drawing/2014/main" id="{D3DC64D1-6B44-FEE1-F539-C62AE1F23043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" name="Check" hidden="1">
                  <a:extLst>
                    <a:ext uri="{FF2B5EF4-FFF2-40B4-BE49-F238E27FC236}">
                      <a16:creationId xmlns:a16="http://schemas.microsoft.com/office/drawing/2014/main" id="{C5FF119C-1DF8-AE4E-83BB-16300BD6B114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" name="Label">
                  <a:extLst>
                    <a:ext uri="{FF2B5EF4-FFF2-40B4-BE49-F238E27FC236}">
                      <a16:creationId xmlns:a16="http://schemas.microsoft.com/office/drawing/2014/main" id="{4F5E9AF2-1FB0-F032-9FD9-BFA90351027B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2" name="Check">
              <a:extLst>
                <a:ext uri="{FF2B5EF4-FFF2-40B4-BE49-F238E27FC236}">
                  <a16:creationId xmlns:a16="http://schemas.microsoft.com/office/drawing/2014/main" id="{555C48C4-C58F-8CC9-1B93-03587049CE7D}"/>
                </a:ext>
              </a:extLst>
            </p:cNvPr>
            <p:cNvSpPr/>
            <p:nvPr/>
          </p:nvSpPr>
          <p:spPr>
            <a:xfrm>
              <a:off x="2214058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BCC7A94E-CE46-6691-3315-ABF9ACB42F0D}"/>
              </a:ext>
            </a:extLst>
          </p:cNvPr>
          <p:cNvGrpSpPr/>
          <p:nvPr/>
        </p:nvGrpSpPr>
        <p:grpSpPr>
          <a:xfrm>
            <a:off x="2154114" y="1128062"/>
            <a:ext cx="2992157" cy="225862"/>
            <a:chOff x="2165309" y="1615824"/>
            <a:chExt cx="2992157" cy="225862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5B2F93B4-7CF9-DF6D-E1C3-F4721E5AC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1615824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회원검색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3E680418-C96A-87FD-2126-793E717BDD95}"/>
                </a:ext>
              </a:extLst>
            </p:cNvPr>
            <p:cNvSpPr/>
            <p:nvPr/>
          </p:nvSpPr>
          <p:spPr>
            <a:xfrm>
              <a:off x="2165309" y="1622856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A3855F5-63AD-8CD4-71F9-79E1C2CA0B19}"/>
              </a:ext>
            </a:extLst>
          </p:cNvPr>
          <p:cNvGrpSpPr/>
          <p:nvPr/>
        </p:nvGrpSpPr>
        <p:grpSpPr>
          <a:xfrm>
            <a:off x="2154114" y="2378259"/>
            <a:ext cx="2992157" cy="225862"/>
            <a:chOff x="2165309" y="2866021"/>
            <a:chExt cx="2992157" cy="225862"/>
          </a:xfrm>
        </p:grpSpPr>
        <p:sp>
          <p:nvSpPr>
            <p:cNvPr id="3" name="Button">
              <a:extLst>
                <a:ext uri="{FF2B5EF4-FFF2-40B4-BE49-F238E27FC236}">
                  <a16:creationId xmlns:a16="http://schemas.microsoft.com/office/drawing/2014/main" id="{71A13C1C-02EC-1B5B-BB3A-FD2496E32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2866021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교육검색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105761E0-1F35-9E0B-DF1B-5C3D6DEE7948}"/>
                </a:ext>
              </a:extLst>
            </p:cNvPr>
            <p:cNvSpPr/>
            <p:nvPr/>
          </p:nvSpPr>
          <p:spPr>
            <a:xfrm>
              <a:off x="2165309" y="2873053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78C6AAC-67BC-0795-C5A6-F4D0B59C64F8}"/>
              </a:ext>
            </a:extLst>
          </p:cNvPr>
          <p:cNvSpPr/>
          <p:nvPr/>
        </p:nvSpPr>
        <p:spPr>
          <a:xfrm>
            <a:off x="2154114" y="2069338"/>
            <a:ext cx="1687843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F008FAEB-D925-1329-8F45-9C46F34DB005}"/>
              </a:ext>
            </a:extLst>
          </p:cNvPr>
          <p:cNvGrpSpPr/>
          <p:nvPr/>
        </p:nvGrpSpPr>
        <p:grpSpPr>
          <a:xfrm>
            <a:off x="2154114" y="2674911"/>
            <a:ext cx="1016704" cy="241092"/>
            <a:chOff x="2183209" y="923183"/>
            <a:chExt cx="1016704" cy="241092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DD3AA593-7611-B27B-F9CC-3327FC377F23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F915C1F-5EAE-6927-D549-223ECB89B168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60E5DAE-F7B3-7C0F-81B8-3C6A8EA240DC}"/>
              </a:ext>
            </a:extLst>
          </p:cNvPr>
          <p:cNvSpPr/>
          <p:nvPr/>
        </p:nvSpPr>
        <p:spPr>
          <a:xfrm>
            <a:off x="2154114" y="3303171"/>
            <a:ext cx="5463700" cy="215805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125CD2-148B-A1AB-BEB9-A287231A13D7}"/>
              </a:ext>
            </a:extLst>
          </p:cNvPr>
          <p:cNvSpPr/>
          <p:nvPr/>
        </p:nvSpPr>
        <p:spPr>
          <a:xfrm>
            <a:off x="437865" y="241513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894CD3C-2A17-DC39-8DF8-75F425E101EF}"/>
              </a:ext>
            </a:extLst>
          </p:cNvPr>
          <p:cNvSpPr/>
          <p:nvPr/>
        </p:nvSpPr>
        <p:spPr>
          <a:xfrm>
            <a:off x="437865" y="83880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317266-39B6-2114-38D8-4969F910289D}"/>
              </a:ext>
            </a:extLst>
          </p:cNvPr>
          <p:cNvSpPr/>
          <p:nvPr/>
        </p:nvSpPr>
        <p:spPr>
          <a:xfrm>
            <a:off x="437865" y="118391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B61A7-DE12-628A-7E7D-F71BC6B8CD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954" y="493047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관리자 메모</a:t>
            </a:r>
            <a:r>
              <a:rPr lang="en-US" altLang="ko-KR" sz="900" dirty="0"/>
              <a:t>*</a:t>
            </a:r>
            <a:endParaRPr lang="ko-KR" altLang="en-US" sz="900" dirty="0"/>
          </a:p>
        </p:txBody>
      </p:sp>
      <p:cxnSp>
        <p:nvCxnSpPr>
          <p:cNvPr id="24" name="Line">
            <a:extLst>
              <a:ext uri="{FF2B5EF4-FFF2-40B4-BE49-F238E27FC236}">
                <a16:creationId xmlns:a16="http://schemas.microsoft.com/office/drawing/2014/main" id="{68A6CC4C-DB33-F735-3AED-B11B23DED089}"/>
              </a:ext>
            </a:extLst>
          </p:cNvPr>
          <p:cNvCxnSpPr>
            <a:cxnSpLocks/>
          </p:cNvCxnSpPr>
          <p:nvPr/>
        </p:nvCxnSpPr>
        <p:spPr bwMode="auto">
          <a:xfrm>
            <a:off x="594454" y="5233630"/>
            <a:ext cx="722886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0D2B73C4-6B90-1900-4D60-8130CB2203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0963452"/>
              </p:ext>
            </p:extLst>
          </p:nvPr>
        </p:nvGraphicFramePr>
        <p:xfrm>
          <a:off x="595263" y="5226499"/>
          <a:ext cx="7228058" cy="12319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34189">
                  <a:extLst>
                    <a:ext uri="{9D8B030D-6E8A-4147-A177-3AD203B41FA5}">
                      <a16:colId xmlns:a16="http://schemas.microsoft.com/office/drawing/2014/main" val="2511462850"/>
                    </a:ext>
                  </a:extLst>
                </a:gridCol>
                <a:gridCol w="1056443">
                  <a:extLst>
                    <a:ext uri="{9D8B030D-6E8A-4147-A177-3AD203B41FA5}">
                      <a16:colId xmlns:a16="http://schemas.microsoft.com/office/drawing/2014/main" val="2812314004"/>
                    </a:ext>
                  </a:extLst>
                </a:gridCol>
                <a:gridCol w="958788">
                  <a:extLst>
                    <a:ext uri="{9D8B030D-6E8A-4147-A177-3AD203B41FA5}">
                      <a16:colId xmlns:a16="http://schemas.microsoft.com/office/drawing/2014/main" val="437962750"/>
                    </a:ext>
                  </a:extLst>
                </a:gridCol>
                <a:gridCol w="978638">
                  <a:extLst>
                    <a:ext uri="{9D8B030D-6E8A-4147-A177-3AD203B41FA5}">
                      <a16:colId xmlns:a16="http://schemas.microsoft.com/office/drawing/2014/main" val="4266298258"/>
                    </a:ext>
                  </a:extLst>
                </a:gridCol>
              </a:tblGrid>
              <a:tr h="30010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생성일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삭제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4659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2024.08.01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937008"/>
                  </a:ext>
                </a:extLst>
              </a:tr>
              <a:tr h="4659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관리자 메모가 들어갑니다</a:t>
                      </a:r>
                      <a:r>
                        <a:rPr lang="en-US" altLang="ko-KR" sz="800" b="0" dirty="0"/>
                        <a:t>.</a:t>
                      </a: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6776"/>
                  </a:ext>
                </a:extLst>
              </a:tr>
            </a:tbl>
          </a:graphicData>
        </a:graphic>
      </p:graphicFrame>
      <p:sp>
        <p:nvSpPr>
          <p:cNvPr id="27" name="Button">
            <a:extLst>
              <a:ext uri="{FF2B5EF4-FFF2-40B4-BE49-F238E27FC236}">
                <a16:creationId xmlns:a16="http://schemas.microsoft.com/office/drawing/2014/main" id="{BE48B7C0-5C58-45ED-1D15-FF20C1E5160F}"/>
              </a:ext>
            </a:extLst>
          </p:cNvPr>
          <p:cNvSpPr>
            <a:spLocks/>
          </p:cNvSpPr>
          <p:nvPr/>
        </p:nvSpPr>
        <p:spPr bwMode="auto">
          <a:xfrm>
            <a:off x="7112367" y="4939802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76875A8C-7264-4A85-FB26-3344BFBD369A}"/>
              </a:ext>
            </a:extLst>
          </p:cNvPr>
          <p:cNvGrpSpPr/>
          <p:nvPr/>
        </p:nvGrpSpPr>
        <p:grpSpPr>
          <a:xfrm>
            <a:off x="5042366" y="5657300"/>
            <a:ext cx="679796" cy="210314"/>
            <a:chOff x="-4112816" y="2896922"/>
            <a:chExt cx="1687736" cy="224496"/>
          </a:xfrm>
        </p:grpSpPr>
        <p:sp>
          <p:nvSpPr>
            <p:cNvPr id="39" name="Text Box">
              <a:extLst>
                <a:ext uri="{FF2B5EF4-FFF2-40B4-BE49-F238E27FC236}">
                  <a16:creationId xmlns:a16="http://schemas.microsoft.com/office/drawing/2014/main" id="{62A4EC00-B9A0-4A56-2B9D-1D126FDB907D}"/>
                </a:ext>
              </a:extLst>
            </p:cNvPr>
            <p:cNvSpPr/>
            <p:nvPr/>
          </p:nvSpPr>
          <p:spPr>
            <a:xfrm>
              <a:off x="-4112816" y="2896922"/>
              <a:ext cx="1687736" cy="22449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700" b="0" dirty="0">
                  <a:solidFill>
                    <a:schemeClr val="tx1"/>
                  </a:solidFill>
                </a:rPr>
                <a:t>2024.11.07</a:t>
              </a:r>
              <a:endParaRPr lang="ko-KR" altLang="en-US" sz="700" u="none" dirty="0">
                <a:solidFill>
                  <a:schemeClr val="tx1"/>
                </a:solidFill>
              </a:endParaRPr>
            </a:p>
          </p:txBody>
        </p:sp>
        <p:sp>
          <p:nvSpPr>
            <p:cNvPr id="40" name="Calendar">
              <a:extLst>
                <a:ext uri="{FF2B5EF4-FFF2-40B4-BE49-F238E27FC236}">
                  <a16:creationId xmlns:a16="http://schemas.microsoft.com/office/drawing/2014/main" id="{C8B1BBF0-978B-C8EC-2982-AAD2CBDDF6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742079" y="2938153"/>
              <a:ext cx="256029" cy="142042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2" name="Button">
            <a:extLst>
              <a:ext uri="{FF2B5EF4-FFF2-40B4-BE49-F238E27FC236}">
                <a16:creationId xmlns:a16="http://schemas.microsoft.com/office/drawing/2014/main" id="{D35925E5-1AC5-67DF-CD2D-A15F9CB79157}"/>
              </a:ext>
            </a:extLst>
          </p:cNvPr>
          <p:cNvSpPr>
            <a:spLocks/>
          </p:cNvSpPr>
          <p:nvPr/>
        </p:nvSpPr>
        <p:spPr bwMode="auto">
          <a:xfrm>
            <a:off x="6124769" y="5649526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3" name="Panel">
            <a:extLst>
              <a:ext uri="{FF2B5EF4-FFF2-40B4-BE49-F238E27FC236}">
                <a16:creationId xmlns:a16="http://schemas.microsoft.com/office/drawing/2014/main" id="{0807193B-6A5C-FB6F-FCAE-428BF9E98420}"/>
              </a:ext>
            </a:extLst>
          </p:cNvPr>
          <p:cNvSpPr/>
          <p:nvPr/>
        </p:nvSpPr>
        <p:spPr>
          <a:xfrm>
            <a:off x="689377" y="5566038"/>
            <a:ext cx="4015788" cy="41574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" name="Button">
            <a:extLst>
              <a:ext uri="{FF2B5EF4-FFF2-40B4-BE49-F238E27FC236}">
                <a16:creationId xmlns:a16="http://schemas.microsoft.com/office/drawing/2014/main" id="{832F8F84-C943-7D15-A10D-5F1AC12F8A61}"/>
              </a:ext>
            </a:extLst>
          </p:cNvPr>
          <p:cNvSpPr>
            <a:spLocks/>
          </p:cNvSpPr>
          <p:nvPr/>
        </p:nvSpPr>
        <p:spPr bwMode="auto">
          <a:xfrm>
            <a:off x="6147981" y="6064879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수정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5" name="Button">
            <a:extLst>
              <a:ext uri="{FF2B5EF4-FFF2-40B4-BE49-F238E27FC236}">
                <a16:creationId xmlns:a16="http://schemas.microsoft.com/office/drawing/2014/main" id="{6B73F7A5-0853-49A5-4F62-702DB744C90F}"/>
              </a:ext>
            </a:extLst>
          </p:cNvPr>
          <p:cNvSpPr>
            <a:spLocks/>
          </p:cNvSpPr>
          <p:nvPr/>
        </p:nvSpPr>
        <p:spPr bwMode="auto">
          <a:xfrm>
            <a:off x="7125438" y="6064879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E88246F-3425-EAA5-E113-5FC5870369B8}"/>
              </a:ext>
            </a:extLst>
          </p:cNvPr>
          <p:cNvSpPr/>
          <p:nvPr/>
        </p:nvSpPr>
        <p:spPr>
          <a:xfrm>
            <a:off x="294070" y="499224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55" name="Button">
            <a:extLst>
              <a:ext uri="{FF2B5EF4-FFF2-40B4-BE49-F238E27FC236}">
                <a16:creationId xmlns:a16="http://schemas.microsoft.com/office/drawing/2014/main" id="{BC889BEB-B4FF-825E-F35F-4032BD8ED841}"/>
              </a:ext>
            </a:extLst>
          </p:cNvPr>
          <p:cNvSpPr>
            <a:spLocks/>
          </p:cNvSpPr>
          <p:nvPr/>
        </p:nvSpPr>
        <p:spPr bwMode="auto">
          <a:xfrm>
            <a:off x="6329714" y="6514313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" name="Button">
            <a:extLst>
              <a:ext uri="{FF2B5EF4-FFF2-40B4-BE49-F238E27FC236}">
                <a16:creationId xmlns:a16="http://schemas.microsoft.com/office/drawing/2014/main" id="{C0BE2E61-1675-2D6C-4E54-B8AFE716977B}"/>
              </a:ext>
            </a:extLst>
          </p:cNvPr>
          <p:cNvSpPr>
            <a:spLocks/>
          </p:cNvSpPr>
          <p:nvPr/>
        </p:nvSpPr>
        <p:spPr bwMode="auto">
          <a:xfrm>
            <a:off x="7134664" y="6514313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Button">
            <a:extLst>
              <a:ext uri="{FF2B5EF4-FFF2-40B4-BE49-F238E27FC236}">
                <a16:creationId xmlns:a16="http://schemas.microsoft.com/office/drawing/2014/main" id="{3D2962F1-3143-38AB-4734-911112FA00AA}"/>
              </a:ext>
            </a:extLst>
          </p:cNvPr>
          <p:cNvSpPr>
            <a:spLocks/>
          </p:cNvSpPr>
          <p:nvPr/>
        </p:nvSpPr>
        <p:spPr bwMode="auto">
          <a:xfrm>
            <a:off x="569195" y="6514313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96B5FE4C-2EF3-5A76-08CF-7FCE9EBD9D54}"/>
              </a:ext>
            </a:extLst>
          </p:cNvPr>
          <p:cNvGrpSpPr/>
          <p:nvPr/>
        </p:nvGrpSpPr>
        <p:grpSpPr>
          <a:xfrm>
            <a:off x="2154114" y="3910012"/>
            <a:ext cx="1016704" cy="241092"/>
            <a:chOff x="2183209" y="923183"/>
            <a:chExt cx="1016704" cy="241092"/>
          </a:xfrm>
        </p:grpSpPr>
        <p:sp>
          <p:nvSpPr>
            <p:cNvPr id="8" name="Text Box">
              <a:extLst>
                <a:ext uri="{FF2B5EF4-FFF2-40B4-BE49-F238E27FC236}">
                  <a16:creationId xmlns:a16="http://schemas.microsoft.com/office/drawing/2014/main" id="{8BED8298-83CE-81B4-1FC4-E6FC068F19A4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59A518B-C491-5554-E52F-7426511893E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027479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B73A6F-612D-AC26-26C8-0DAC8F7D5C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AD9893A-423C-DC03-966D-BE0187B9FFE2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교육목록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736FA6B3-BFD9-59FC-7E5C-A8E6FCC917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교육목록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C86FC15-594A-9877-7B35-37DA6E700B29}"/>
              </a:ext>
            </a:extLst>
          </p:cNvPr>
          <p:cNvSpPr txBox="1"/>
          <p:nvPr/>
        </p:nvSpPr>
        <p:spPr>
          <a:xfrm>
            <a:off x="-1418" y="2476948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E408D825-50F2-3A89-03D0-ECF51CF284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7651371"/>
              </p:ext>
            </p:extLst>
          </p:nvPr>
        </p:nvGraphicFramePr>
        <p:xfrm>
          <a:off x="35918" y="2696308"/>
          <a:ext cx="9554959" cy="32148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1405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28891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16316">
                  <a:extLst>
                    <a:ext uri="{9D8B030D-6E8A-4147-A177-3AD203B41FA5}">
                      <a16:colId xmlns:a16="http://schemas.microsoft.com/office/drawing/2014/main" val="2012569698"/>
                    </a:ext>
                  </a:extLst>
                </a:gridCol>
                <a:gridCol w="801838">
                  <a:extLst>
                    <a:ext uri="{9D8B030D-6E8A-4147-A177-3AD203B41FA5}">
                      <a16:colId xmlns:a16="http://schemas.microsoft.com/office/drawing/2014/main" val="9505757"/>
                    </a:ext>
                  </a:extLst>
                </a:gridCol>
                <a:gridCol w="819875">
                  <a:extLst>
                    <a:ext uri="{9D8B030D-6E8A-4147-A177-3AD203B41FA5}">
                      <a16:colId xmlns:a16="http://schemas.microsoft.com/office/drawing/2014/main" val="1632166858"/>
                    </a:ext>
                  </a:extLst>
                </a:gridCol>
                <a:gridCol w="707652">
                  <a:extLst>
                    <a:ext uri="{9D8B030D-6E8A-4147-A177-3AD203B41FA5}">
                      <a16:colId xmlns:a16="http://schemas.microsoft.com/office/drawing/2014/main" val="584772092"/>
                    </a:ext>
                  </a:extLst>
                </a:gridCol>
                <a:gridCol w="909699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730980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44845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425388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  <a:gridCol w="560738">
                  <a:extLst>
                    <a:ext uri="{9D8B030D-6E8A-4147-A177-3AD203B41FA5}">
                      <a16:colId xmlns:a16="http://schemas.microsoft.com/office/drawing/2014/main" val="334644096"/>
                    </a:ext>
                  </a:extLst>
                </a:gridCol>
                <a:gridCol w="443379">
                  <a:extLst>
                    <a:ext uri="{9D8B030D-6E8A-4147-A177-3AD203B41FA5}">
                      <a16:colId xmlns:a16="http://schemas.microsoft.com/office/drawing/2014/main" val="1238441542"/>
                    </a:ext>
                  </a:extLst>
                </a:gridCol>
                <a:gridCol w="573951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  <a:gridCol w="776959">
                  <a:extLst>
                    <a:ext uri="{9D8B030D-6E8A-4147-A177-3AD203B41FA5}">
                      <a16:colId xmlns:a16="http://schemas.microsoft.com/office/drawing/2014/main" val="2711760928"/>
                    </a:ext>
                  </a:extLst>
                </a:gridCol>
                <a:gridCol w="1299438">
                  <a:extLst>
                    <a:ext uri="{9D8B030D-6E8A-4147-A177-3AD203B41FA5}">
                      <a16:colId xmlns:a16="http://schemas.microsoft.com/office/drawing/2014/main" val="3845748139"/>
                    </a:ext>
                  </a:extLst>
                </a:gridCol>
              </a:tblGrid>
              <a:tr h="39523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교육구분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교육구분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 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시간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정원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대기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수강료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접수중</a:t>
                      </a:r>
                      <a:endParaRPr lang="en-US" altLang="ko-KR" sz="80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청소년</a:t>
                      </a:r>
                      <a:endParaRPr lang="en-US" altLang="ko-KR" sz="80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매주 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19:00~21:00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18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5615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대기접수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영상이론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DX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시대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마케딩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매주 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19:00~21:00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상설교육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DX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시대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마케딩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매주 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19:00~21:00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영상이론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DX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시대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마케딩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기타 토요일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19:00~21:00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DX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시대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마케딩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매주 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19:00~21:00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30315"/>
                  </a:ext>
                </a:extLst>
              </a:tr>
            </a:tbl>
          </a:graphicData>
        </a:graphic>
      </p:graphicFrame>
      <p:sp>
        <p:nvSpPr>
          <p:cNvPr id="80" name="Button">
            <a:extLst>
              <a:ext uri="{FF2B5EF4-FFF2-40B4-BE49-F238E27FC236}">
                <a16:creationId xmlns:a16="http://schemas.microsoft.com/office/drawing/2014/main" id="{33981191-7F34-2A07-C0AC-308E93CD15CC}"/>
              </a:ext>
            </a:extLst>
          </p:cNvPr>
          <p:cNvSpPr>
            <a:spLocks/>
          </p:cNvSpPr>
          <p:nvPr/>
        </p:nvSpPr>
        <p:spPr bwMode="auto">
          <a:xfrm>
            <a:off x="8169192" y="596491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C93AE8B7-0DCE-6276-F168-13D4ED4A49CA}"/>
              </a:ext>
            </a:extLst>
          </p:cNvPr>
          <p:cNvSpPr/>
          <p:nvPr/>
        </p:nvSpPr>
        <p:spPr>
          <a:xfrm>
            <a:off x="8974254" y="5964911"/>
            <a:ext cx="68199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w="med" len="med"/>
            <a:tailEnd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/>
                <a:cs typeface="Segoe UI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/>
              <a:cs typeface="Segoe UI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BC889DD4-3405-CF7B-C427-59BAA901B7AB}"/>
              </a:ext>
            </a:extLst>
          </p:cNvPr>
          <p:cNvGrpSpPr/>
          <p:nvPr/>
        </p:nvGrpSpPr>
        <p:grpSpPr>
          <a:xfrm>
            <a:off x="8509536" y="2391801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2ED9B640-5D6D-561C-47AF-C25BFF9A7353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5B6A78A7-6C59-90A8-F600-792C107B51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1BB3F6FC-AF24-375E-24C5-33ACE3F73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663C033A-17DE-D5AC-7E23-0DB8BBF99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BA8C947C-A94B-8A9C-AD97-B05284B486AD}"/>
              </a:ext>
            </a:extLst>
          </p:cNvPr>
          <p:cNvSpPr txBox="1"/>
          <p:nvPr/>
        </p:nvSpPr>
        <p:spPr>
          <a:xfrm>
            <a:off x="-1418" y="726120"/>
            <a:ext cx="18568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spcBef>
                <a:spcPct val="0"/>
              </a:spcBef>
            </a:pPr>
            <a:r>
              <a:rPr lang="ko-KR" altLang="en-US" sz="800" b="1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교육목록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800" dirty="0"/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99801EDE-D705-9155-A094-65B8C42D03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4532559"/>
              </p:ext>
            </p:extLst>
          </p:nvPr>
        </p:nvGraphicFramePr>
        <p:xfrm>
          <a:off x="35918" y="932938"/>
          <a:ext cx="5968845" cy="14080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531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2777">
                  <a:extLst>
                    <a:ext uri="{9D8B030D-6E8A-4147-A177-3AD203B41FA5}">
                      <a16:colId xmlns:a16="http://schemas.microsoft.com/office/drawing/2014/main" val="2290178119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0782269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카테고리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7381470"/>
                  </a:ext>
                </a:extLst>
              </a:tr>
            </a:tbl>
          </a:graphicData>
        </a:graphic>
      </p:graphicFrame>
      <p:sp>
        <p:nvSpPr>
          <p:cNvPr id="53" name="직사각형 52">
            <a:extLst>
              <a:ext uri="{FF2B5EF4-FFF2-40B4-BE49-F238E27FC236}">
                <a16:creationId xmlns:a16="http://schemas.microsoft.com/office/drawing/2014/main" id="{81A0AD90-2A05-4C40-1AFE-99C0A80F37F0}"/>
              </a:ext>
            </a:extLst>
          </p:cNvPr>
          <p:cNvSpPr/>
          <p:nvPr/>
        </p:nvSpPr>
        <p:spPr>
          <a:xfrm>
            <a:off x="5048446" y="971550"/>
            <a:ext cx="920193" cy="131445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B2F47863-A2F7-1790-743B-A80A717C2772}"/>
              </a:ext>
            </a:extLst>
          </p:cNvPr>
          <p:cNvGrpSpPr/>
          <p:nvPr/>
        </p:nvGrpSpPr>
        <p:grpSpPr>
          <a:xfrm>
            <a:off x="1546863" y="1683826"/>
            <a:ext cx="3402778" cy="254704"/>
            <a:chOff x="1546863" y="1666574"/>
            <a:chExt cx="3402778" cy="254704"/>
          </a:xfrm>
        </p:grpSpPr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E207961A-BBE4-7CFE-B0AB-16CA9079CB4A}"/>
                </a:ext>
              </a:extLst>
            </p:cNvPr>
            <p:cNvGrpSpPr/>
            <p:nvPr/>
          </p:nvGrpSpPr>
          <p:grpSpPr>
            <a:xfrm>
              <a:off x="1546863" y="1666574"/>
              <a:ext cx="1510731" cy="249177"/>
              <a:chOff x="1846644" y="2900860"/>
              <a:chExt cx="1687736" cy="241092"/>
            </a:xfrm>
          </p:grpSpPr>
          <p:sp>
            <p:nvSpPr>
              <p:cNvPr id="56" name="Text Box">
                <a:extLst>
                  <a:ext uri="{FF2B5EF4-FFF2-40B4-BE49-F238E27FC236}">
                    <a16:creationId xmlns:a16="http://schemas.microsoft.com/office/drawing/2014/main" id="{5B046CB9-8BA6-39C4-72DF-42AA205AA4D9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57" name="Calendar">
                <a:extLst>
                  <a:ext uri="{FF2B5EF4-FFF2-40B4-BE49-F238E27FC236}">
                    <a16:creationId xmlns:a16="http://schemas.microsoft.com/office/drawing/2014/main" id="{2913D67D-13CA-8951-DEE2-28480500F8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A820AB30-8AEB-7963-6CAD-8B9333A777C7}"/>
                </a:ext>
              </a:extLst>
            </p:cNvPr>
            <p:cNvGrpSpPr/>
            <p:nvPr/>
          </p:nvGrpSpPr>
          <p:grpSpPr>
            <a:xfrm>
              <a:off x="3438910" y="1672101"/>
              <a:ext cx="1510731" cy="249177"/>
              <a:chOff x="1846644" y="2900860"/>
              <a:chExt cx="1687736" cy="241092"/>
            </a:xfrm>
          </p:grpSpPr>
          <p:sp>
            <p:nvSpPr>
              <p:cNvPr id="59" name="Text Box">
                <a:extLst>
                  <a:ext uri="{FF2B5EF4-FFF2-40B4-BE49-F238E27FC236}">
                    <a16:creationId xmlns:a16="http://schemas.microsoft.com/office/drawing/2014/main" id="{7A9F0116-9CCB-1A1E-E628-14298288A925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60" name="Calendar">
                <a:extLst>
                  <a:ext uri="{FF2B5EF4-FFF2-40B4-BE49-F238E27FC236}">
                    <a16:creationId xmlns:a16="http://schemas.microsoft.com/office/drawing/2014/main" id="{92753A7D-AC7F-FEDF-CD42-EC9D7A27B01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" name="TextBox 30">
              <a:extLst>
                <a:ext uri="{FF2B5EF4-FFF2-40B4-BE49-F238E27FC236}">
                  <a16:creationId xmlns:a16="http://schemas.microsoft.com/office/drawing/2014/main" id="{CB91930F-2BA1-19B2-A377-990C562F5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3077" y="1667108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pic>
        <p:nvPicPr>
          <p:cNvPr id="64" name="그림 63">
            <a:extLst>
              <a:ext uri="{FF2B5EF4-FFF2-40B4-BE49-F238E27FC236}">
                <a16:creationId xmlns:a16="http://schemas.microsoft.com/office/drawing/2014/main" id="{C509FEDA-E101-C652-B4D5-832B527829D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16738" y="2394784"/>
            <a:ext cx="1047750" cy="228600"/>
          </a:xfrm>
          <a:prstGeom prst="rect">
            <a:avLst/>
          </a:prstGeom>
        </p:spPr>
      </p:pic>
      <p:sp>
        <p:nvSpPr>
          <p:cNvPr id="10" name="Pagination">
            <a:extLst>
              <a:ext uri="{FF2B5EF4-FFF2-40B4-BE49-F238E27FC236}">
                <a16:creationId xmlns:a16="http://schemas.microsoft.com/office/drawing/2014/main" id="{B9001AAA-F808-D245-4C32-0EC9AE20FC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6313963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7550766-5228-6441-523F-2E715B8AF3A3}"/>
              </a:ext>
            </a:extLst>
          </p:cNvPr>
          <p:cNvSpPr/>
          <p:nvPr/>
        </p:nvSpPr>
        <p:spPr>
          <a:xfrm>
            <a:off x="630787" y="75857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3DBE239-17EF-1AE9-6F6D-85A447E4830D}"/>
              </a:ext>
            </a:extLst>
          </p:cNvPr>
          <p:cNvSpPr/>
          <p:nvPr/>
        </p:nvSpPr>
        <p:spPr>
          <a:xfrm>
            <a:off x="8357533" y="304309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16CB692-7E17-44F2-A29F-BB66C432D873}"/>
              </a:ext>
            </a:extLst>
          </p:cNvPr>
          <p:cNvSpPr/>
          <p:nvPr/>
        </p:nvSpPr>
        <p:spPr>
          <a:xfrm>
            <a:off x="8167118" y="585654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7A62A6B7-5BD2-D3A9-615A-B542101CEA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8790942"/>
              </p:ext>
            </p:extLst>
          </p:nvPr>
        </p:nvGraphicFramePr>
        <p:xfrm>
          <a:off x="9693985" y="295164"/>
          <a:ext cx="2498015" cy="58820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교육관리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교육 등록 및 수정할 수 있는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228600" indent="-228600" algn="l">
                        <a:lnSpc>
                          <a:spcPct val="150000"/>
                        </a:lnSpc>
                        <a:buFontTx/>
                        <a:buAutoNum type="arabicPeriod"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접수중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대기접수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교육중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종료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상설교육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공동체 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교육명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교육구분명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1,2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지역기관지원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....'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처럼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표시히고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마우스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호버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시 전체 표시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(*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이름이 깁니다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127929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3.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/>
                        </a:rPr>
                        <a:t>교육명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신청자 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8181018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4</a:t>
                      </a: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복사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상세에서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복사하기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spc="0" normalizeH="0" baseline="0" noProof="0" dirty="0" err="1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복사하시겠습니까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표출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제일 상단으로 리스트를 생성됨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교육 등록 시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두자리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숫자의 고유 번호 부여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9259787"/>
                  </a:ext>
                </a:extLst>
              </a:tr>
            </a:tbl>
          </a:graphicData>
        </a:graphic>
      </p:graphicFrame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C22CBF-3563-C545-4115-5FF885869EFB}"/>
              </a:ext>
            </a:extLst>
          </p:cNvPr>
          <p:cNvGrpSpPr/>
          <p:nvPr/>
        </p:nvGrpSpPr>
        <p:grpSpPr>
          <a:xfrm>
            <a:off x="1546864" y="1334833"/>
            <a:ext cx="1016704" cy="241092"/>
            <a:chOff x="2142872" y="1285558"/>
            <a:chExt cx="1016704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64A055AC-1FE7-85ED-A37D-0D7DCBFFAFF5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15E03EC-4281-68BE-5378-78B07E2360BF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DDD2C9C-FB55-4161-8054-BE46880E07F7}"/>
              </a:ext>
            </a:extLst>
          </p:cNvPr>
          <p:cNvGrpSpPr/>
          <p:nvPr/>
        </p:nvGrpSpPr>
        <p:grpSpPr>
          <a:xfrm>
            <a:off x="8287220" y="3241364"/>
            <a:ext cx="1303656" cy="249878"/>
            <a:chOff x="8103065" y="3245809"/>
            <a:chExt cx="1303656" cy="249878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24632282-C154-8AAD-78B1-2DF1F4C9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2EA24B7C-BEF8-E218-BF8C-700E64A1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Button">
              <a:extLst>
                <a:ext uri="{FF2B5EF4-FFF2-40B4-BE49-F238E27FC236}">
                  <a16:creationId xmlns:a16="http://schemas.microsoft.com/office/drawing/2014/main" id="{CFA5F670-1896-ECC7-C0BC-5D7B6B55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" name="Text Box">
            <a:extLst>
              <a:ext uri="{FF2B5EF4-FFF2-40B4-BE49-F238E27FC236}">
                <a16:creationId xmlns:a16="http://schemas.microsoft.com/office/drawing/2014/main" id="{A0D3A533-91AB-D31C-1EDB-C259C56E64A5}"/>
              </a:ext>
            </a:extLst>
          </p:cNvPr>
          <p:cNvSpPr/>
          <p:nvPr/>
        </p:nvSpPr>
        <p:spPr>
          <a:xfrm>
            <a:off x="2611380" y="2030817"/>
            <a:ext cx="2338261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841A2D4C-3935-4AC7-22EE-53462045B223}"/>
              </a:ext>
            </a:extLst>
          </p:cNvPr>
          <p:cNvGrpSpPr/>
          <p:nvPr/>
        </p:nvGrpSpPr>
        <p:grpSpPr>
          <a:xfrm>
            <a:off x="1546865" y="2039323"/>
            <a:ext cx="1016704" cy="241092"/>
            <a:chOff x="2142872" y="1285558"/>
            <a:chExt cx="1016704" cy="241092"/>
          </a:xfrm>
        </p:grpSpPr>
        <p:sp>
          <p:nvSpPr>
            <p:cNvPr id="19" name="Text Box">
              <a:extLst>
                <a:ext uri="{FF2B5EF4-FFF2-40B4-BE49-F238E27FC236}">
                  <a16:creationId xmlns:a16="http://schemas.microsoft.com/office/drawing/2014/main" id="{219C3424-28C1-70FB-45A0-4376DA0B976F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DBE11E4-327A-C0C8-6F3B-FAA8BEC6E059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3386D66-F281-E790-D8B6-067F1FA97667}"/>
              </a:ext>
            </a:extLst>
          </p:cNvPr>
          <p:cNvGrpSpPr/>
          <p:nvPr/>
        </p:nvGrpSpPr>
        <p:grpSpPr>
          <a:xfrm>
            <a:off x="1546864" y="974955"/>
            <a:ext cx="1016704" cy="241092"/>
            <a:chOff x="2142872" y="1285558"/>
            <a:chExt cx="1016704" cy="241092"/>
          </a:xfrm>
        </p:grpSpPr>
        <p:sp>
          <p:nvSpPr>
            <p:cNvPr id="46" name="Text Box">
              <a:extLst>
                <a:ext uri="{FF2B5EF4-FFF2-40B4-BE49-F238E27FC236}">
                  <a16:creationId xmlns:a16="http://schemas.microsoft.com/office/drawing/2014/main" id="{5EB192C4-FB3A-F06C-4016-032DC02261F7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4D73FE9-2E0B-7B39-0ECD-66FCD2B8DED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D661827C-960D-6D4D-846C-FE89ED5B98F0}"/>
              </a:ext>
            </a:extLst>
          </p:cNvPr>
          <p:cNvGrpSpPr/>
          <p:nvPr/>
        </p:nvGrpSpPr>
        <p:grpSpPr>
          <a:xfrm>
            <a:off x="8287220" y="3795944"/>
            <a:ext cx="1303656" cy="249878"/>
            <a:chOff x="8103065" y="3245809"/>
            <a:chExt cx="1303656" cy="249878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04F17CFD-F9AB-8C82-DB69-06EA67C5C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Button">
              <a:extLst>
                <a:ext uri="{FF2B5EF4-FFF2-40B4-BE49-F238E27FC236}">
                  <a16:creationId xmlns:a16="http://schemas.microsoft.com/office/drawing/2014/main" id="{CD45692A-78CF-5CF6-9369-8148A3C7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Button">
              <a:extLst>
                <a:ext uri="{FF2B5EF4-FFF2-40B4-BE49-F238E27FC236}">
                  <a16:creationId xmlns:a16="http://schemas.microsoft.com/office/drawing/2014/main" id="{96ADFF4E-3C10-5DEE-FB81-04EF9B81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CEB3BCF6-885D-BFBC-6D4F-BFAFBA3D3D05}"/>
              </a:ext>
            </a:extLst>
          </p:cNvPr>
          <p:cNvGrpSpPr/>
          <p:nvPr/>
        </p:nvGrpSpPr>
        <p:grpSpPr>
          <a:xfrm>
            <a:off x="8287220" y="4358406"/>
            <a:ext cx="1303656" cy="249878"/>
            <a:chOff x="8103065" y="3245809"/>
            <a:chExt cx="1303656" cy="249878"/>
          </a:xfrm>
        </p:grpSpPr>
        <p:sp>
          <p:nvSpPr>
            <p:cNvPr id="67" name="Button">
              <a:extLst>
                <a:ext uri="{FF2B5EF4-FFF2-40B4-BE49-F238E27FC236}">
                  <a16:creationId xmlns:a16="http://schemas.microsoft.com/office/drawing/2014/main" id="{8861EC71-67EE-3D87-1BA9-8976BE3DB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Button">
              <a:extLst>
                <a:ext uri="{FF2B5EF4-FFF2-40B4-BE49-F238E27FC236}">
                  <a16:creationId xmlns:a16="http://schemas.microsoft.com/office/drawing/2014/main" id="{ABB00943-E892-BC6B-0808-F3AC08E7F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" name="Button">
              <a:extLst>
                <a:ext uri="{FF2B5EF4-FFF2-40B4-BE49-F238E27FC236}">
                  <a16:creationId xmlns:a16="http://schemas.microsoft.com/office/drawing/2014/main" id="{88F1F57F-A29A-FB70-DB65-5D69C710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60EF8DF0-65F9-342A-376E-8CB2E4339BEC}"/>
              </a:ext>
            </a:extLst>
          </p:cNvPr>
          <p:cNvGrpSpPr/>
          <p:nvPr/>
        </p:nvGrpSpPr>
        <p:grpSpPr>
          <a:xfrm>
            <a:off x="8287220" y="4953184"/>
            <a:ext cx="1303656" cy="249878"/>
            <a:chOff x="8103065" y="3245809"/>
            <a:chExt cx="1303656" cy="249878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D3FB1C87-3C76-9C06-6F2E-248CC654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99569998-34F2-0D3D-C978-84270730F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Button">
              <a:extLst>
                <a:ext uri="{FF2B5EF4-FFF2-40B4-BE49-F238E27FC236}">
                  <a16:creationId xmlns:a16="http://schemas.microsoft.com/office/drawing/2014/main" id="{DF0D1658-51DF-44B1-299D-B0DD2A96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5DF06D51-0770-CF46-DF08-2F48BE2023B7}"/>
              </a:ext>
            </a:extLst>
          </p:cNvPr>
          <p:cNvGrpSpPr/>
          <p:nvPr/>
        </p:nvGrpSpPr>
        <p:grpSpPr>
          <a:xfrm>
            <a:off x="8287220" y="5503823"/>
            <a:ext cx="1303656" cy="249878"/>
            <a:chOff x="8103065" y="3245809"/>
            <a:chExt cx="1303656" cy="249878"/>
          </a:xfrm>
        </p:grpSpPr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B581B672-C3FB-3E05-44C3-F1FD98D74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Button">
              <a:extLst>
                <a:ext uri="{FF2B5EF4-FFF2-40B4-BE49-F238E27FC236}">
                  <a16:creationId xmlns:a16="http://schemas.microsoft.com/office/drawing/2014/main" id="{0E0EFF81-E423-7E7F-FFC7-3962A8E6E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utton">
              <a:extLst>
                <a:ext uri="{FF2B5EF4-FFF2-40B4-BE49-F238E27FC236}">
                  <a16:creationId xmlns:a16="http://schemas.microsoft.com/office/drawing/2014/main" id="{C0862C8A-138C-7FF4-D63D-17BF4997C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E9A50FF-0B41-AE6D-A19B-9CA20951A160}"/>
              </a:ext>
            </a:extLst>
          </p:cNvPr>
          <p:cNvGrpSpPr/>
          <p:nvPr/>
        </p:nvGrpSpPr>
        <p:grpSpPr>
          <a:xfrm>
            <a:off x="2611380" y="1340743"/>
            <a:ext cx="1016704" cy="241092"/>
            <a:chOff x="2142872" y="1285558"/>
            <a:chExt cx="1016704" cy="241092"/>
          </a:xfrm>
        </p:grpSpPr>
        <p:sp>
          <p:nvSpPr>
            <p:cNvPr id="13" name="Text Box">
              <a:extLst>
                <a:ext uri="{FF2B5EF4-FFF2-40B4-BE49-F238E27FC236}">
                  <a16:creationId xmlns:a16="http://schemas.microsoft.com/office/drawing/2014/main" id="{C3F19F15-B807-7370-EA33-EA59616D3672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FB0BDC4-0ADF-8E2D-1C70-8F40BD665219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29B91D0-6665-5AB7-99A3-B7EFF29B80BD}"/>
              </a:ext>
            </a:extLst>
          </p:cNvPr>
          <p:cNvSpPr/>
          <p:nvPr/>
        </p:nvSpPr>
        <p:spPr>
          <a:xfrm>
            <a:off x="2108833" y="313756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D647E3E-581D-EC24-E862-D1CC5B93C2D0}"/>
              </a:ext>
            </a:extLst>
          </p:cNvPr>
          <p:cNvSpPr/>
          <p:nvPr/>
        </p:nvSpPr>
        <p:spPr>
          <a:xfrm>
            <a:off x="3363293" y="305823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355823692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F0D93-5CCA-F0E4-8C91-A5157A8AE1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1FDB9737-781D-BED9-48B7-C3FDF0D56A5B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교육 목록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 (1/1)</a:t>
            </a:r>
            <a:endParaRPr lang="ko-KR" altLang="en-US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A0957854-E6EB-A0AB-C1C9-1C3F6C81E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교육관리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교육목록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F2965D7-2575-4D7E-7B9A-8F917D04D0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492384"/>
              </p:ext>
            </p:extLst>
          </p:nvPr>
        </p:nvGraphicFramePr>
        <p:xfrm>
          <a:off x="9682708" y="285226"/>
          <a:ext cx="2509292" cy="92937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92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7095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교육을 상세하게 작성 및 등록된 교육을 수정할 수 있는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8418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F2010BB2-354E-5E02-E564-E90F422F5F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830822"/>
              </p:ext>
            </p:extLst>
          </p:nvPr>
        </p:nvGraphicFramePr>
        <p:xfrm>
          <a:off x="9682708" y="1203007"/>
          <a:ext cx="2509292" cy="575827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5092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3830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분류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접수 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접수중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접수기간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대기접수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정원 초과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),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교육중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교육기간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종료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교육기간 완료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 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교육구분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1 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상설 교육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공동체교육 으로 지정할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교육구분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2: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 따라 카테고리를 선택할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접수기간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요일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매주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격주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기타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월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금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토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대기자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: 20~50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수강료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143974"/>
                  </a:ext>
                </a:extLst>
              </a:tr>
              <a:tr h="43830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썸네일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 첨부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버튼 클릭 시 외부에서 파일을 업로드하는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사용자 페이지에서 썸네일로 노출됨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8833804"/>
                  </a:ext>
                </a:extLst>
              </a:tr>
              <a:tr h="43830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강사등록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 클릭 후 등록한 강사를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5582486"/>
                  </a:ext>
                </a:extLst>
              </a:tr>
              <a:tr h="43830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 페이지에서 노출여부를 선택하는 기능입니다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노출은 기본적으로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지정됨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332726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B30782F-5371-3E66-23E2-9CBFBF69BB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486583"/>
              </p:ext>
            </p:extLst>
          </p:nvPr>
        </p:nvGraphicFramePr>
        <p:xfrm>
          <a:off x="610056" y="1252068"/>
          <a:ext cx="7397170" cy="50238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접수 구분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                        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교육 구분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교육명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접수기간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916101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교육기간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88430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31593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시간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375715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정원*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095460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대기자*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50476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수강료*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                                         </a:t>
                      </a:r>
                      <a:r>
                        <a:rPr lang="ko-KR" altLang="en-US" sz="800" b="0" dirty="0"/>
                        <a:t>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895212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썸네일*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/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899095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강사 등록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661929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노출 여부*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691710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2024.09.30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7130565"/>
                  </a:ext>
                </a:extLst>
              </a:tr>
            </a:tbl>
          </a:graphicData>
        </a:graphic>
      </p:graphicFrame>
      <p:sp>
        <p:nvSpPr>
          <p:cNvPr id="42" name="직사각형 41">
            <a:extLst>
              <a:ext uri="{FF2B5EF4-FFF2-40B4-BE49-F238E27FC236}">
                <a16:creationId xmlns:a16="http://schemas.microsoft.com/office/drawing/2014/main" id="{101CCA0E-FEB4-9B3F-2851-6A95EAB81C02}"/>
              </a:ext>
            </a:extLst>
          </p:cNvPr>
          <p:cNvSpPr/>
          <p:nvPr/>
        </p:nvSpPr>
        <p:spPr>
          <a:xfrm>
            <a:off x="400624" y="1311531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47" name="Text Box">
            <a:extLst>
              <a:ext uri="{FF2B5EF4-FFF2-40B4-BE49-F238E27FC236}">
                <a16:creationId xmlns:a16="http://schemas.microsoft.com/office/drawing/2014/main" id="{5FD3ED44-F251-D209-B2D6-16EA624FBCD5}"/>
              </a:ext>
            </a:extLst>
          </p:cNvPr>
          <p:cNvSpPr/>
          <p:nvPr/>
        </p:nvSpPr>
        <p:spPr>
          <a:xfrm>
            <a:off x="2192380" y="1928336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38066824-1462-A896-5084-26003E2CDCF2}"/>
              </a:ext>
            </a:extLst>
          </p:cNvPr>
          <p:cNvGrpSpPr/>
          <p:nvPr/>
        </p:nvGrpSpPr>
        <p:grpSpPr>
          <a:xfrm>
            <a:off x="2192380" y="1597881"/>
            <a:ext cx="2089500" cy="243663"/>
            <a:chOff x="2161443" y="1597881"/>
            <a:chExt cx="2089500" cy="243663"/>
          </a:xfrm>
        </p:grpSpPr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23E5AB77-B40C-9FC2-F263-EF409A5FF978}"/>
                </a:ext>
              </a:extLst>
            </p:cNvPr>
            <p:cNvGrpSpPr/>
            <p:nvPr/>
          </p:nvGrpSpPr>
          <p:grpSpPr>
            <a:xfrm>
              <a:off x="2161443" y="1600452"/>
              <a:ext cx="1016704" cy="241092"/>
              <a:chOff x="2142872" y="1285558"/>
              <a:chExt cx="1016704" cy="241092"/>
            </a:xfrm>
          </p:grpSpPr>
          <p:sp>
            <p:nvSpPr>
              <p:cNvPr id="13" name="Text Box">
                <a:extLst>
                  <a:ext uri="{FF2B5EF4-FFF2-40B4-BE49-F238E27FC236}">
                    <a16:creationId xmlns:a16="http://schemas.microsoft.com/office/drawing/2014/main" id="{E79560E1-6833-60F9-0C6A-1FFB521895D7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38C5344-0F80-DAE5-87D6-70686780BFAF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9CA16435-EEDC-3167-4ECF-97E23CBDD4DE}"/>
                </a:ext>
              </a:extLst>
            </p:cNvPr>
            <p:cNvGrpSpPr/>
            <p:nvPr/>
          </p:nvGrpSpPr>
          <p:grpSpPr>
            <a:xfrm>
              <a:off x="3234239" y="1597881"/>
              <a:ext cx="1016704" cy="241092"/>
              <a:chOff x="2142872" y="1285558"/>
              <a:chExt cx="1016704" cy="241092"/>
            </a:xfrm>
          </p:grpSpPr>
          <p:sp>
            <p:nvSpPr>
              <p:cNvPr id="23" name="Text Box">
                <a:extLst>
                  <a:ext uri="{FF2B5EF4-FFF2-40B4-BE49-F238E27FC236}">
                    <a16:creationId xmlns:a16="http://schemas.microsoft.com/office/drawing/2014/main" id="{1FDFDADE-BEA0-D457-CA0F-A2E8AA7DEF3D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59591DF-0D5D-D115-4833-0FEF365D6AB9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B2994A53-B2C4-DD46-2F1C-DF6C53022D3D}"/>
              </a:ext>
            </a:extLst>
          </p:cNvPr>
          <p:cNvGrpSpPr/>
          <p:nvPr/>
        </p:nvGrpSpPr>
        <p:grpSpPr>
          <a:xfrm>
            <a:off x="2192380" y="2230386"/>
            <a:ext cx="2286789" cy="246221"/>
            <a:chOff x="2108003" y="5164991"/>
            <a:chExt cx="2286789" cy="246221"/>
          </a:xfrm>
        </p:grpSpPr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54E0528B-D6D4-D957-B125-9818D3CF9DB2}"/>
                </a:ext>
              </a:extLst>
            </p:cNvPr>
            <p:cNvGrpSpPr/>
            <p:nvPr/>
          </p:nvGrpSpPr>
          <p:grpSpPr>
            <a:xfrm>
              <a:off x="2108003" y="5167555"/>
              <a:ext cx="1005892" cy="241092"/>
              <a:chOff x="2153685" y="2540395"/>
              <a:chExt cx="1005892" cy="241092"/>
            </a:xfrm>
          </p:grpSpPr>
          <p:sp>
            <p:nvSpPr>
              <p:cNvPr id="50" name="Text Box">
                <a:extLst>
                  <a:ext uri="{FF2B5EF4-FFF2-40B4-BE49-F238E27FC236}">
                    <a16:creationId xmlns:a16="http://schemas.microsoft.com/office/drawing/2014/main" id="{A1CB3E2C-0470-74D8-A097-2D63AC0E17CD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" name="Calendar">
                <a:extLst>
                  <a:ext uri="{FF2B5EF4-FFF2-40B4-BE49-F238E27FC236}">
                    <a16:creationId xmlns:a16="http://schemas.microsoft.com/office/drawing/2014/main" id="{FAD7A93C-8FB9-BDE1-A2BE-5B129ADA92B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1FBD2045-0222-3DCE-F651-567E8BE71E97}"/>
                </a:ext>
              </a:extLst>
            </p:cNvPr>
            <p:cNvGrpSpPr/>
            <p:nvPr/>
          </p:nvGrpSpPr>
          <p:grpSpPr>
            <a:xfrm>
              <a:off x="3388900" y="5167555"/>
              <a:ext cx="1005892" cy="241092"/>
              <a:chOff x="2153685" y="2540395"/>
              <a:chExt cx="1005892" cy="241092"/>
            </a:xfrm>
          </p:grpSpPr>
          <p:sp>
            <p:nvSpPr>
              <p:cNvPr id="45" name="Text Box">
                <a:extLst>
                  <a:ext uri="{FF2B5EF4-FFF2-40B4-BE49-F238E27FC236}">
                    <a16:creationId xmlns:a16="http://schemas.microsoft.com/office/drawing/2014/main" id="{B0AFE6BC-B186-730E-AFAE-6164964B4B35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Calendar">
                <a:extLst>
                  <a:ext uri="{FF2B5EF4-FFF2-40B4-BE49-F238E27FC236}">
                    <a16:creationId xmlns:a16="http://schemas.microsoft.com/office/drawing/2014/main" id="{C94538B5-970F-4FB8-A97E-7E40BF0F40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1138AA1B-55A5-112D-0614-A29D2E3BEDBE}"/>
                </a:ext>
              </a:extLst>
            </p:cNvPr>
            <p:cNvSpPr txBox="1"/>
            <p:nvPr/>
          </p:nvSpPr>
          <p:spPr>
            <a:xfrm>
              <a:off x="3114181" y="5164991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6983711-9220-E449-D986-FC615DEEBC70}"/>
              </a:ext>
            </a:extLst>
          </p:cNvPr>
          <p:cNvGrpSpPr/>
          <p:nvPr/>
        </p:nvGrpSpPr>
        <p:grpSpPr>
          <a:xfrm>
            <a:off x="2192380" y="2552738"/>
            <a:ext cx="2286789" cy="246221"/>
            <a:chOff x="2108003" y="5164991"/>
            <a:chExt cx="2286789" cy="246221"/>
          </a:xfrm>
        </p:grpSpPr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06B0091E-4518-D7DE-4678-4F1BB2B977A7}"/>
                </a:ext>
              </a:extLst>
            </p:cNvPr>
            <p:cNvGrpSpPr/>
            <p:nvPr/>
          </p:nvGrpSpPr>
          <p:grpSpPr>
            <a:xfrm>
              <a:off x="2108003" y="5167555"/>
              <a:ext cx="1005892" cy="241092"/>
              <a:chOff x="2153685" y="2540395"/>
              <a:chExt cx="1005892" cy="241092"/>
            </a:xfrm>
          </p:grpSpPr>
          <p:sp>
            <p:nvSpPr>
              <p:cNvPr id="68" name="Text Box">
                <a:extLst>
                  <a:ext uri="{FF2B5EF4-FFF2-40B4-BE49-F238E27FC236}">
                    <a16:creationId xmlns:a16="http://schemas.microsoft.com/office/drawing/2014/main" id="{34C475C8-8172-E959-D4A3-70A0B457603A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9" name="Calendar">
                <a:extLst>
                  <a:ext uri="{FF2B5EF4-FFF2-40B4-BE49-F238E27FC236}">
                    <a16:creationId xmlns:a16="http://schemas.microsoft.com/office/drawing/2014/main" id="{5BE531C2-6129-2569-046A-500C2F996A4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0FBC6A7E-47FC-8CBA-6CD3-81672CC2FDE5}"/>
                </a:ext>
              </a:extLst>
            </p:cNvPr>
            <p:cNvGrpSpPr/>
            <p:nvPr/>
          </p:nvGrpSpPr>
          <p:grpSpPr>
            <a:xfrm>
              <a:off x="3388900" y="5167555"/>
              <a:ext cx="1005892" cy="241092"/>
              <a:chOff x="2153685" y="2540395"/>
              <a:chExt cx="1005892" cy="241092"/>
            </a:xfrm>
          </p:grpSpPr>
          <p:sp>
            <p:nvSpPr>
              <p:cNvPr id="66" name="Text Box">
                <a:extLst>
                  <a:ext uri="{FF2B5EF4-FFF2-40B4-BE49-F238E27FC236}">
                    <a16:creationId xmlns:a16="http://schemas.microsoft.com/office/drawing/2014/main" id="{509BCABB-73A5-6BFE-17AC-9F78879500B2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Calendar">
                <a:extLst>
                  <a:ext uri="{FF2B5EF4-FFF2-40B4-BE49-F238E27FC236}">
                    <a16:creationId xmlns:a16="http://schemas.microsoft.com/office/drawing/2014/main" id="{CD43BC71-8CDD-0138-3C69-1A19C58788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50E03A5-060F-6209-DB28-D0B65048B4A4}"/>
                </a:ext>
              </a:extLst>
            </p:cNvPr>
            <p:cNvSpPr txBox="1"/>
            <p:nvPr/>
          </p:nvSpPr>
          <p:spPr>
            <a:xfrm>
              <a:off x="3114181" y="5164991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0C6DE667-5411-3528-7F68-9C806C20F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0319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교육 등록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FCFB577-D75D-95BA-D94A-01DD3FC6EB59}"/>
              </a:ext>
            </a:extLst>
          </p:cNvPr>
          <p:cNvSpPr/>
          <p:nvPr/>
        </p:nvSpPr>
        <p:spPr>
          <a:xfrm>
            <a:off x="352115" y="5712008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4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9E4191C-B869-5E31-6ED0-F81DC1952993}"/>
              </a:ext>
            </a:extLst>
          </p:cNvPr>
          <p:cNvSpPr/>
          <p:nvPr/>
        </p:nvSpPr>
        <p:spPr>
          <a:xfrm>
            <a:off x="353352" y="4794091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2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0EBE6B0-B5B5-1932-9EC4-EC7DB03949D5}"/>
              </a:ext>
            </a:extLst>
          </p:cNvPr>
          <p:cNvSpPr/>
          <p:nvPr/>
        </p:nvSpPr>
        <p:spPr>
          <a:xfrm>
            <a:off x="353352" y="5437816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3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FC35BEE3-C9F4-62A2-9892-65ABA27C6D98}"/>
              </a:ext>
            </a:extLst>
          </p:cNvPr>
          <p:cNvGrpSpPr/>
          <p:nvPr/>
        </p:nvGrpSpPr>
        <p:grpSpPr>
          <a:xfrm>
            <a:off x="2192380" y="2845654"/>
            <a:ext cx="4028410" cy="244817"/>
            <a:chOff x="2150926" y="2845654"/>
            <a:chExt cx="4028410" cy="244817"/>
          </a:xfrm>
        </p:grpSpPr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AEBA40B3-3653-7210-B210-A0098AF28A79}"/>
                </a:ext>
              </a:extLst>
            </p:cNvPr>
            <p:cNvGrpSpPr/>
            <p:nvPr/>
          </p:nvGrpSpPr>
          <p:grpSpPr>
            <a:xfrm>
              <a:off x="2150926" y="2849379"/>
              <a:ext cx="1016704" cy="241092"/>
              <a:chOff x="2142872" y="1285558"/>
              <a:chExt cx="1016704" cy="241092"/>
            </a:xfrm>
          </p:grpSpPr>
          <p:sp>
            <p:nvSpPr>
              <p:cNvPr id="78" name="Text Box">
                <a:extLst>
                  <a:ext uri="{FF2B5EF4-FFF2-40B4-BE49-F238E27FC236}">
                    <a16:creationId xmlns:a16="http://schemas.microsoft.com/office/drawing/2014/main" id="{206169F4-4E79-AFEC-00D3-987268A70744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CAF7A4D-3693-441D-E6A1-705727C6E78A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33D5D961-BF48-97EE-5C3C-26B42FD529DF}"/>
                </a:ext>
              </a:extLst>
            </p:cNvPr>
            <p:cNvGrpSpPr/>
            <p:nvPr/>
          </p:nvGrpSpPr>
          <p:grpSpPr>
            <a:xfrm>
              <a:off x="3343040" y="2845654"/>
              <a:ext cx="2836296" cy="212366"/>
              <a:chOff x="3343040" y="2845654"/>
              <a:chExt cx="2836296" cy="212366"/>
            </a:xfrm>
          </p:grpSpPr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1BC8AC3B-4FBD-845E-F972-B6C04946A867}"/>
                  </a:ext>
                </a:extLst>
              </p:cNvPr>
              <p:cNvGrpSpPr/>
              <p:nvPr/>
            </p:nvGrpSpPr>
            <p:grpSpPr>
              <a:xfrm>
                <a:off x="3343040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3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352A8B18-5BDF-B9C7-AE9D-A439DDA46685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40" name="Box">
                    <a:extLst>
                      <a:ext uri="{FF2B5EF4-FFF2-40B4-BE49-F238E27FC236}">
                        <a16:creationId xmlns:a16="http://schemas.microsoft.com/office/drawing/2014/main" id="{E9DDBC3F-1453-6F97-D9D5-AA138A48068E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" name="Label">
                    <a:extLst>
                      <a:ext uri="{FF2B5EF4-FFF2-40B4-BE49-F238E27FC236}">
                        <a16:creationId xmlns:a16="http://schemas.microsoft.com/office/drawing/2014/main" id="{0DEA4055-F3DB-49D8-F60B-AF9B98959B0C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4" name="Check" hidden="1">
                    <a:extLst>
                      <a:ext uri="{FF2B5EF4-FFF2-40B4-BE49-F238E27FC236}">
                        <a16:creationId xmlns:a16="http://schemas.microsoft.com/office/drawing/2014/main" id="{35C9F630-5F04-2D4C-961B-ABAD14B827B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2" name="Accept">
                  <a:extLst>
                    <a:ext uri="{FF2B5EF4-FFF2-40B4-BE49-F238E27FC236}">
                      <a16:creationId xmlns:a16="http://schemas.microsoft.com/office/drawing/2014/main" id="{D89D98A9-A79D-FCF4-FF48-D26EEA3B2E0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5" name="그룹 54">
                <a:extLst>
                  <a:ext uri="{FF2B5EF4-FFF2-40B4-BE49-F238E27FC236}">
                    <a16:creationId xmlns:a16="http://schemas.microsoft.com/office/drawing/2014/main" id="{4057BB66-45D3-128E-18DB-9696563FE11D}"/>
                  </a:ext>
                </a:extLst>
              </p:cNvPr>
              <p:cNvGrpSpPr/>
              <p:nvPr/>
            </p:nvGrpSpPr>
            <p:grpSpPr>
              <a:xfrm>
                <a:off x="4156904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5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B4727620-A749-A83C-5E51-5E6EA641F770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58" name="Box">
                    <a:extLst>
                      <a:ext uri="{FF2B5EF4-FFF2-40B4-BE49-F238E27FC236}">
                        <a16:creationId xmlns:a16="http://schemas.microsoft.com/office/drawing/2014/main" id="{D89462CF-E696-CE3D-49D0-8727D56E3243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9" name="Label">
                    <a:extLst>
                      <a:ext uri="{FF2B5EF4-FFF2-40B4-BE49-F238E27FC236}">
                        <a16:creationId xmlns:a16="http://schemas.microsoft.com/office/drawing/2014/main" id="{B8CF104E-17D9-77B3-E359-3A9FE5A2ACF4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수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0" name="Check" hidden="1">
                    <a:extLst>
                      <a:ext uri="{FF2B5EF4-FFF2-40B4-BE49-F238E27FC236}">
                        <a16:creationId xmlns:a16="http://schemas.microsoft.com/office/drawing/2014/main" id="{FC83089E-033F-3DAB-5D43-782E6022F5C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7" name="Accept">
                  <a:extLst>
                    <a:ext uri="{FF2B5EF4-FFF2-40B4-BE49-F238E27FC236}">
                      <a16:creationId xmlns:a16="http://schemas.microsoft.com/office/drawing/2014/main" id="{6274A65A-D7D9-EEF9-7930-0CDDFE589C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4CD8380E-6E41-1CDC-1251-BDEFCC02DAA0}"/>
                  </a:ext>
                </a:extLst>
              </p:cNvPr>
              <p:cNvGrpSpPr/>
              <p:nvPr/>
            </p:nvGrpSpPr>
            <p:grpSpPr>
              <a:xfrm>
                <a:off x="3749972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7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B0B460A6-3938-EDD1-ED8B-99F252CF270C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74" name="Box">
                    <a:extLst>
                      <a:ext uri="{FF2B5EF4-FFF2-40B4-BE49-F238E27FC236}">
                        <a16:creationId xmlns:a16="http://schemas.microsoft.com/office/drawing/2014/main" id="{E8227079-4B4B-67BA-B13A-1E49BBBE09D3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5" name="Label">
                    <a:extLst>
                      <a:ext uri="{FF2B5EF4-FFF2-40B4-BE49-F238E27FC236}">
                        <a16:creationId xmlns:a16="http://schemas.microsoft.com/office/drawing/2014/main" id="{872F40E9-81FE-E948-3013-6C3E17233E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화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6" name="Check" hidden="1">
                    <a:extLst>
                      <a:ext uri="{FF2B5EF4-FFF2-40B4-BE49-F238E27FC236}">
                        <a16:creationId xmlns:a16="http://schemas.microsoft.com/office/drawing/2014/main" id="{985376E0-5633-FBC8-9514-FCB7D8B0FA5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3" name="Accept">
                  <a:extLst>
                    <a:ext uri="{FF2B5EF4-FFF2-40B4-BE49-F238E27FC236}">
                      <a16:creationId xmlns:a16="http://schemas.microsoft.com/office/drawing/2014/main" id="{D91103FA-92A0-1E06-1F65-4F1BD27966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0" name="그룹 79">
                <a:extLst>
                  <a:ext uri="{FF2B5EF4-FFF2-40B4-BE49-F238E27FC236}">
                    <a16:creationId xmlns:a16="http://schemas.microsoft.com/office/drawing/2014/main" id="{8ACB415D-3556-F707-A332-881970085FA1}"/>
                  </a:ext>
                </a:extLst>
              </p:cNvPr>
              <p:cNvGrpSpPr/>
              <p:nvPr/>
            </p:nvGrpSpPr>
            <p:grpSpPr>
              <a:xfrm>
                <a:off x="4563836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8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1A7BC603-FAF9-43D5-DB26-05EF0C9BF7F6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83" name="Box">
                    <a:extLst>
                      <a:ext uri="{FF2B5EF4-FFF2-40B4-BE49-F238E27FC236}">
                        <a16:creationId xmlns:a16="http://schemas.microsoft.com/office/drawing/2014/main" id="{CE083991-0768-70E2-CABC-75CF035DB176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4" name="Label">
                    <a:extLst>
                      <a:ext uri="{FF2B5EF4-FFF2-40B4-BE49-F238E27FC236}">
                        <a16:creationId xmlns:a16="http://schemas.microsoft.com/office/drawing/2014/main" id="{7432EBB7-7501-642D-3048-2119591F58E0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목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5" name="Check" hidden="1">
                    <a:extLst>
                      <a:ext uri="{FF2B5EF4-FFF2-40B4-BE49-F238E27FC236}">
                        <a16:creationId xmlns:a16="http://schemas.microsoft.com/office/drawing/2014/main" id="{C4730F38-5130-4584-D4C5-A49C4758571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2" name="Accept">
                  <a:extLst>
                    <a:ext uri="{FF2B5EF4-FFF2-40B4-BE49-F238E27FC236}">
                      <a16:creationId xmlns:a16="http://schemas.microsoft.com/office/drawing/2014/main" id="{5415B327-1F7B-FBE9-CC4F-6020D49B335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FA28351-0A9A-CE46-687E-7C3F9BF2D45F}"/>
                  </a:ext>
                </a:extLst>
              </p:cNvPr>
              <p:cNvGrpSpPr/>
              <p:nvPr/>
            </p:nvGrpSpPr>
            <p:grpSpPr>
              <a:xfrm>
                <a:off x="4970768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8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0B3837C8-49F7-52D8-840C-9244ACB97DFF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89" name="Box">
                    <a:extLst>
                      <a:ext uri="{FF2B5EF4-FFF2-40B4-BE49-F238E27FC236}">
                        <a16:creationId xmlns:a16="http://schemas.microsoft.com/office/drawing/2014/main" id="{07D3B7C6-092B-DF52-71CF-86BE1C4ACB40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90" name="Label">
                    <a:extLst>
                      <a:ext uri="{FF2B5EF4-FFF2-40B4-BE49-F238E27FC236}">
                        <a16:creationId xmlns:a16="http://schemas.microsoft.com/office/drawing/2014/main" id="{921AA06E-30BE-26B5-C6B9-CEF8146C055D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금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91" name="Check" hidden="1">
                    <a:extLst>
                      <a:ext uri="{FF2B5EF4-FFF2-40B4-BE49-F238E27FC236}">
                        <a16:creationId xmlns:a16="http://schemas.microsoft.com/office/drawing/2014/main" id="{59D45BA7-6429-8B51-DFB7-0A7E679A476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8" name="Accept">
                  <a:extLst>
                    <a:ext uri="{FF2B5EF4-FFF2-40B4-BE49-F238E27FC236}">
                      <a16:creationId xmlns:a16="http://schemas.microsoft.com/office/drawing/2014/main" id="{2998A24E-7E04-03A1-AD74-10B5A20D2DC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2" name="그룹 91">
                <a:extLst>
                  <a:ext uri="{FF2B5EF4-FFF2-40B4-BE49-F238E27FC236}">
                    <a16:creationId xmlns:a16="http://schemas.microsoft.com/office/drawing/2014/main" id="{195C167A-1F3F-CCE1-048D-D96D0F040877}"/>
                  </a:ext>
                </a:extLst>
              </p:cNvPr>
              <p:cNvGrpSpPr/>
              <p:nvPr/>
            </p:nvGrpSpPr>
            <p:grpSpPr>
              <a:xfrm>
                <a:off x="5377700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9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E53A7279-2A6C-6908-6AEC-D5B2588388A1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95" name="Box">
                    <a:extLst>
                      <a:ext uri="{FF2B5EF4-FFF2-40B4-BE49-F238E27FC236}">
                        <a16:creationId xmlns:a16="http://schemas.microsoft.com/office/drawing/2014/main" id="{58886E97-DF1B-0E89-0E3D-9DC158BF83CB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96" name="Label">
                    <a:extLst>
                      <a:ext uri="{FF2B5EF4-FFF2-40B4-BE49-F238E27FC236}">
                        <a16:creationId xmlns:a16="http://schemas.microsoft.com/office/drawing/2014/main" id="{0CF007BA-DC7C-F678-8314-FF490A6E60A2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토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97" name="Check" hidden="1">
                    <a:extLst>
                      <a:ext uri="{FF2B5EF4-FFF2-40B4-BE49-F238E27FC236}">
                        <a16:creationId xmlns:a16="http://schemas.microsoft.com/office/drawing/2014/main" id="{615E84A4-7612-9155-E79A-13D24B865EB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94" name="Accept">
                  <a:extLst>
                    <a:ext uri="{FF2B5EF4-FFF2-40B4-BE49-F238E27FC236}">
                      <a16:creationId xmlns:a16="http://schemas.microsoft.com/office/drawing/2014/main" id="{D7619821-A7D6-112E-E9E5-24AE7EA674C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BDE30C13-98A7-6DC1-CCAF-A4937372F6EE}"/>
                  </a:ext>
                </a:extLst>
              </p:cNvPr>
              <p:cNvGrpSpPr/>
              <p:nvPr/>
            </p:nvGrpSpPr>
            <p:grpSpPr>
              <a:xfrm>
                <a:off x="5784631" y="2845654"/>
                <a:ext cx="394705" cy="212366"/>
                <a:chOff x="8674617" y="6535199"/>
                <a:chExt cx="394705" cy="212366"/>
              </a:xfrm>
            </p:grpSpPr>
            <p:grpSp>
              <p:nvGrpSpPr>
                <p:cNvPr id="9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    <a:extLst>
                    <a:ext uri="{FF2B5EF4-FFF2-40B4-BE49-F238E27FC236}">
                      <a16:creationId xmlns:a16="http://schemas.microsoft.com/office/drawing/2014/main" id="{8C12B459-9267-F284-D127-E9CE94C74619}"/>
                    </a:ext>
                  </a:extLst>
                </p:cNvPr>
                <p:cNvGrpSpPr/>
                <p:nvPr/>
              </p:nvGrpSpPr>
              <p:grpSpPr>
                <a:xfrm>
                  <a:off x="8674617" y="6535199"/>
                  <a:ext cx="394705" cy="212366"/>
                  <a:chOff x="529752" y="2592239"/>
                  <a:chExt cx="394705" cy="212366"/>
                </a:xfrm>
              </p:grpSpPr>
              <p:sp>
                <p:nvSpPr>
                  <p:cNvPr id="101" name="Box">
                    <a:extLst>
                      <a:ext uri="{FF2B5EF4-FFF2-40B4-BE49-F238E27FC236}">
                        <a16:creationId xmlns:a16="http://schemas.microsoft.com/office/drawing/2014/main" id="{446B71C6-0533-3DFD-7F6D-FA2F366A6FF2}"/>
                      </a:ext>
                    </a:extLst>
                  </p:cNvPr>
                  <p:cNvSpPr/>
                  <p:nvPr/>
                </p:nvSpPr>
                <p:spPr>
                  <a:xfrm>
                    <a:off x="529752" y="2632644"/>
                    <a:ext cx="131556" cy="131556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2" name="Label">
                    <a:extLst>
                      <a:ext uri="{FF2B5EF4-FFF2-40B4-BE49-F238E27FC236}">
                        <a16:creationId xmlns:a16="http://schemas.microsoft.com/office/drawing/2014/main" id="{5A6E98ED-D004-14AB-B75B-1E3F5CB950FD}"/>
                      </a:ext>
                    </a:extLst>
                  </p:cNvPr>
                  <p:cNvSpPr txBox="1"/>
                  <p:nvPr/>
                </p:nvSpPr>
                <p:spPr>
                  <a:xfrm>
                    <a:off x="661308" y="2592239"/>
                    <a:ext cx="263149" cy="212366"/>
                  </a:xfrm>
                  <a:prstGeom prst="rect">
                    <a:avLst/>
                  </a:prstGeom>
                  <a:noFill/>
                </p:spPr>
                <p:txBody>
                  <a:bodyPr wrap="none" lIns="73152" tIns="36576" rIns="73152" bIns="36576" rtlCol="0" anchor="ctr" anchorCtr="0">
                    <a:spAutoFit/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r>
                      <a:rPr lang="ko-KR" altLang="en-US" sz="9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</a:t>
                    </a:r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3" name="Check" hidden="1">
                    <a:extLst>
                      <a:ext uri="{FF2B5EF4-FFF2-40B4-BE49-F238E27FC236}">
                        <a16:creationId xmlns:a16="http://schemas.microsoft.com/office/drawing/2014/main" id="{5E6D6AD8-D2D7-BFD4-1863-AB696AC2721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6252" y="2653644"/>
                    <a:ext cx="88178" cy="89556"/>
                  </a:xfrm>
                  <a:custGeom>
                    <a:avLst/>
                    <a:gdLst>
                      <a:gd name="T0" fmla="*/ 275 w 275"/>
                      <a:gd name="T1" fmla="*/ 0 h 275"/>
                      <a:gd name="T2" fmla="*/ 0 w 275"/>
                      <a:gd name="T3" fmla="*/ 275 h 275"/>
                      <a:gd name="T4" fmla="*/ 0 w 275"/>
                      <a:gd name="T5" fmla="*/ 0 h 275"/>
                      <a:gd name="T6" fmla="*/ 275 w 275"/>
                      <a:gd name="T7" fmla="*/ 275 h 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75" h="275">
                        <a:moveTo>
                          <a:pt x="275" y="0"/>
                        </a:moveTo>
                        <a:lnTo>
                          <a:pt x="0" y="275"/>
                        </a:lnTo>
                        <a:moveTo>
                          <a:pt x="0" y="0"/>
                        </a:moveTo>
                        <a:lnTo>
                          <a:pt x="275" y="275"/>
                        </a:lnTo>
                      </a:path>
                    </a:pathLst>
                  </a:custGeom>
                  <a:noFill/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ko-KR"/>
                    </a:defPPr>
                    <a:lvl1pPr marL="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1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00" name="Accept">
                  <a:extLst>
                    <a:ext uri="{FF2B5EF4-FFF2-40B4-BE49-F238E27FC236}">
                      <a16:creationId xmlns:a16="http://schemas.microsoft.com/office/drawing/2014/main" id="{195BE3EC-D513-0FC4-44F8-9FD55B8997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99428" y="6575604"/>
                  <a:ext cx="127000" cy="11271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87E02B4C-68A0-5D2E-2C3F-A8F2E7C95718}"/>
              </a:ext>
            </a:extLst>
          </p:cNvPr>
          <p:cNvGrpSpPr/>
          <p:nvPr/>
        </p:nvGrpSpPr>
        <p:grpSpPr>
          <a:xfrm>
            <a:off x="2192380" y="3170737"/>
            <a:ext cx="2311804" cy="246221"/>
            <a:chOff x="2168208" y="3964202"/>
            <a:chExt cx="2311804" cy="246221"/>
          </a:xfrm>
        </p:grpSpPr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9A0DCC7F-7EB2-19C0-83AC-D02F91BF8D5E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110" name="Text Box">
                <a:extLst>
                  <a:ext uri="{FF2B5EF4-FFF2-40B4-BE49-F238E27FC236}">
                    <a16:creationId xmlns:a16="http://schemas.microsoft.com/office/drawing/2014/main" id="{2852E802-92A8-980E-0DDC-188CE8F4A64B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1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E4B5C9B-F283-0F7E-1E6F-336371AACFF5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73293BB-45DE-BFF0-8C54-5205CE1295EE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07" name="그룹 106">
              <a:extLst>
                <a:ext uri="{FF2B5EF4-FFF2-40B4-BE49-F238E27FC236}">
                  <a16:creationId xmlns:a16="http://schemas.microsoft.com/office/drawing/2014/main" id="{668ADC63-778A-19DF-51EA-9ED51577B65A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108" name="Text Box">
                <a:extLst>
                  <a:ext uri="{FF2B5EF4-FFF2-40B4-BE49-F238E27FC236}">
                    <a16:creationId xmlns:a16="http://schemas.microsoft.com/office/drawing/2014/main" id="{CE3C4593-D3BE-91D6-12CD-3E43DFCAC8E5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5DA3BC2-62B5-F061-F6E5-E289E82AC857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0B6F2C67-DB24-DE06-2822-27B01FBFD3CA}"/>
              </a:ext>
            </a:extLst>
          </p:cNvPr>
          <p:cNvGrpSpPr/>
          <p:nvPr/>
        </p:nvGrpSpPr>
        <p:grpSpPr>
          <a:xfrm>
            <a:off x="2192380" y="3489058"/>
            <a:ext cx="1016704" cy="241092"/>
            <a:chOff x="2142872" y="1285558"/>
            <a:chExt cx="1016704" cy="241092"/>
          </a:xfrm>
        </p:grpSpPr>
        <p:sp>
          <p:nvSpPr>
            <p:cNvPr id="113" name="Text Box">
              <a:extLst>
                <a:ext uri="{FF2B5EF4-FFF2-40B4-BE49-F238E27FC236}">
                  <a16:creationId xmlns:a16="http://schemas.microsoft.com/office/drawing/2014/main" id="{6D6F1B40-18BA-E76E-E98D-906475C27667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35D47F4-0004-7840-ACE9-958D7149BD4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506E233F-D87A-7CB3-5CD5-4C2415890626}"/>
              </a:ext>
            </a:extLst>
          </p:cNvPr>
          <p:cNvGrpSpPr/>
          <p:nvPr/>
        </p:nvGrpSpPr>
        <p:grpSpPr>
          <a:xfrm>
            <a:off x="2192380" y="3794207"/>
            <a:ext cx="1016704" cy="241092"/>
            <a:chOff x="2142872" y="1285558"/>
            <a:chExt cx="1016704" cy="241092"/>
          </a:xfrm>
        </p:grpSpPr>
        <p:sp>
          <p:nvSpPr>
            <p:cNvPr id="116" name="Text Box">
              <a:extLst>
                <a:ext uri="{FF2B5EF4-FFF2-40B4-BE49-F238E27FC236}">
                  <a16:creationId xmlns:a16="http://schemas.microsoft.com/office/drawing/2014/main" id="{392A7FC4-C55E-3AF6-0507-070448666530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391E11D-EAD9-39DE-ACAF-9DF25410E6A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10E44CD-E8ED-15EC-8EAB-21228A464DF8}"/>
              </a:ext>
            </a:extLst>
          </p:cNvPr>
          <p:cNvGrpSpPr/>
          <p:nvPr/>
        </p:nvGrpSpPr>
        <p:grpSpPr>
          <a:xfrm>
            <a:off x="2192380" y="5701320"/>
            <a:ext cx="804046" cy="212366"/>
            <a:chOff x="2180902" y="4444471"/>
            <a:chExt cx="804046" cy="212366"/>
          </a:xfrm>
        </p:grpSpPr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E475A032-85A4-A899-A9F2-B2ED2258C6D0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23" name="Circle">
                <a:extLst>
                  <a:ext uri="{FF2B5EF4-FFF2-40B4-BE49-F238E27FC236}">
                    <a16:creationId xmlns:a16="http://schemas.microsoft.com/office/drawing/2014/main" id="{E0D09A79-D7B1-5DD5-8B2F-5FB8FE8A6A9D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Label">
                <a:extLst>
                  <a:ext uri="{FF2B5EF4-FFF2-40B4-BE49-F238E27FC236}">
                    <a16:creationId xmlns:a16="http://schemas.microsoft.com/office/drawing/2014/main" id="{DEA1CBCC-3F21-09CC-12E6-8B058269ADE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25" name="그룹 124">
                <a:extLst>
                  <a:ext uri="{FF2B5EF4-FFF2-40B4-BE49-F238E27FC236}">
                    <a16:creationId xmlns:a16="http://schemas.microsoft.com/office/drawing/2014/main" id="{C1F97B72-E277-EE11-AB99-D5B6405983CB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126" name="Circle">
                  <a:extLst>
                    <a:ext uri="{FF2B5EF4-FFF2-40B4-BE49-F238E27FC236}">
                      <a16:creationId xmlns:a16="http://schemas.microsoft.com/office/drawing/2014/main" id="{1ECCD48E-EAAB-E68B-7E69-AD88D1D7BC31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7" name="Check" hidden="1">
                  <a:extLst>
                    <a:ext uri="{FF2B5EF4-FFF2-40B4-BE49-F238E27FC236}">
                      <a16:creationId xmlns:a16="http://schemas.microsoft.com/office/drawing/2014/main" id="{35140A50-1EB6-DEF8-F816-36F1C4530A87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8" name="Label">
                  <a:extLst>
                    <a:ext uri="{FF2B5EF4-FFF2-40B4-BE49-F238E27FC236}">
                      <a16:creationId xmlns:a16="http://schemas.microsoft.com/office/drawing/2014/main" id="{F3F7D557-48F1-26B2-DB98-2E26AC0B20C8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22" name="Check">
              <a:extLst>
                <a:ext uri="{FF2B5EF4-FFF2-40B4-BE49-F238E27FC236}">
                  <a16:creationId xmlns:a16="http://schemas.microsoft.com/office/drawing/2014/main" id="{1CBDE67F-3548-1FBE-8693-3665C4F5C829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DE29E6B2-2745-0871-9C93-E29A04033F40}"/>
              </a:ext>
            </a:extLst>
          </p:cNvPr>
          <p:cNvGrpSpPr/>
          <p:nvPr/>
        </p:nvGrpSpPr>
        <p:grpSpPr>
          <a:xfrm>
            <a:off x="2192380" y="5363574"/>
            <a:ext cx="2573854" cy="241092"/>
            <a:chOff x="2135230" y="4733257"/>
            <a:chExt cx="2573854" cy="241092"/>
          </a:xfrm>
        </p:grpSpPr>
        <p:sp>
          <p:nvSpPr>
            <p:cNvPr id="129" name="Button">
              <a:extLst>
                <a:ext uri="{FF2B5EF4-FFF2-40B4-BE49-F238E27FC236}">
                  <a16:creationId xmlns:a16="http://schemas.microsoft.com/office/drawing/2014/main" id="{2F601DF0-6442-F737-F80F-9B544BEE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603" y="4746824"/>
              <a:ext cx="707481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강사검색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Text Box">
              <a:extLst>
                <a:ext uri="{FF2B5EF4-FFF2-40B4-BE49-F238E27FC236}">
                  <a16:creationId xmlns:a16="http://schemas.microsoft.com/office/drawing/2014/main" id="{DBDB6325-D74C-43EE-66BA-1C7811345772}"/>
                </a:ext>
              </a:extLst>
            </p:cNvPr>
            <p:cNvSpPr/>
            <p:nvPr/>
          </p:nvSpPr>
          <p:spPr>
            <a:xfrm>
              <a:off x="2135230" y="4733257"/>
              <a:ext cx="181439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2" name="Text Box">
            <a:extLst>
              <a:ext uri="{FF2B5EF4-FFF2-40B4-BE49-F238E27FC236}">
                <a16:creationId xmlns:a16="http://schemas.microsoft.com/office/drawing/2014/main" id="{1BEA2DC4-A4C7-B4C5-6020-E121F2869315}"/>
              </a:ext>
            </a:extLst>
          </p:cNvPr>
          <p:cNvSpPr/>
          <p:nvPr/>
        </p:nvSpPr>
        <p:spPr>
          <a:xfrm>
            <a:off x="2192380" y="4105489"/>
            <a:ext cx="1476048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95699BE8-8DBB-01A6-37D1-5D52D5E373C1}"/>
              </a:ext>
            </a:extLst>
          </p:cNvPr>
          <p:cNvGrpSpPr/>
          <p:nvPr/>
        </p:nvGrpSpPr>
        <p:grpSpPr>
          <a:xfrm>
            <a:off x="2192380" y="1306625"/>
            <a:ext cx="2505085" cy="212366"/>
            <a:chOff x="2192961" y="1278050"/>
            <a:chExt cx="2505085" cy="212366"/>
          </a:xfrm>
        </p:grpSpPr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C5336524-C3C6-6701-8361-1ED86150A873}"/>
                </a:ext>
              </a:extLst>
            </p:cNvPr>
            <p:cNvGrpSpPr/>
            <p:nvPr/>
          </p:nvGrpSpPr>
          <p:grpSpPr>
            <a:xfrm>
              <a:off x="2192961" y="1278050"/>
              <a:ext cx="627331" cy="212366"/>
              <a:chOff x="2192961" y="1297266"/>
              <a:chExt cx="627331" cy="212366"/>
            </a:xfrm>
          </p:grpSpPr>
          <p:sp>
            <p:nvSpPr>
              <p:cNvPr id="158" name="Circle">
                <a:extLst>
                  <a:ext uri="{FF2B5EF4-FFF2-40B4-BE49-F238E27FC236}">
                    <a16:creationId xmlns:a16="http://schemas.microsoft.com/office/drawing/2014/main" id="{E9E8BE00-D0C1-FB6A-212E-DA24F23989F1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9" name="Label">
                <a:extLst>
                  <a:ext uri="{FF2B5EF4-FFF2-40B4-BE49-F238E27FC236}">
                    <a16:creationId xmlns:a16="http://schemas.microsoft.com/office/drawing/2014/main" id="{1CB4B008-AF37-AB5C-B949-557B593AC0F5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49398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접수중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636FE014-28CD-1BBD-709A-1C31C33D18D7}"/>
                </a:ext>
              </a:extLst>
            </p:cNvPr>
            <p:cNvGrpSpPr/>
            <p:nvPr/>
          </p:nvGrpSpPr>
          <p:grpSpPr>
            <a:xfrm>
              <a:off x="2818879" y="1278050"/>
              <a:ext cx="742748" cy="212366"/>
              <a:chOff x="2629362" y="1297266"/>
              <a:chExt cx="742748" cy="212366"/>
            </a:xfrm>
          </p:grpSpPr>
          <p:grpSp>
            <p:nvGrpSpPr>
              <p:cNvPr id="160" name="그룹 159">
                <a:extLst>
                  <a:ext uri="{FF2B5EF4-FFF2-40B4-BE49-F238E27FC236}">
                    <a16:creationId xmlns:a16="http://schemas.microsoft.com/office/drawing/2014/main" id="{09838F69-6521-2FA5-C6D5-5FEDD6A7F220}"/>
                  </a:ext>
                </a:extLst>
              </p:cNvPr>
              <p:cNvGrpSpPr/>
              <p:nvPr/>
            </p:nvGrpSpPr>
            <p:grpSpPr>
              <a:xfrm>
                <a:off x="2629362" y="1297266"/>
                <a:ext cx="742748" cy="212366"/>
                <a:chOff x="2617303" y="4444471"/>
                <a:chExt cx="742748" cy="212366"/>
              </a:xfrm>
            </p:grpSpPr>
            <p:sp>
              <p:nvSpPr>
                <p:cNvPr id="161" name="Circle">
                  <a:extLst>
                    <a:ext uri="{FF2B5EF4-FFF2-40B4-BE49-F238E27FC236}">
                      <a16:creationId xmlns:a16="http://schemas.microsoft.com/office/drawing/2014/main" id="{8672A835-7E9C-F920-AF9D-408772ED931A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2" name="Check" hidden="1">
                  <a:extLst>
                    <a:ext uri="{FF2B5EF4-FFF2-40B4-BE49-F238E27FC236}">
                      <a16:creationId xmlns:a16="http://schemas.microsoft.com/office/drawing/2014/main" id="{1196DBCC-7015-9786-B7A2-B3AC5D195F44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3" name="Label">
                  <a:extLst>
                    <a:ext uri="{FF2B5EF4-FFF2-40B4-BE49-F238E27FC236}">
                      <a16:creationId xmlns:a16="http://schemas.microsoft.com/office/drawing/2014/main" id="{C134C7DB-F597-CDE8-1492-710B5AE1A59D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60939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대기접수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57" name="Check">
                <a:extLst>
                  <a:ext uri="{FF2B5EF4-FFF2-40B4-BE49-F238E27FC236}">
                    <a16:creationId xmlns:a16="http://schemas.microsoft.com/office/drawing/2014/main" id="{FC084B05-2BC3-8377-8106-0560A308F6F1}"/>
                  </a:ext>
                </a:extLst>
              </p:cNvPr>
              <p:cNvSpPr/>
              <p:nvPr/>
            </p:nvSpPr>
            <p:spPr>
              <a:xfrm>
                <a:off x="2666602" y="1374080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9EB673F9-BE42-DAFD-E13E-A31FC36E62B6}"/>
                </a:ext>
              </a:extLst>
            </p:cNvPr>
            <p:cNvGrpSpPr/>
            <p:nvPr/>
          </p:nvGrpSpPr>
          <p:grpSpPr>
            <a:xfrm>
              <a:off x="4186131" y="1278050"/>
              <a:ext cx="511915" cy="212366"/>
              <a:chOff x="2192961" y="1297266"/>
              <a:chExt cx="511915" cy="212366"/>
            </a:xfrm>
          </p:grpSpPr>
          <p:sp>
            <p:nvSpPr>
              <p:cNvPr id="166" name="Circle">
                <a:extLst>
                  <a:ext uri="{FF2B5EF4-FFF2-40B4-BE49-F238E27FC236}">
                    <a16:creationId xmlns:a16="http://schemas.microsoft.com/office/drawing/2014/main" id="{822C25B5-3B34-9046-9FB3-6EB5E8FC4724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7" name="Label">
                <a:extLst>
                  <a:ext uri="{FF2B5EF4-FFF2-40B4-BE49-F238E27FC236}">
                    <a16:creationId xmlns:a16="http://schemas.microsoft.com/office/drawing/2014/main" id="{1EAD5393-F1F8-6CCA-304B-BCFF09D86E07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37856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종료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B3282432-89DE-4193-3A2C-06A828BBCDDC}"/>
                </a:ext>
              </a:extLst>
            </p:cNvPr>
            <p:cNvGrpSpPr/>
            <p:nvPr/>
          </p:nvGrpSpPr>
          <p:grpSpPr>
            <a:xfrm>
              <a:off x="3560214" y="1278050"/>
              <a:ext cx="627331" cy="212366"/>
              <a:chOff x="2192961" y="1297266"/>
              <a:chExt cx="627331" cy="212366"/>
            </a:xfrm>
          </p:grpSpPr>
          <p:sp>
            <p:nvSpPr>
              <p:cNvPr id="170" name="Circle">
                <a:extLst>
                  <a:ext uri="{FF2B5EF4-FFF2-40B4-BE49-F238E27FC236}">
                    <a16:creationId xmlns:a16="http://schemas.microsoft.com/office/drawing/2014/main" id="{A9BD5E03-FA27-948B-32BF-8C72F61462C7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Label">
                <a:extLst>
                  <a:ext uri="{FF2B5EF4-FFF2-40B4-BE49-F238E27FC236}">
                    <a16:creationId xmlns:a16="http://schemas.microsoft.com/office/drawing/2014/main" id="{B668CA62-5F7E-C5D8-DDC3-C099ED8B9EE9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49398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교육중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" name="TextBox 30">
            <a:extLst>
              <a:ext uri="{FF2B5EF4-FFF2-40B4-BE49-F238E27FC236}">
                <a16:creationId xmlns:a16="http://schemas.microsoft.com/office/drawing/2014/main" id="{2D639375-C7AC-AF58-ACBB-B0DE4B3A8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9669" y="5122528"/>
            <a:ext cx="2476499" cy="353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800" b="0" i="0" dirty="0">
                <a:solidFill>
                  <a:srgbClr val="1F1F1F"/>
                </a:solidFill>
                <a:effectLst/>
                <a:highlight>
                  <a:srgbClr val="FFFFFF"/>
                </a:highlight>
                <a:latin typeface="Apple SD Gothic Neo"/>
              </a:rPr>
              <a:t>이미지</a:t>
            </a:r>
            <a:r>
              <a:rPr lang="en-US" altLang="ko-KR" sz="800" b="0" i="0" dirty="0">
                <a:solidFill>
                  <a:srgbClr val="1F1F1F"/>
                </a:solidFill>
                <a:effectLst/>
                <a:highlight>
                  <a:srgbClr val="FFFFFF"/>
                </a:highlight>
                <a:latin typeface="Apple SD Gothic Neo"/>
              </a:rPr>
              <a:t>1.jpg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ko-KR" sz="900" u="none" dirty="0">
              <a:solidFill>
                <a:schemeClr val="tx1"/>
              </a:solidFill>
            </a:endParaRPr>
          </a:p>
        </p:txBody>
      </p:sp>
      <p:sp>
        <p:nvSpPr>
          <p:cNvPr id="7" name="Button">
            <a:extLst>
              <a:ext uri="{FF2B5EF4-FFF2-40B4-BE49-F238E27FC236}">
                <a16:creationId xmlns:a16="http://schemas.microsoft.com/office/drawing/2014/main" id="{262ED47C-461E-3DE7-DB0D-E8FD5C8CB595}"/>
              </a:ext>
            </a:extLst>
          </p:cNvPr>
          <p:cNvSpPr>
            <a:spLocks/>
          </p:cNvSpPr>
          <p:nvPr/>
        </p:nvSpPr>
        <p:spPr bwMode="auto">
          <a:xfrm>
            <a:off x="2204717" y="4444843"/>
            <a:ext cx="684952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선택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" name="Button">
            <a:extLst>
              <a:ext uri="{FF2B5EF4-FFF2-40B4-BE49-F238E27FC236}">
                <a16:creationId xmlns:a16="http://schemas.microsoft.com/office/drawing/2014/main" id="{180B64ED-099F-7F38-5B81-7E63F4AE5848}"/>
              </a:ext>
            </a:extLst>
          </p:cNvPr>
          <p:cNvSpPr>
            <a:spLocks/>
          </p:cNvSpPr>
          <p:nvPr/>
        </p:nvSpPr>
        <p:spPr bwMode="auto">
          <a:xfrm>
            <a:off x="4272677" y="4452312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Placeholder">
            <a:extLst>
              <a:ext uri="{FF2B5EF4-FFF2-40B4-BE49-F238E27FC236}">
                <a16:creationId xmlns:a16="http://schemas.microsoft.com/office/drawing/2014/main" id="{258B7263-2756-A3FD-61F0-5E9418F0E0F2}"/>
              </a:ext>
            </a:extLst>
          </p:cNvPr>
          <p:cNvGrpSpPr>
            <a:grpSpLocks noChangeAspect="1"/>
          </p:cNvGrpSpPr>
          <p:nvPr/>
        </p:nvGrpSpPr>
        <p:grpSpPr>
          <a:xfrm>
            <a:off x="2982949" y="4445245"/>
            <a:ext cx="1240220" cy="656629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18" name="Border">
              <a:extLst>
                <a:ext uri="{FF2B5EF4-FFF2-40B4-BE49-F238E27FC236}">
                  <a16:creationId xmlns:a16="http://schemas.microsoft.com/office/drawing/2014/main" id="{72289A02-669B-C4AA-C23A-1B9E6865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Picture">
              <a:extLst>
                <a:ext uri="{FF2B5EF4-FFF2-40B4-BE49-F238E27FC236}">
                  <a16:creationId xmlns:a16="http://schemas.microsoft.com/office/drawing/2014/main" id="{6EAD65B2-4655-7951-DB8B-3368C97F75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1431633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8B14022-5FE0-6775-4C53-9BC21940A3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8485668"/>
              </p:ext>
            </p:extLst>
          </p:nvPr>
        </p:nvGraphicFramePr>
        <p:xfrm>
          <a:off x="610056" y="665476"/>
          <a:ext cx="7397170" cy="5400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8002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교육 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18002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커리큘럼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20712"/>
                  </a:ext>
                </a:extLst>
              </a:tr>
              <a:tr h="18002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부탁의 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8381364"/>
                  </a:ext>
                </a:extLst>
              </a:tr>
            </a:tbl>
          </a:graphicData>
        </a:graphic>
      </p:graphicFrame>
      <p:sp>
        <p:nvSpPr>
          <p:cNvPr id="45" name="Button">
            <a:extLst>
              <a:ext uri="{FF2B5EF4-FFF2-40B4-BE49-F238E27FC236}">
                <a16:creationId xmlns:a16="http://schemas.microsoft.com/office/drawing/2014/main" id="{D71A23BB-6E8D-B5F0-C8C4-0ABC9DBA13A7}"/>
              </a:ext>
            </a:extLst>
          </p:cNvPr>
          <p:cNvSpPr>
            <a:spLocks/>
          </p:cNvSpPr>
          <p:nvPr/>
        </p:nvSpPr>
        <p:spPr bwMode="auto">
          <a:xfrm>
            <a:off x="6512618" y="6244800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" name="Button">
            <a:extLst>
              <a:ext uri="{FF2B5EF4-FFF2-40B4-BE49-F238E27FC236}">
                <a16:creationId xmlns:a16="http://schemas.microsoft.com/office/drawing/2014/main" id="{9AA8C38C-24BA-B8A1-4BB3-1A87CB9179E5}"/>
              </a:ext>
            </a:extLst>
          </p:cNvPr>
          <p:cNvSpPr>
            <a:spLocks/>
          </p:cNvSpPr>
          <p:nvPr/>
        </p:nvSpPr>
        <p:spPr bwMode="auto">
          <a:xfrm>
            <a:off x="7317568" y="6244800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Button">
            <a:extLst>
              <a:ext uri="{FF2B5EF4-FFF2-40B4-BE49-F238E27FC236}">
                <a16:creationId xmlns:a16="http://schemas.microsoft.com/office/drawing/2014/main" id="{E4577111-9AFA-462A-D910-D0F9391C6741}"/>
              </a:ext>
            </a:extLst>
          </p:cNvPr>
          <p:cNvSpPr>
            <a:spLocks/>
          </p:cNvSpPr>
          <p:nvPr/>
        </p:nvSpPr>
        <p:spPr bwMode="auto">
          <a:xfrm>
            <a:off x="610056" y="6244800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2" name="Panel">
            <a:extLst>
              <a:ext uri="{FF2B5EF4-FFF2-40B4-BE49-F238E27FC236}">
                <a16:creationId xmlns:a16="http://schemas.microsoft.com/office/drawing/2014/main" id="{86852B55-B127-4A08-45FA-07FE4974BECC}"/>
              </a:ext>
            </a:extLst>
          </p:cNvPr>
          <p:cNvSpPr/>
          <p:nvPr/>
        </p:nvSpPr>
        <p:spPr>
          <a:xfrm>
            <a:off x="2208362" y="763614"/>
            <a:ext cx="5721328" cy="15376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63" name="그림 62">
            <a:extLst>
              <a:ext uri="{FF2B5EF4-FFF2-40B4-BE49-F238E27FC236}">
                <a16:creationId xmlns:a16="http://schemas.microsoft.com/office/drawing/2014/main" id="{D6B51FFF-315B-EFC2-D7DE-9EA20C8045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14901" y="780866"/>
            <a:ext cx="5714789" cy="423729"/>
          </a:xfrm>
          <a:prstGeom prst="rect">
            <a:avLst/>
          </a:prstGeom>
        </p:spPr>
      </p:pic>
      <p:sp>
        <p:nvSpPr>
          <p:cNvPr id="7" name="Panel">
            <a:extLst>
              <a:ext uri="{FF2B5EF4-FFF2-40B4-BE49-F238E27FC236}">
                <a16:creationId xmlns:a16="http://schemas.microsoft.com/office/drawing/2014/main" id="{7F217E8D-7535-B13D-6243-EA86DDAE3AD0}"/>
              </a:ext>
            </a:extLst>
          </p:cNvPr>
          <p:cNvSpPr/>
          <p:nvPr/>
        </p:nvSpPr>
        <p:spPr>
          <a:xfrm>
            <a:off x="2201823" y="2581249"/>
            <a:ext cx="5721328" cy="15376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71293DAE-6E9B-FF9E-699B-F821756292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08362" y="2598501"/>
            <a:ext cx="5714789" cy="423729"/>
          </a:xfrm>
          <a:prstGeom prst="rect">
            <a:avLst/>
          </a:prstGeom>
        </p:spPr>
      </p:pic>
      <p:sp>
        <p:nvSpPr>
          <p:cNvPr id="9" name="Panel">
            <a:extLst>
              <a:ext uri="{FF2B5EF4-FFF2-40B4-BE49-F238E27FC236}">
                <a16:creationId xmlns:a16="http://schemas.microsoft.com/office/drawing/2014/main" id="{00EB9CFA-A36E-B1BC-DE0D-67F6BF268D61}"/>
              </a:ext>
            </a:extLst>
          </p:cNvPr>
          <p:cNvSpPr/>
          <p:nvPr/>
        </p:nvSpPr>
        <p:spPr>
          <a:xfrm>
            <a:off x="2201823" y="4341135"/>
            <a:ext cx="5721328" cy="15376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BD72A987-363C-1776-CE1D-62DE653BA6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08362" y="4358387"/>
            <a:ext cx="5714789" cy="423729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5D753164-7FBA-180F-AE07-F69B90FD72E3}"/>
              </a:ext>
            </a:extLst>
          </p:cNvPr>
          <p:cNvSpPr/>
          <p:nvPr/>
        </p:nvSpPr>
        <p:spPr>
          <a:xfrm>
            <a:off x="610056" y="609591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664A783-16A9-3556-26FB-9D336C4E567D}"/>
              </a:ext>
            </a:extLst>
          </p:cNvPr>
          <p:cNvSpPr/>
          <p:nvPr/>
        </p:nvSpPr>
        <p:spPr>
          <a:xfrm>
            <a:off x="6520063" y="609591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509CC376-C21F-47B8-9D45-633CE76168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85840"/>
              </p:ext>
            </p:extLst>
          </p:nvPr>
        </p:nvGraphicFramePr>
        <p:xfrm>
          <a:off x="9696037" y="291622"/>
          <a:ext cx="2498015" cy="23719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교육을 상세하게 작성 및 등록된 교육을 수정할 수 있는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5.</a:t>
                      </a:r>
                      <a:r>
                        <a:rPr lang="ko-KR" altLang="en-US" sz="800" b="1" dirty="0"/>
                        <a:t>목록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097747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6.</a:t>
                      </a:r>
                      <a:r>
                        <a:rPr lang="ko-KR" altLang="en-US" sz="800" b="1" dirty="0"/>
                        <a:t>저장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취소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등록 후 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3248365"/>
                  </a:ext>
                </a:extLst>
              </a:tr>
            </a:tbl>
          </a:graphicData>
        </a:graphic>
      </p:graphicFrame>
      <p:sp>
        <p:nvSpPr>
          <p:cNvPr id="15" name="TextBox 30">
            <a:extLst>
              <a:ext uri="{FF2B5EF4-FFF2-40B4-BE49-F238E27FC236}">
                <a16:creationId xmlns:a16="http://schemas.microsoft.com/office/drawing/2014/main" id="{C1F5DF37-55AE-918C-CF7E-A219C0468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교육관리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교육목록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6332ACC-821D-AD01-0845-F56840E09FF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교육 목록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 (1/2)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297811248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0C5D4-0633-429C-B635-6C5282191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F827286-A618-6B56-9818-5CE064B37FA9}"/>
              </a:ext>
            </a:extLst>
          </p:cNvPr>
          <p:cNvSpPr txBox="1"/>
          <p:nvPr/>
        </p:nvSpPr>
        <p:spPr>
          <a:xfrm>
            <a:off x="1174191" y="30163"/>
            <a:ext cx="3098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교육 목록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67B71F43-793F-0071-9A9B-CF8C34B60ECD}"/>
              </a:ext>
            </a:extLst>
          </p:cNvPr>
          <p:cNvSpPr txBox="1">
            <a:spLocks noChangeArrowheads="1"/>
          </p:cNvSpPr>
          <p:nvPr/>
        </p:nvSpPr>
        <p:spPr>
          <a:xfrm>
            <a:off x="1174191" y="317500"/>
            <a:ext cx="3808356" cy="23083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/>
              <a:buChar char="•"/>
              <a:defRPr sz="3200">
                <a:solidFill>
                  <a:schemeClr val="tx1"/>
                </a:solidFill>
                <a:latin typeface="맑은 고딕"/>
                <a:ea typeface="맑은 고딕"/>
              </a:defRPr>
            </a:lvl1pPr>
            <a:lvl2pPr marL="742950" indent="-285750" latinLnBrk="1">
              <a:spcBef>
                <a:spcPct val="20000"/>
              </a:spcBef>
              <a:buFont typeface="Arial"/>
              <a:buChar char="–"/>
              <a:defRPr sz="2800">
                <a:solidFill>
                  <a:schemeClr val="tx1"/>
                </a:solidFill>
                <a:latin typeface="맑은 고딕"/>
                <a:ea typeface="맑은 고딕"/>
              </a:defRPr>
            </a:lvl2pPr>
            <a:lvl3pPr marL="1143000" indent="-228600" latinLnBrk="1">
              <a:spcBef>
                <a:spcPct val="20000"/>
              </a:spcBef>
              <a:buFont typeface="Arial"/>
              <a:buChar char="•"/>
              <a:defRPr sz="2400">
                <a:solidFill>
                  <a:schemeClr val="tx1"/>
                </a:solidFill>
                <a:latin typeface="맑은 고딕"/>
                <a:ea typeface="맑은 고딕"/>
              </a:defRPr>
            </a:lvl3pPr>
            <a:lvl4pPr marL="1600200" indent="-228600" latinLnBrk="1">
              <a:spcBef>
                <a:spcPct val="20000"/>
              </a:spcBef>
              <a:buFont typeface="Arial"/>
              <a:buChar char="–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4pPr>
            <a:lvl5pPr marL="2057400" indent="-228600" latinLnBrk="1">
              <a:spcBef>
                <a:spcPct val="20000"/>
              </a:spcBef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/>
              </a:rPr>
              <a:t>교육관리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교육목록</a:t>
            </a:r>
            <a:r>
              <a:rPr lang="en-US" altLang="ko-KR" sz="900" dirty="0"/>
              <a:t> &gt; </a:t>
            </a:r>
            <a:r>
              <a:rPr lang="ko-KR" altLang="en-US" sz="900" dirty="0"/>
              <a:t>정원 상세 </a:t>
            </a:r>
            <a:r>
              <a:rPr lang="en-US" altLang="ko-KR" sz="900" dirty="0"/>
              <a:t>[</a:t>
            </a:r>
            <a:r>
              <a:rPr lang="ko-KR" altLang="en-US" sz="900" dirty="0"/>
              <a:t>정원 클릭 시 신청리스트로 이동</a:t>
            </a:r>
            <a:r>
              <a:rPr lang="en-US" altLang="ko-KR" sz="900" dirty="0"/>
              <a:t>]</a:t>
            </a:r>
            <a:endParaRPr lang="ko-KR" altLang="en-US" sz="900" dirty="0"/>
          </a:p>
        </p:txBody>
      </p:sp>
      <p:grpSp>
        <p:nvGrpSpPr>
          <p:cNvPr id="4" name="그룹 4">
            <a:extLst>
              <a:ext uri="{FF2B5EF4-FFF2-40B4-BE49-F238E27FC236}">
                <a16:creationId xmlns:a16="http://schemas.microsoft.com/office/drawing/2014/main" id="{8B10FA9F-9C0F-E58D-00DC-329C4CF42834}"/>
              </a:ext>
            </a:extLst>
          </p:cNvPr>
          <p:cNvGrpSpPr/>
          <p:nvPr/>
        </p:nvGrpSpPr>
        <p:grpSpPr>
          <a:xfrm>
            <a:off x="8509536" y="1085237"/>
            <a:ext cx="1269654" cy="252577"/>
            <a:chOff x="8363497" y="1823453"/>
            <a:chExt cx="1269654" cy="252577"/>
          </a:xfrm>
        </p:grpSpPr>
        <p:sp>
          <p:nvSpPr>
            <p:cNvPr id="5" name="Text Box">
              <a:extLst>
                <a:ext uri="{FF2B5EF4-FFF2-40B4-BE49-F238E27FC236}">
                  <a16:creationId xmlns:a16="http://schemas.microsoft.com/office/drawing/2014/main" id="{EFE3154A-5A61-AC80-FB1E-5916CBC31E0F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endParaRPr lang="en-US" sz="900" dirty="0">
                <a:solidFill>
                  <a:srgbClr val="5F5F5F"/>
                </a:solidFill>
                <a:latin typeface="Segoe UI"/>
                <a:cs typeface="Segoe UI"/>
              </a:endParaRPr>
            </a:p>
          </p:txBody>
        </p:sp>
        <p:sp>
          <p:nvSpPr>
            <p:cNvPr id="6" name="Chevron Down">
              <a:extLst>
                <a:ext uri="{FF2B5EF4-FFF2-40B4-BE49-F238E27FC236}">
                  <a16:creationId xmlns:a16="http://schemas.microsoft.com/office/drawing/2014/main" id="{596292CA-8038-0C64-3524-08EDE7D860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00447" y="1920765"/>
              <a:ext cx="110331" cy="60621"/>
            </a:xfrm>
            <a:custGeom>
              <a:avLst/>
              <a:gdLst/>
              <a:ahLst/>
              <a:cxnLst/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endParaRPr lang="en-US" sz="900">
                <a:latin typeface="Segoe UI"/>
                <a:cs typeface="Segoe UI"/>
              </a:endParaRPr>
            </a:p>
          </p:txBody>
        </p:sp>
        <p:sp>
          <p:nvSpPr>
            <p:cNvPr id="7" name="TextBox 30">
              <a:extLst>
                <a:ext uri="{FF2B5EF4-FFF2-40B4-BE49-F238E27FC236}">
                  <a16:creationId xmlns:a16="http://schemas.microsoft.com/office/drawing/2014/main" id="{C912A484-7702-4D8D-43B7-051288C7F74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/>
                <a:buChar char="•"/>
                <a:defRPr sz="3200">
                  <a:solidFill>
                    <a:schemeClr val="tx1"/>
                  </a:solidFill>
                  <a:latin typeface="맑은 고딕"/>
                  <a:ea typeface="맑은 고딕"/>
                </a:defRPr>
              </a:lvl1pPr>
              <a:lvl2pPr marL="742950" indent="-285750" latinLnBrk="1">
                <a:spcBef>
                  <a:spcPct val="20000"/>
                </a:spcBef>
                <a:buFont typeface="Arial"/>
                <a:buChar char="–"/>
                <a:defRPr sz="2800">
                  <a:solidFill>
                    <a:schemeClr val="tx1"/>
                  </a:solidFill>
                  <a:latin typeface="맑은 고딕"/>
                  <a:ea typeface="맑은 고딕"/>
                </a:defRPr>
              </a:lvl2pPr>
              <a:lvl3pPr marL="1143000" indent="-228600" latinLnBrk="1">
                <a:spcBef>
                  <a:spcPct val="20000"/>
                </a:spcBef>
                <a:buFont typeface="Arial"/>
                <a:buChar char="•"/>
                <a:defRPr sz="2400">
                  <a:solidFill>
                    <a:schemeClr val="tx1"/>
                  </a:solidFill>
                  <a:latin typeface="맑은 고딕"/>
                  <a:ea typeface="맑은 고딕"/>
                </a:defRPr>
              </a:lvl3pPr>
              <a:lvl4pPr marL="1600200" indent="-228600" latinLnBrk="1">
                <a:spcBef>
                  <a:spcPct val="20000"/>
                </a:spcBef>
                <a:buFont typeface="Arial"/>
                <a:buChar char="–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4pPr>
              <a:lvl5pPr marL="2057400" indent="-228600" latinLnBrk="1">
                <a:spcBef>
                  <a:spcPct val="20000"/>
                </a:spcBef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856BD352-642B-665D-286C-611A5A0B4BF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/>
                <a:buChar char="•"/>
                <a:defRPr sz="3200">
                  <a:solidFill>
                    <a:schemeClr val="tx1"/>
                  </a:solidFill>
                  <a:latin typeface="맑은 고딕"/>
                  <a:ea typeface="맑은 고딕"/>
                </a:defRPr>
              </a:lvl1pPr>
              <a:lvl2pPr marL="742950" indent="-285750" latinLnBrk="1">
                <a:spcBef>
                  <a:spcPct val="20000"/>
                </a:spcBef>
                <a:buFont typeface="Arial"/>
                <a:buChar char="–"/>
                <a:defRPr sz="2800">
                  <a:solidFill>
                    <a:schemeClr val="tx1"/>
                  </a:solidFill>
                  <a:latin typeface="맑은 고딕"/>
                  <a:ea typeface="맑은 고딕"/>
                </a:defRPr>
              </a:lvl2pPr>
              <a:lvl3pPr marL="1143000" indent="-228600" latinLnBrk="1">
                <a:spcBef>
                  <a:spcPct val="20000"/>
                </a:spcBef>
                <a:buFont typeface="Arial"/>
                <a:buChar char="•"/>
                <a:defRPr sz="2400">
                  <a:solidFill>
                    <a:schemeClr val="tx1"/>
                  </a:solidFill>
                  <a:latin typeface="맑은 고딕"/>
                  <a:ea typeface="맑은 고딕"/>
                </a:defRPr>
              </a:lvl3pPr>
              <a:lvl4pPr marL="1600200" indent="-228600" latinLnBrk="1">
                <a:spcBef>
                  <a:spcPct val="20000"/>
                </a:spcBef>
                <a:buFont typeface="Arial"/>
                <a:buChar char="–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4pPr>
              <a:lvl5pPr marL="2057400" indent="-228600" latinLnBrk="1">
                <a:spcBef>
                  <a:spcPct val="20000"/>
                </a:spcBef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9" name="TextBox 9">
            <a:extLst>
              <a:ext uri="{FF2B5EF4-FFF2-40B4-BE49-F238E27FC236}">
                <a16:creationId xmlns:a16="http://schemas.microsoft.com/office/drawing/2014/main" id="{1AFF6341-4C77-59B6-7117-61B4C526B1E9}"/>
              </a:ext>
            </a:extLst>
          </p:cNvPr>
          <p:cNvSpPr txBox="1"/>
          <p:nvPr/>
        </p:nvSpPr>
        <p:spPr>
          <a:xfrm>
            <a:off x="70681" y="899824"/>
            <a:ext cx="1744345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b="1" dirty="0"/>
              <a:t>(</a:t>
            </a:r>
            <a:r>
              <a:rPr lang="ko-KR" altLang="en-US" b="1" dirty="0"/>
              <a:t>교육명</a:t>
            </a:r>
            <a:r>
              <a:rPr lang="en-US" altLang="ko-KR" b="1" dirty="0"/>
              <a:t>)</a:t>
            </a:r>
            <a:r>
              <a:rPr lang="ko-KR" altLang="en-US" b="1" dirty="0"/>
              <a:t>신청자리스트</a:t>
            </a:r>
          </a:p>
        </p:txBody>
      </p:sp>
      <p:pic>
        <p:nvPicPr>
          <p:cNvPr id="11" name="그림 38">
            <a:extLst>
              <a:ext uri="{FF2B5EF4-FFF2-40B4-BE49-F238E27FC236}">
                <a16:creationId xmlns:a16="http://schemas.microsoft.com/office/drawing/2014/main" id="{975F25A3-EA00-2B59-C825-CF7741AC090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tretch>
            <a:fillRect/>
          </a:stretch>
        </p:blipFill>
        <p:spPr>
          <a:xfrm>
            <a:off x="7416738" y="1053384"/>
            <a:ext cx="1047750" cy="228600"/>
          </a:xfrm>
          <a:prstGeom prst="rect">
            <a:avLst/>
          </a:prstGeom>
        </p:spPr>
      </p:pic>
      <p:sp>
        <p:nvSpPr>
          <p:cNvPr id="13" name="Pagination">
            <a:extLst>
              <a:ext uri="{FF2B5EF4-FFF2-40B4-BE49-F238E27FC236}">
                <a16:creationId xmlns:a16="http://schemas.microsoft.com/office/drawing/2014/main" id="{83E1519B-1754-D7DD-CEA2-A47D9150A0E7}"/>
              </a:ext>
            </a:extLst>
          </p:cNvPr>
          <p:cNvSpPr txBox="1">
            <a:spLocks noChangeArrowheads="1"/>
          </p:cNvSpPr>
          <p:nvPr/>
        </p:nvSpPr>
        <p:spPr>
          <a:xfrm>
            <a:off x="4229509" y="4551963"/>
            <a:ext cx="1569085" cy="210185"/>
          </a:xfrm>
          <a:prstGeom prst="rect">
            <a:avLst/>
          </a:prstGeom>
          <a:noFill/>
          <a:ln>
            <a:noFill/>
          </a:ln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/>
              <a:buChar char="•"/>
              <a:defRPr sz="3200">
                <a:solidFill>
                  <a:schemeClr val="tx1"/>
                </a:solidFill>
                <a:latin typeface="맑은 고딕"/>
                <a:ea typeface="맑은 고딕"/>
              </a:defRPr>
            </a:lvl1pPr>
            <a:lvl2pPr marL="742950" indent="-285750" latinLnBrk="1">
              <a:spcBef>
                <a:spcPct val="20000"/>
              </a:spcBef>
              <a:buFont typeface="Arial"/>
              <a:buChar char="–"/>
              <a:defRPr sz="2800">
                <a:solidFill>
                  <a:schemeClr val="tx1"/>
                </a:solidFill>
                <a:latin typeface="맑은 고딕"/>
                <a:ea typeface="맑은 고딕"/>
              </a:defRPr>
            </a:lvl2pPr>
            <a:lvl3pPr marL="1143000" indent="-228600" latinLnBrk="1">
              <a:spcBef>
                <a:spcPct val="20000"/>
              </a:spcBef>
              <a:buFont typeface="Arial"/>
              <a:buChar char="•"/>
              <a:defRPr sz="2400">
                <a:solidFill>
                  <a:schemeClr val="tx1"/>
                </a:solidFill>
                <a:latin typeface="맑은 고딕"/>
                <a:ea typeface="맑은 고딕"/>
              </a:defRPr>
            </a:lvl3pPr>
            <a:lvl4pPr marL="1600200" indent="-228600" latinLnBrk="1">
              <a:spcBef>
                <a:spcPct val="20000"/>
              </a:spcBef>
              <a:buFont typeface="Arial"/>
              <a:buChar char="–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4pPr>
            <a:lvl5pPr marL="2057400" indent="-228600" latinLnBrk="1">
              <a:spcBef>
                <a:spcPct val="20000"/>
              </a:spcBef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/>
                <a:ea typeface="굴림"/>
                <a:cs typeface="Segoe UI"/>
              </a:rPr>
              <a:t>&lt;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1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2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3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4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…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9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10</a:t>
            </a:r>
            <a:r>
              <a:rPr lang="en-US" altLang="ko-KR" sz="900" dirty="0">
                <a:latin typeface="Segoe UI"/>
                <a:ea typeface="굴림"/>
                <a:cs typeface="Segoe UI"/>
              </a:rPr>
              <a:t>   </a:t>
            </a:r>
            <a:r>
              <a:rPr lang="en-US" altLang="ko-KR" sz="900" u="sng" dirty="0">
                <a:latin typeface="Segoe UI"/>
                <a:ea typeface="굴림"/>
                <a:cs typeface="Segoe UI"/>
              </a:rPr>
              <a:t>&gt;</a:t>
            </a:r>
          </a:p>
        </p:txBody>
      </p:sp>
      <p:graphicFrame>
        <p:nvGraphicFramePr>
          <p:cNvPr id="29" name="표 55">
            <a:extLst>
              <a:ext uri="{FF2B5EF4-FFF2-40B4-BE49-F238E27FC236}">
                <a16:creationId xmlns:a16="http://schemas.microsoft.com/office/drawing/2014/main" id="{3F1A9028-A88A-CD70-EB8B-020615FF0D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3388602"/>
              </p:ext>
            </p:extLst>
          </p:nvPr>
        </p:nvGraphicFramePr>
        <p:xfrm>
          <a:off x="9696037" y="291622"/>
          <a:ext cx="2498015" cy="378638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교육 목록에서 </a:t>
                      </a:r>
                      <a:r>
                        <a:rPr lang="en-US" altLang="ko-KR" sz="800" b="1" dirty="0"/>
                        <a:t>'</a:t>
                      </a:r>
                      <a:r>
                        <a:rPr lang="ko-KR" altLang="en-US" sz="800" b="1" dirty="0"/>
                        <a:t>정원</a:t>
                      </a:r>
                      <a:r>
                        <a:rPr lang="en-US" altLang="ko-KR" sz="800" b="1" dirty="0"/>
                        <a:t>'</a:t>
                      </a:r>
                      <a:r>
                        <a:rPr lang="ko-KR" altLang="en-US" sz="800" b="1" dirty="0"/>
                        <a:t>을 클릭 시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해당 교육 프로그램을 신청한 사람들의 리스트를 확인할 수 있는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신청자리스트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교육을 수강신청한 신청자리스트를 확인할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접수번호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교육별로 부여되는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두자리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숫자로 표기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:01, 02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97922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이름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회원 이름 클릭 시 상세페이지 이동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상세페이지에서 회원정보를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4.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9160761"/>
                  </a:ext>
                </a:extLst>
              </a:tr>
            </a:tbl>
          </a:graphicData>
        </a:graphic>
      </p:graphicFrame>
      <p:sp>
        <p:nvSpPr>
          <p:cNvPr id="30" name="직사각형 60">
            <a:extLst>
              <a:ext uri="{FF2B5EF4-FFF2-40B4-BE49-F238E27FC236}">
                <a16:creationId xmlns:a16="http://schemas.microsoft.com/office/drawing/2014/main" id="{CEA11AEF-0817-2D33-531F-7305109F3142}"/>
              </a:ext>
            </a:extLst>
          </p:cNvPr>
          <p:cNvSpPr/>
          <p:nvPr/>
        </p:nvSpPr>
        <p:spPr>
          <a:xfrm>
            <a:off x="1387251" y="93056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8A48CA7-920B-37C8-5C5C-69470BBFF2BC}"/>
              </a:ext>
            </a:extLst>
          </p:cNvPr>
          <p:cNvSpPr txBox="1"/>
          <p:nvPr/>
        </p:nvSpPr>
        <p:spPr>
          <a:xfrm>
            <a:off x="-6954" y="1186904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E392B98D-09DB-FC7C-F22D-ACDE7478EF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838050"/>
              </p:ext>
            </p:extLst>
          </p:nvPr>
        </p:nvGraphicFramePr>
        <p:xfrm>
          <a:off x="63852" y="1412788"/>
          <a:ext cx="9632185" cy="29337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7153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38551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61360">
                  <a:extLst>
                    <a:ext uri="{9D8B030D-6E8A-4147-A177-3AD203B41FA5}">
                      <a16:colId xmlns:a16="http://schemas.microsoft.com/office/drawing/2014/main" val="780298808"/>
                    </a:ext>
                  </a:extLst>
                </a:gridCol>
                <a:gridCol w="539412">
                  <a:extLst>
                    <a:ext uri="{9D8B030D-6E8A-4147-A177-3AD203B41FA5}">
                      <a16:colId xmlns:a16="http://schemas.microsoft.com/office/drawing/2014/main" val="3107059718"/>
                    </a:ext>
                  </a:extLst>
                </a:gridCol>
                <a:gridCol w="587147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751954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595022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83572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774707">
                  <a:extLst>
                    <a:ext uri="{9D8B030D-6E8A-4147-A177-3AD203B41FA5}">
                      <a16:colId xmlns:a16="http://schemas.microsoft.com/office/drawing/2014/main" val="3797885445"/>
                    </a:ext>
                  </a:extLst>
                </a:gridCol>
                <a:gridCol w="1076434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687663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519250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78992">
                  <a:extLst>
                    <a:ext uri="{9D8B030D-6E8A-4147-A177-3AD203B41FA5}">
                      <a16:colId xmlns:a16="http://schemas.microsoft.com/office/drawing/2014/main" val="4017332744"/>
                    </a:ext>
                  </a:extLst>
                </a:gridCol>
                <a:gridCol w="629752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061216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54650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접수번호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유입경로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공동체교육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페이스북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신청대기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홈페이지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공동체교육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대기자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블로그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sng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sng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홈페이지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grpSp>
        <p:nvGrpSpPr>
          <p:cNvPr id="33" name="그룹 32">
            <a:extLst>
              <a:ext uri="{FF2B5EF4-FFF2-40B4-BE49-F238E27FC236}">
                <a16:creationId xmlns:a16="http://schemas.microsoft.com/office/drawing/2014/main" id="{86D5C8B7-BED8-4C36-2D83-CF534DE3C2F6}"/>
              </a:ext>
            </a:extLst>
          </p:cNvPr>
          <p:cNvGrpSpPr/>
          <p:nvPr/>
        </p:nvGrpSpPr>
        <p:grpSpPr>
          <a:xfrm>
            <a:off x="8733867" y="2205079"/>
            <a:ext cx="831679" cy="222794"/>
            <a:chOff x="8483974" y="2715793"/>
            <a:chExt cx="903358" cy="241996"/>
          </a:xfrm>
        </p:grpSpPr>
        <p:sp>
          <p:nvSpPr>
            <p:cNvPr id="36" name="Button">
              <a:extLst>
                <a:ext uri="{FF2B5EF4-FFF2-40B4-BE49-F238E27FC236}">
                  <a16:creationId xmlns:a16="http://schemas.microsoft.com/office/drawing/2014/main" id="{DB022952-7C8B-F361-2E4B-E3706E5D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Button">
              <a:extLst>
                <a:ext uri="{FF2B5EF4-FFF2-40B4-BE49-F238E27FC236}">
                  <a16:creationId xmlns:a16="http://schemas.microsoft.com/office/drawing/2014/main" id="{1A3A8A6A-8461-35C4-23F2-7DE47276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FB8ADAFC-2148-33D6-FF63-1CB6FBE04BEB}"/>
              </a:ext>
            </a:extLst>
          </p:cNvPr>
          <p:cNvGrpSpPr/>
          <p:nvPr/>
        </p:nvGrpSpPr>
        <p:grpSpPr>
          <a:xfrm>
            <a:off x="8733867" y="2755076"/>
            <a:ext cx="831679" cy="222794"/>
            <a:chOff x="8483974" y="2715793"/>
            <a:chExt cx="903358" cy="241996"/>
          </a:xfrm>
        </p:grpSpPr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E03DC942-DCBF-A471-6894-AA8C3EF4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Button">
              <a:extLst>
                <a:ext uri="{FF2B5EF4-FFF2-40B4-BE49-F238E27FC236}">
                  <a16:creationId xmlns:a16="http://schemas.microsoft.com/office/drawing/2014/main" id="{33A99E69-A267-6BF2-4F55-01B771A48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81FA60B6-7097-57B5-D456-9BC58C51F59E}"/>
              </a:ext>
            </a:extLst>
          </p:cNvPr>
          <p:cNvGrpSpPr/>
          <p:nvPr/>
        </p:nvGrpSpPr>
        <p:grpSpPr>
          <a:xfrm>
            <a:off x="8733867" y="3399088"/>
            <a:ext cx="831679" cy="222794"/>
            <a:chOff x="8483974" y="2715793"/>
            <a:chExt cx="903358" cy="241996"/>
          </a:xfrm>
        </p:grpSpPr>
        <p:sp>
          <p:nvSpPr>
            <p:cNvPr id="43" name="Button">
              <a:extLst>
                <a:ext uri="{FF2B5EF4-FFF2-40B4-BE49-F238E27FC236}">
                  <a16:creationId xmlns:a16="http://schemas.microsoft.com/office/drawing/2014/main" id="{8212B7E1-C6D3-CDC3-C64E-FFC55463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Button">
              <a:extLst>
                <a:ext uri="{FF2B5EF4-FFF2-40B4-BE49-F238E27FC236}">
                  <a16:creationId xmlns:a16="http://schemas.microsoft.com/office/drawing/2014/main" id="{C4D96131-B7E9-2189-FB72-C9BC59B1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1528CFD-9D14-234D-2EE1-5C5DCDCB1BE3}"/>
              </a:ext>
            </a:extLst>
          </p:cNvPr>
          <p:cNvGrpSpPr/>
          <p:nvPr/>
        </p:nvGrpSpPr>
        <p:grpSpPr>
          <a:xfrm>
            <a:off x="8733867" y="3939299"/>
            <a:ext cx="831679" cy="222794"/>
            <a:chOff x="8483974" y="2715793"/>
            <a:chExt cx="903358" cy="241996"/>
          </a:xfrm>
        </p:grpSpPr>
        <p:sp>
          <p:nvSpPr>
            <p:cNvPr id="46" name="Button">
              <a:extLst>
                <a:ext uri="{FF2B5EF4-FFF2-40B4-BE49-F238E27FC236}">
                  <a16:creationId xmlns:a16="http://schemas.microsoft.com/office/drawing/2014/main" id="{2406BF7C-840D-9D4D-6993-AD4D56D1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8D6B7804-7498-AEEF-D325-4428F0AEE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1E55AAD-F730-9994-5586-2A047D8C6B6E}"/>
              </a:ext>
            </a:extLst>
          </p:cNvPr>
          <p:cNvSpPr/>
          <p:nvPr/>
        </p:nvSpPr>
        <p:spPr>
          <a:xfrm>
            <a:off x="836547" y="137058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9DE079D-65AC-4E42-7813-51A75F23BD97}"/>
              </a:ext>
            </a:extLst>
          </p:cNvPr>
          <p:cNvSpPr/>
          <p:nvPr/>
        </p:nvSpPr>
        <p:spPr>
          <a:xfrm>
            <a:off x="5659434" y="206144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85A228-F3BB-7CC8-C23B-E08D98827352}"/>
              </a:ext>
            </a:extLst>
          </p:cNvPr>
          <p:cNvSpPr/>
          <p:nvPr/>
        </p:nvSpPr>
        <p:spPr>
          <a:xfrm>
            <a:off x="8988335" y="203742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C2AB275-A5BD-FCC2-646D-6542D31B40B3}"/>
              </a:ext>
            </a:extLst>
          </p:cNvPr>
          <p:cNvSpPr/>
          <p:nvPr/>
        </p:nvSpPr>
        <p:spPr>
          <a:xfrm>
            <a:off x="1365171" y="136489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150260155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2A8F3D-2E85-A48E-174E-A092B3F476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0F07D7A-97E8-7C72-7CBF-6965B5FB9CB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수료증 신청관리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F6790603-9D7E-B31A-CA76-167939892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수료증 신청관리</a:t>
            </a:r>
            <a:endParaRPr lang="en-US" altLang="ko-KR" sz="9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EBEC008-D879-B2A2-A1C7-6045953B4C9A}"/>
              </a:ext>
            </a:extLst>
          </p:cNvPr>
          <p:cNvSpPr txBox="1"/>
          <p:nvPr/>
        </p:nvSpPr>
        <p:spPr>
          <a:xfrm>
            <a:off x="-6954" y="2577554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6F4F638-41A9-90B7-E6E5-329209CF4862}"/>
              </a:ext>
            </a:extLst>
          </p:cNvPr>
          <p:cNvGrpSpPr/>
          <p:nvPr/>
        </p:nvGrpSpPr>
        <p:grpSpPr>
          <a:xfrm>
            <a:off x="8492668" y="2458415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2522FEFF-9D01-9146-D226-5751569386A0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E6C6296C-29B5-921F-037E-64920EE3B7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80D7E691-B3D8-6ACD-7BC8-60E0A4F7C9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63196D6D-30D9-2B9D-DDB1-8219528D1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pic>
        <p:nvPicPr>
          <p:cNvPr id="39" name="그림 38">
            <a:extLst>
              <a:ext uri="{FF2B5EF4-FFF2-40B4-BE49-F238E27FC236}">
                <a16:creationId xmlns:a16="http://schemas.microsoft.com/office/drawing/2014/main" id="{7774E7B4-8CBE-6B15-C9BC-931AF75A78E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426677" y="2469511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0107B016-39B7-A39E-E00B-B84C84DDE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4935493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C9E4243F-A271-457C-4983-1B3FA28F1F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3898399"/>
              </p:ext>
            </p:extLst>
          </p:nvPr>
        </p:nvGraphicFramePr>
        <p:xfrm>
          <a:off x="9696037" y="291622"/>
          <a:ext cx="2498015" cy="31697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수료증 신청관리에서 신청 확인 및 발급할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 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교육구분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공동체교육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발급일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리스트 항목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No,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회원상태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),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연락처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생년월일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교육구분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교육명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발급일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수료증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발급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발급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수료증이 팝업창으로 표출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마이페이지에 발급 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023690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846F8B2-D3CA-06CD-4A30-C5AC10F3E422}"/>
              </a:ext>
            </a:extLst>
          </p:cNvPr>
          <p:cNvGraphicFramePr>
            <a:graphicFrameLocks noGrp="1"/>
          </p:cNvGraphicFramePr>
          <p:nvPr/>
        </p:nvGraphicFramePr>
        <p:xfrm>
          <a:off x="64808" y="815213"/>
          <a:ext cx="6189688" cy="12876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 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교육구분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30221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발급일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38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47E023B6-6B3B-A786-E04F-DB1FD1DD306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853457"/>
            <a:ext cx="1202158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55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014BF781-CE29-99A4-DE15-5845425C078A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D7BA08-382E-BEEF-17F9-D1AC98382A0A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1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3D2B90F8-1498-1CC3-C12A-7A71581BDBF7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587029" y="1168211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72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107F0F8-712B-ACBE-4DDE-E788C388D1B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FBF4823-DB1C-DFD6-B83D-97140115F794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7" name="Text Box">
            <a:extLst>
              <a:ext uri="{FF2B5EF4-FFF2-40B4-BE49-F238E27FC236}">
                <a16:creationId xmlns:a16="http://schemas.microsoft.com/office/drawing/2014/main" id="{6ECE9B16-5D64-2689-C0A6-4A0951BB4717}"/>
              </a:ext>
            </a:extLst>
          </p:cNvPr>
          <p:cNvSpPr/>
          <p:nvPr/>
        </p:nvSpPr>
        <p:spPr>
          <a:xfrm>
            <a:off x="2687574" y="1812582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DBB018AE-203A-1C64-08CE-C97F71445585}"/>
              </a:ext>
            </a:extLst>
          </p:cNvPr>
          <p:cNvGrpSpPr/>
          <p:nvPr/>
        </p:nvGrpSpPr>
        <p:grpSpPr>
          <a:xfrm>
            <a:off x="1597613" y="1812351"/>
            <a:ext cx="1057305" cy="241092"/>
            <a:chOff x="1644613" y="1688753"/>
            <a:chExt cx="1057305" cy="241092"/>
          </a:xfrm>
        </p:grpSpPr>
        <p:sp>
          <p:nvSpPr>
            <p:cNvPr id="89" name="Text Box">
              <a:extLst>
                <a:ext uri="{FF2B5EF4-FFF2-40B4-BE49-F238E27FC236}">
                  <a16:creationId xmlns:a16="http://schemas.microsoft.com/office/drawing/2014/main" id="{1D901942-1ACB-D6FC-2546-38DEFDDDC2D2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8AC1DA0-F99B-5947-395F-5DD3E2BE364C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626899E-E783-A841-8195-129A4FA7CED8}"/>
              </a:ext>
            </a:extLst>
          </p:cNvPr>
          <p:cNvSpPr/>
          <p:nvPr/>
        </p:nvSpPr>
        <p:spPr>
          <a:xfrm>
            <a:off x="5277699" y="840042"/>
            <a:ext cx="932000" cy="122254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1E8EE46-F740-5FB2-D833-BBBA17093FFA}"/>
              </a:ext>
            </a:extLst>
          </p:cNvPr>
          <p:cNvGraphicFramePr>
            <a:graphicFrameLocks noGrp="1"/>
          </p:cNvGraphicFramePr>
          <p:nvPr/>
        </p:nvGraphicFramePr>
        <p:xfrm>
          <a:off x="98174" y="2801925"/>
          <a:ext cx="9487641" cy="189084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4683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87399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610987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1568419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680058">
                  <a:extLst>
                    <a:ext uri="{9D8B030D-6E8A-4147-A177-3AD203B41FA5}">
                      <a16:colId xmlns:a16="http://schemas.microsoft.com/office/drawing/2014/main" val="584772092"/>
                    </a:ext>
                  </a:extLst>
                </a:gridCol>
                <a:gridCol w="836837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582739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730371">
                  <a:extLst>
                    <a:ext uri="{9D8B030D-6E8A-4147-A177-3AD203B41FA5}">
                      <a16:colId xmlns:a16="http://schemas.microsoft.com/office/drawing/2014/main" val="3797885445"/>
                    </a:ext>
                  </a:extLst>
                </a:gridCol>
                <a:gridCol w="1079573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716611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959982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  <a:gridCol w="959982">
                  <a:extLst>
                    <a:ext uri="{9D8B030D-6E8A-4147-A177-3AD203B41FA5}">
                      <a16:colId xmlns:a16="http://schemas.microsoft.com/office/drawing/2014/main" val="2889262623"/>
                    </a:ext>
                  </a:extLst>
                </a:gridCol>
              </a:tblGrid>
              <a:tr h="37322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교육명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발급일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수료증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4134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공동체교육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968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3364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공동체교육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3709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 err="1">
                          <a:solidFill>
                            <a:schemeClr val="tx1"/>
                          </a:solidFill>
                        </a:rPr>
                        <a:t>마케딩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sp>
        <p:nvSpPr>
          <p:cNvPr id="44" name="Button">
            <a:extLst>
              <a:ext uri="{FF2B5EF4-FFF2-40B4-BE49-F238E27FC236}">
                <a16:creationId xmlns:a16="http://schemas.microsoft.com/office/drawing/2014/main" id="{E9133E7B-E582-2A3B-E20A-0FB7EFEB33F9}"/>
              </a:ext>
            </a:extLst>
          </p:cNvPr>
          <p:cNvSpPr>
            <a:spLocks/>
          </p:cNvSpPr>
          <p:nvPr/>
        </p:nvSpPr>
        <p:spPr bwMode="auto">
          <a:xfrm>
            <a:off x="7785648" y="3240636"/>
            <a:ext cx="701201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발급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Button">
            <a:extLst>
              <a:ext uri="{FF2B5EF4-FFF2-40B4-BE49-F238E27FC236}">
                <a16:creationId xmlns:a16="http://schemas.microsoft.com/office/drawing/2014/main" id="{AF53FB86-D481-859D-6BBE-100E77122D7B}"/>
              </a:ext>
            </a:extLst>
          </p:cNvPr>
          <p:cNvSpPr>
            <a:spLocks/>
          </p:cNvSpPr>
          <p:nvPr/>
        </p:nvSpPr>
        <p:spPr bwMode="auto">
          <a:xfrm>
            <a:off x="7785648" y="3662095"/>
            <a:ext cx="701201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발급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" name="Button">
            <a:extLst>
              <a:ext uri="{FF2B5EF4-FFF2-40B4-BE49-F238E27FC236}">
                <a16:creationId xmlns:a16="http://schemas.microsoft.com/office/drawing/2014/main" id="{BB7A5CBA-9764-698E-B8C6-77BB7D447AEB}"/>
              </a:ext>
            </a:extLst>
          </p:cNvPr>
          <p:cNvSpPr>
            <a:spLocks/>
          </p:cNvSpPr>
          <p:nvPr/>
        </p:nvSpPr>
        <p:spPr bwMode="auto">
          <a:xfrm>
            <a:off x="7785648" y="4037382"/>
            <a:ext cx="701201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발급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" name="Button">
            <a:extLst>
              <a:ext uri="{FF2B5EF4-FFF2-40B4-BE49-F238E27FC236}">
                <a16:creationId xmlns:a16="http://schemas.microsoft.com/office/drawing/2014/main" id="{36B2A05F-4025-5A53-1A63-5251C03E960C}"/>
              </a:ext>
            </a:extLst>
          </p:cNvPr>
          <p:cNvSpPr>
            <a:spLocks/>
          </p:cNvSpPr>
          <p:nvPr/>
        </p:nvSpPr>
        <p:spPr bwMode="auto">
          <a:xfrm>
            <a:off x="7785647" y="4386997"/>
            <a:ext cx="701201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발급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A312DBA-36F7-2BF0-A77B-24EEC94EFB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9452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수료증 신청관리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690BD0D-1C98-88E8-5C10-3F6791609410}"/>
              </a:ext>
            </a:extLst>
          </p:cNvPr>
          <p:cNvSpPr/>
          <p:nvPr/>
        </p:nvSpPr>
        <p:spPr>
          <a:xfrm>
            <a:off x="962435" y="62800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809DB1E-50E5-3803-E06B-1366083BEE05}"/>
              </a:ext>
            </a:extLst>
          </p:cNvPr>
          <p:cNvSpPr/>
          <p:nvPr/>
        </p:nvSpPr>
        <p:spPr>
          <a:xfrm>
            <a:off x="98174" y="274626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EF3A13F-A46B-7F76-EF07-DF64F42959FB}"/>
              </a:ext>
            </a:extLst>
          </p:cNvPr>
          <p:cNvSpPr/>
          <p:nvPr/>
        </p:nvSpPr>
        <p:spPr>
          <a:xfrm>
            <a:off x="7675426" y="310381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DD1B4ED-44A8-1041-961A-595A9BD06E1A}"/>
              </a:ext>
            </a:extLst>
          </p:cNvPr>
          <p:cNvGrpSpPr/>
          <p:nvPr/>
        </p:nvGrpSpPr>
        <p:grpSpPr>
          <a:xfrm>
            <a:off x="1598039" y="1481883"/>
            <a:ext cx="3460359" cy="249177"/>
            <a:chOff x="1598039" y="1491214"/>
            <a:chExt cx="3460359" cy="249177"/>
          </a:xfrm>
        </p:grpSpPr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9CD87ACB-D9AD-47D5-8E8A-F0998FFA0D89}"/>
                </a:ext>
              </a:extLst>
            </p:cNvPr>
            <p:cNvGrpSpPr/>
            <p:nvPr/>
          </p:nvGrpSpPr>
          <p:grpSpPr>
            <a:xfrm>
              <a:off x="1598039" y="1491214"/>
              <a:ext cx="1510731" cy="249177"/>
              <a:chOff x="3721459" y="2580430"/>
              <a:chExt cx="1510731" cy="249177"/>
            </a:xfrm>
          </p:grpSpPr>
          <p:sp>
            <p:nvSpPr>
              <p:cNvPr id="85" name="Text Box">
                <a:extLst>
                  <a:ext uri="{FF2B5EF4-FFF2-40B4-BE49-F238E27FC236}">
                    <a16:creationId xmlns:a16="http://schemas.microsoft.com/office/drawing/2014/main" id="{7C8C9ED3-A5F0-49F8-1701-3FDACC372AE2}"/>
                  </a:ext>
                </a:extLst>
              </p:cNvPr>
              <p:cNvSpPr/>
              <p:nvPr/>
            </p:nvSpPr>
            <p:spPr>
              <a:xfrm>
                <a:off x="3721459" y="2580430"/>
                <a:ext cx="1510731" cy="24917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86" name="Calendar">
                <a:extLst>
                  <a:ext uri="{FF2B5EF4-FFF2-40B4-BE49-F238E27FC236}">
                    <a16:creationId xmlns:a16="http://schemas.microsoft.com/office/drawing/2014/main" id="{F01D0C7F-DC66-AC0A-AE03-525A3DCEF3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60595" y="2623714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A6509162-ED99-2FC0-BF93-E04866F3165E}"/>
                </a:ext>
              </a:extLst>
            </p:cNvPr>
            <p:cNvGrpSpPr/>
            <p:nvPr/>
          </p:nvGrpSpPr>
          <p:grpSpPr>
            <a:xfrm>
              <a:off x="3547667" y="1491214"/>
              <a:ext cx="1510731" cy="249177"/>
              <a:chOff x="1846644" y="2900860"/>
              <a:chExt cx="1687736" cy="241092"/>
            </a:xfrm>
          </p:grpSpPr>
          <p:sp>
            <p:nvSpPr>
              <p:cNvPr id="24" name="Text Box">
                <a:extLst>
                  <a:ext uri="{FF2B5EF4-FFF2-40B4-BE49-F238E27FC236}">
                    <a16:creationId xmlns:a16="http://schemas.microsoft.com/office/drawing/2014/main" id="{A5DC16C1-2263-C7B0-28F8-BCDE4B927B39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26" name="Calendar">
                <a:extLst>
                  <a:ext uri="{FF2B5EF4-FFF2-40B4-BE49-F238E27FC236}">
                    <a16:creationId xmlns:a16="http://schemas.microsoft.com/office/drawing/2014/main" id="{91EF60EA-E1B6-41A2-E88B-E89FCE80FE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" name="TextBox 30">
              <a:extLst>
                <a:ext uri="{FF2B5EF4-FFF2-40B4-BE49-F238E27FC236}">
                  <a16:creationId xmlns:a16="http://schemas.microsoft.com/office/drawing/2014/main" id="{2A81BFFD-1405-9B97-44B9-8DA890E34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1834" y="1500386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12" name="Button">
            <a:extLst>
              <a:ext uri="{FF2B5EF4-FFF2-40B4-BE49-F238E27FC236}">
                <a16:creationId xmlns:a16="http://schemas.microsoft.com/office/drawing/2014/main" id="{8990EB09-CDB7-AFB6-6D6F-A101B5BBC26F}"/>
              </a:ext>
            </a:extLst>
          </p:cNvPr>
          <p:cNvSpPr>
            <a:spLocks/>
          </p:cNvSpPr>
          <p:nvPr/>
        </p:nvSpPr>
        <p:spPr bwMode="auto">
          <a:xfrm>
            <a:off x="8884783" y="4804210"/>
            <a:ext cx="701201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 생성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7B4B80F-91AA-B64A-B2F7-4DB41318C187}"/>
              </a:ext>
            </a:extLst>
          </p:cNvPr>
          <p:cNvGrpSpPr/>
          <p:nvPr/>
        </p:nvGrpSpPr>
        <p:grpSpPr>
          <a:xfrm>
            <a:off x="8668073" y="3259734"/>
            <a:ext cx="831679" cy="222794"/>
            <a:chOff x="8483974" y="2715793"/>
            <a:chExt cx="903358" cy="241996"/>
          </a:xfrm>
        </p:grpSpPr>
        <p:sp>
          <p:nvSpPr>
            <p:cNvPr id="31" name="Button">
              <a:extLst>
                <a:ext uri="{FF2B5EF4-FFF2-40B4-BE49-F238E27FC236}">
                  <a16:creationId xmlns:a16="http://schemas.microsoft.com/office/drawing/2014/main" id="{91646D72-0B37-A3E1-4FD4-B7902A50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Button">
              <a:extLst>
                <a:ext uri="{FF2B5EF4-FFF2-40B4-BE49-F238E27FC236}">
                  <a16:creationId xmlns:a16="http://schemas.microsoft.com/office/drawing/2014/main" id="{CA8EB603-CB33-3A39-28F6-D0C39216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FC2C9DEC-351F-4B69-E2F0-34C2DE32A4E6}"/>
              </a:ext>
            </a:extLst>
          </p:cNvPr>
          <p:cNvGrpSpPr/>
          <p:nvPr/>
        </p:nvGrpSpPr>
        <p:grpSpPr>
          <a:xfrm>
            <a:off x="8690285" y="3662095"/>
            <a:ext cx="831679" cy="222794"/>
            <a:chOff x="8483974" y="2715793"/>
            <a:chExt cx="903358" cy="241996"/>
          </a:xfrm>
        </p:grpSpPr>
        <p:sp>
          <p:nvSpPr>
            <p:cNvPr id="37" name="Button">
              <a:extLst>
                <a:ext uri="{FF2B5EF4-FFF2-40B4-BE49-F238E27FC236}">
                  <a16:creationId xmlns:a16="http://schemas.microsoft.com/office/drawing/2014/main" id="{8B5D298A-96E3-F5A8-FC9D-7B980F1D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5BBA4BAE-363C-E28E-6C24-7CB09999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E362008F-EC7F-18AD-CA27-FDF855912F32}"/>
              </a:ext>
            </a:extLst>
          </p:cNvPr>
          <p:cNvGrpSpPr/>
          <p:nvPr/>
        </p:nvGrpSpPr>
        <p:grpSpPr>
          <a:xfrm>
            <a:off x="8694009" y="4037382"/>
            <a:ext cx="831679" cy="222794"/>
            <a:chOff x="8483974" y="2715793"/>
            <a:chExt cx="903358" cy="241996"/>
          </a:xfrm>
        </p:grpSpPr>
        <p:sp>
          <p:nvSpPr>
            <p:cNvPr id="42" name="Button">
              <a:extLst>
                <a:ext uri="{FF2B5EF4-FFF2-40B4-BE49-F238E27FC236}">
                  <a16:creationId xmlns:a16="http://schemas.microsoft.com/office/drawing/2014/main" id="{29E777EE-66F2-0108-75B9-15E1CD88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Button">
              <a:extLst>
                <a:ext uri="{FF2B5EF4-FFF2-40B4-BE49-F238E27FC236}">
                  <a16:creationId xmlns:a16="http://schemas.microsoft.com/office/drawing/2014/main" id="{0DB5EACC-E00C-B2D5-0891-3E0536C4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2FE58AB4-D86C-4171-CE22-34B90F6EDE07}"/>
              </a:ext>
            </a:extLst>
          </p:cNvPr>
          <p:cNvGrpSpPr/>
          <p:nvPr/>
        </p:nvGrpSpPr>
        <p:grpSpPr>
          <a:xfrm>
            <a:off x="8690285" y="4390065"/>
            <a:ext cx="831679" cy="222794"/>
            <a:chOff x="8483974" y="2715793"/>
            <a:chExt cx="903358" cy="241996"/>
          </a:xfrm>
        </p:grpSpPr>
        <p:sp>
          <p:nvSpPr>
            <p:cNvPr id="46" name="Button">
              <a:extLst>
                <a:ext uri="{FF2B5EF4-FFF2-40B4-BE49-F238E27FC236}">
                  <a16:creationId xmlns:a16="http://schemas.microsoft.com/office/drawing/2014/main" id="{4C6B98E6-5E97-45E0-2565-C06E7D45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53466E77-A519-146C-E7CB-FE09BE10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761957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7AC761-0E90-B6D8-EFE0-E004DF6E56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E75175C-D381-3B22-E09B-3E3984D5B833}"/>
              </a:ext>
            </a:extLst>
          </p:cNvPr>
          <p:cNvSpPr txBox="1"/>
          <p:nvPr/>
        </p:nvSpPr>
        <p:spPr>
          <a:xfrm>
            <a:off x="1174190" y="27891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수료증 신청관리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5F1E5CF9-4E8D-50A4-D8CB-74B8EFF7A9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교육관리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수료증 신청관리</a:t>
            </a:r>
            <a:r>
              <a:rPr lang="en-US" altLang="ko-KR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D09AA56-6539-BACF-275E-4DFB97E1B2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2050262"/>
              </p:ext>
            </p:extLst>
          </p:nvPr>
        </p:nvGraphicFramePr>
        <p:xfrm>
          <a:off x="598178" y="1252068"/>
          <a:ext cx="7397170" cy="28239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회원상태</a:t>
                      </a:r>
                      <a:r>
                        <a:rPr lang="en-US" altLang="ko-KR" sz="800" b="0" dirty="0"/>
                        <a:t>*          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이메일</a:t>
                      </a:r>
                      <a:r>
                        <a:rPr lang="en-US" altLang="ko-KR" sz="800" b="0" dirty="0"/>
                        <a:t>(</a:t>
                      </a:r>
                      <a:r>
                        <a:rPr lang="ko-KR" altLang="en-US" sz="800" b="0" dirty="0"/>
                        <a:t>아이디</a:t>
                      </a:r>
                      <a:r>
                        <a:rPr lang="en-US" altLang="ko-KR" sz="800" b="0" dirty="0"/>
                        <a:t>)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이름</a:t>
                      </a:r>
                      <a:r>
                        <a:rPr lang="en-US" altLang="ko-KR" sz="800" b="0" dirty="0"/>
                        <a:t>*          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244843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연락처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135057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생년월일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교육구분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85329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/>
                        <a:t>교육명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916101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발급일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392209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수료증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940609"/>
                  </a:ext>
                </a:extLst>
              </a:tr>
            </a:tbl>
          </a:graphicData>
        </a:graphic>
      </p:graphicFrame>
      <p:sp>
        <p:nvSpPr>
          <p:cNvPr id="20" name="Text Box">
            <a:extLst>
              <a:ext uri="{FF2B5EF4-FFF2-40B4-BE49-F238E27FC236}">
                <a16:creationId xmlns:a16="http://schemas.microsoft.com/office/drawing/2014/main" id="{984412BB-7449-4C82-0FE7-F2CFF9559D83}"/>
              </a:ext>
            </a:extLst>
          </p:cNvPr>
          <p:cNvSpPr/>
          <p:nvPr/>
        </p:nvSpPr>
        <p:spPr>
          <a:xfrm>
            <a:off x="2192191" y="2210412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" name="Text Box">
            <a:extLst>
              <a:ext uri="{FF2B5EF4-FFF2-40B4-BE49-F238E27FC236}">
                <a16:creationId xmlns:a16="http://schemas.microsoft.com/office/drawing/2014/main" id="{4D74B7E8-384F-80F5-D804-00BE0011E1BD}"/>
              </a:ext>
            </a:extLst>
          </p:cNvPr>
          <p:cNvSpPr/>
          <p:nvPr/>
        </p:nvSpPr>
        <p:spPr>
          <a:xfrm>
            <a:off x="2193671" y="1915212"/>
            <a:ext cx="148046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7AB3068-61EA-3636-E9AC-AA738C2AC1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0319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수료증 신청관리</a:t>
            </a:r>
            <a:endParaRPr lang="en-US" altLang="ko-KR" sz="900" b="1" dirty="0"/>
          </a:p>
        </p:txBody>
      </p:sp>
      <p:graphicFrame>
        <p:nvGraphicFramePr>
          <p:cNvPr id="13" name="표 55">
            <a:extLst>
              <a:ext uri="{FF2B5EF4-FFF2-40B4-BE49-F238E27FC236}">
                <a16:creationId xmlns:a16="http://schemas.microsoft.com/office/drawing/2014/main" id="{14829034-1F76-0930-E371-A28AC6C946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8791198"/>
              </p:ext>
            </p:extLst>
          </p:nvPr>
        </p:nvGraphicFramePr>
        <p:xfrm>
          <a:off x="9696037" y="291622"/>
          <a:ext cx="2498015" cy="365045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강사를 수정 및 신규 등록할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강사등록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회원상태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정회원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아이디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</a:t>
                      </a: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이름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연락처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생년월일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교육구분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교육명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시 교육목록이 팝업창으로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indent="-171450" algn="l">
                        <a:lnSpc>
                          <a:spcPct val="150000"/>
                        </a:lnSpc>
                        <a:buFontTx/>
                        <a:buChar char="-"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발급일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수료증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수료증이 팝업창으로 표출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마이페이지에 발급 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* 수료증 발급 프로세스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교육 신청자가 전화 문의 후 수료증 발급 요청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-&gt;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담당자가 관리자에서 수료증 발급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-&gt;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마이페이지 확인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7672228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2EC7385C-9BD6-D3D9-D81B-CE9433C3D57D}"/>
              </a:ext>
            </a:extLst>
          </p:cNvPr>
          <p:cNvSpPr/>
          <p:nvPr/>
        </p:nvSpPr>
        <p:spPr>
          <a:xfrm>
            <a:off x="402573" y="126277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5" name="Button">
            <a:extLst>
              <a:ext uri="{FF2B5EF4-FFF2-40B4-BE49-F238E27FC236}">
                <a16:creationId xmlns:a16="http://schemas.microsoft.com/office/drawing/2014/main" id="{D5C12340-7DCF-9390-2C28-C334CC4C312A}"/>
              </a:ext>
            </a:extLst>
          </p:cNvPr>
          <p:cNvSpPr>
            <a:spLocks/>
          </p:cNvSpPr>
          <p:nvPr/>
        </p:nvSpPr>
        <p:spPr bwMode="auto">
          <a:xfrm>
            <a:off x="6463110" y="4377533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" name="Button">
            <a:extLst>
              <a:ext uri="{FF2B5EF4-FFF2-40B4-BE49-F238E27FC236}">
                <a16:creationId xmlns:a16="http://schemas.microsoft.com/office/drawing/2014/main" id="{75984082-724A-5A3F-A02B-FBC9C1F40433}"/>
              </a:ext>
            </a:extLst>
          </p:cNvPr>
          <p:cNvSpPr>
            <a:spLocks/>
          </p:cNvSpPr>
          <p:nvPr/>
        </p:nvSpPr>
        <p:spPr bwMode="auto">
          <a:xfrm>
            <a:off x="7268060" y="4377533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Button">
            <a:extLst>
              <a:ext uri="{FF2B5EF4-FFF2-40B4-BE49-F238E27FC236}">
                <a16:creationId xmlns:a16="http://schemas.microsoft.com/office/drawing/2014/main" id="{F14B2834-36FB-118A-6DD9-C3ABA1B1C001}"/>
              </a:ext>
            </a:extLst>
          </p:cNvPr>
          <p:cNvSpPr>
            <a:spLocks/>
          </p:cNvSpPr>
          <p:nvPr/>
        </p:nvSpPr>
        <p:spPr bwMode="auto">
          <a:xfrm>
            <a:off x="560548" y="4377533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E79A7847-308C-91BE-E10C-2479E679E11A}"/>
              </a:ext>
            </a:extLst>
          </p:cNvPr>
          <p:cNvGrpSpPr/>
          <p:nvPr/>
        </p:nvGrpSpPr>
        <p:grpSpPr>
          <a:xfrm>
            <a:off x="2229941" y="2854769"/>
            <a:ext cx="740954" cy="212366"/>
            <a:chOff x="8699428" y="6535199"/>
            <a:chExt cx="740954" cy="212366"/>
          </a:xfrm>
        </p:grpSpPr>
        <p:grpSp>
          <p:nvGrpSpPr>
            <p:cNvPr id="1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7BBE2355-BCAF-33EA-D751-36FECA08D828}"/>
                </a:ext>
              </a:extLst>
            </p:cNvPr>
            <p:cNvGrpSpPr/>
            <p:nvPr/>
          </p:nvGrpSpPr>
          <p:grpSpPr>
            <a:xfrm>
              <a:off x="8699428" y="6535199"/>
              <a:ext cx="740954" cy="212366"/>
              <a:chOff x="554563" y="2592239"/>
              <a:chExt cx="740954" cy="212366"/>
            </a:xfrm>
          </p:grpSpPr>
          <p:sp>
            <p:nvSpPr>
              <p:cNvPr id="25" name="Box">
                <a:extLst>
                  <a:ext uri="{FF2B5EF4-FFF2-40B4-BE49-F238E27FC236}">
                    <a16:creationId xmlns:a16="http://schemas.microsoft.com/office/drawing/2014/main" id="{BCEABABD-78A2-3558-E7F6-DD3253662F03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" name="Label">
                <a:extLst>
                  <a:ext uri="{FF2B5EF4-FFF2-40B4-BE49-F238E27FC236}">
                    <a16:creationId xmlns:a16="http://schemas.microsoft.com/office/drawing/2014/main" id="{E9F372D1-3419-4E18-2BAC-0D47209413EB}"/>
                  </a:ext>
                </a:extLst>
              </p:cNvPr>
              <p:cNvSpPr txBox="1"/>
              <p:nvPr/>
            </p:nvSpPr>
            <p:spPr>
              <a:xfrm>
                <a:off x="686119" y="2592239"/>
                <a:ext cx="609398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상설교육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" name="Check" hidden="1">
                <a:extLst>
                  <a:ext uri="{FF2B5EF4-FFF2-40B4-BE49-F238E27FC236}">
                    <a16:creationId xmlns:a16="http://schemas.microsoft.com/office/drawing/2014/main" id="{13B209F7-2BAC-8CDD-F824-AAD5E06527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Accept">
              <a:extLst>
                <a:ext uri="{FF2B5EF4-FFF2-40B4-BE49-F238E27FC236}">
                  <a16:creationId xmlns:a16="http://schemas.microsoft.com/office/drawing/2014/main" id="{E23D6067-31AE-B081-6CB0-0ADD52596D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E6C51B3-3A6E-CBF7-30BB-B214EDC04A14}"/>
              </a:ext>
            </a:extLst>
          </p:cNvPr>
          <p:cNvGrpSpPr/>
          <p:nvPr/>
        </p:nvGrpSpPr>
        <p:grpSpPr>
          <a:xfrm>
            <a:off x="3110076" y="2854769"/>
            <a:ext cx="856370" cy="212366"/>
            <a:chOff x="8699428" y="6535199"/>
            <a:chExt cx="856370" cy="212366"/>
          </a:xfrm>
        </p:grpSpPr>
        <p:grpSp>
          <p:nvGrpSpPr>
            <p:cNvPr id="3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712921A0-ACA5-F22E-4220-7ABF66D7F9CE}"/>
                </a:ext>
              </a:extLst>
            </p:cNvPr>
            <p:cNvGrpSpPr/>
            <p:nvPr/>
          </p:nvGrpSpPr>
          <p:grpSpPr>
            <a:xfrm>
              <a:off x="8699428" y="6535199"/>
              <a:ext cx="856370" cy="212366"/>
              <a:chOff x="554563" y="2592239"/>
              <a:chExt cx="856370" cy="212366"/>
            </a:xfrm>
          </p:grpSpPr>
          <p:sp>
            <p:nvSpPr>
              <p:cNvPr id="38" name="Box">
                <a:extLst>
                  <a:ext uri="{FF2B5EF4-FFF2-40B4-BE49-F238E27FC236}">
                    <a16:creationId xmlns:a16="http://schemas.microsoft.com/office/drawing/2014/main" id="{2B56FB73-16F5-75EE-AC6F-FE054C976C2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Label">
                <a:extLst>
                  <a:ext uri="{FF2B5EF4-FFF2-40B4-BE49-F238E27FC236}">
                    <a16:creationId xmlns:a16="http://schemas.microsoft.com/office/drawing/2014/main" id="{8B2932CB-90F5-13CE-53CA-33093D929C02}"/>
                  </a:ext>
                </a:extLst>
              </p:cNvPr>
              <p:cNvSpPr txBox="1"/>
              <p:nvPr/>
            </p:nvSpPr>
            <p:spPr>
              <a:xfrm>
                <a:off x="686119" y="2592239"/>
                <a:ext cx="724814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공동체교육</a:t>
                </a:r>
                <a:endPara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Check" hidden="1">
                <a:extLst>
                  <a:ext uri="{FF2B5EF4-FFF2-40B4-BE49-F238E27FC236}">
                    <a16:creationId xmlns:a16="http://schemas.microsoft.com/office/drawing/2014/main" id="{95A4A23B-E8B5-1E8F-9A2F-F05F2859F9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" name="Accept">
              <a:extLst>
                <a:ext uri="{FF2B5EF4-FFF2-40B4-BE49-F238E27FC236}">
                  <a16:creationId xmlns:a16="http://schemas.microsoft.com/office/drawing/2014/main" id="{A22DE331-639A-3693-939A-CC3A4E9A6C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6ABC2FDE-FFEF-BA68-6B7F-E56288142BDD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01613" y="1285696"/>
            <a:ext cx="1202158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18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7CAB5CB0-DAE4-642F-61B7-B0ABBFB56C9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1A405FD-8AC3-AD90-7A82-741BF741A982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" name="Text Box">
            <a:extLst>
              <a:ext uri="{FF2B5EF4-FFF2-40B4-BE49-F238E27FC236}">
                <a16:creationId xmlns:a16="http://schemas.microsoft.com/office/drawing/2014/main" id="{822E1BDF-EB5C-3650-7A7C-1AFE326AEEAE}"/>
              </a:ext>
            </a:extLst>
          </p:cNvPr>
          <p:cNvSpPr/>
          <p:nvPr/>
        </p:nvSpPr>
        <p:spPr>
          <a:xfrm>
            <a:off x="2201613" y="1585546"/>
            <a:ext cx="148046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Text Box">
            <a:extLst>
              <a:ext uri="{FF2B5EF4-FFF2-40B4-BE49-F238E27FC236}">
                <a16:creationId xmlns:a16="http://schemas.microsoft.com/office/drawing/2014/main" id="{69478869-3428-FC1B-1063-DF28E2E5528D}"/>
              </a:ext>
            </a:extLst>
          </p:cNvPr>
          <p:cNvSpPr/>
          <p:nvPr/>
        </p:nvSpPr>
        <p:spPr>
          <a:xfrm>
            <a:off x="2201613" y="1583640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8E9DB256-F2F1-0F9C-FBD3-3AD217BF01C4}"/>
              </a:ext>
            </a:extLst>
          </p:cNvPr>
          <p:cNvGrpSpPr/>
          <p:nvPr/>
        </p:nvGrpSpPr>
        <p:grpSpPr>
          <a:xfrm>
            <a:off x="2192191" y="3176678"/>
            <a:ext cx="2992157" cy="225862"/>
            <a:chOff x="2165309" y="2866021"/>
            <a:chExt cx="2992157" cy="225862"/>
          </a:xfrm>
        </p:grpSpPr>
        <p:sp>
          <p:nvSpPr>
            <p:cNvPr id="42" name="Button">
              <a:extLst>
                <a:ext uri="{FF2B5EF4-FFF2-40B4-BE49-F238E27FC236}">
                  <a16:creationId xmlns:a16="http://schemas.microsoft.com/office/drawing/2014/main" id="{941037CE-8F7B-E24D-99A4-337D6CE2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2866021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교육검색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3E2AB7E3-B719-627A-7154-F8C7AEF8F3C9}"/>
                </a:ext>
              </a:extLst>
            </p:cNvPr>
            <p:cNvSpPr/>
            <p:nvPr/>
          </p:nvSpPr>
          <p:spPr>
            <a:xfrm>
              <a:off x="2165309" y="2873053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7D3EB0E-9020-3B10-817B-D729FFC2F38B}"/>
              </a:ext>
            </a:extLst>
          </p:cNvPr>
          <p:cNvSpPr/>
          <p:nvPr/>
        </p:nvSpPr>
        <p:spPr>
          <a:xfrm>
            <a:off x="2201613" y="2543364"/>
            <a:ext cx="1687843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Button">
            <a:extLst>
              <a:ext uri="{FF2B5EF4-FFF2-40B4-BE49-F238E27FC236}">
                <a16:creationId xmlns:a16="http://schemas.microsoft.com/office/drawing/2014/main" id="{6FCA418C-9D79-1DEB-FA34-9836C1CD7AB2}"/>
              </a:ext>
            </a:extLst>
          </p:cNvPr>
          <p:cNvSpPr>
            <a:spLocks/>
          </p:cNvSpPr>
          <p:nvPr/>
        </p:nvSpPr>
        <p:spPr bwMode="auto">
          <a:xfrm>
            <a:off x="2192191" y="3785350"/>
            <a:ext cx="701201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발급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857364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4794A-D54E-E27C-37AD-A7C1C7147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41DDA3D0-8B4A-2C0F-3F0E-8F7C11C79772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949858D1-AC26-EE8D-F6E4-7D15F85D9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337890"/>
              </p:ext>
            </p:extLst>
          </p:nvPr>
        </p:nvGraphicFramePr>
        <p:xfrm>
          <a:off x="114299" y="2696308"/>
          <a:ext cx="9488433" cy="206230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886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5211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607293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93507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818652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63649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5000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134349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336141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작성자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조회수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강사 지원합니다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강사 지원합니다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191635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강사 지원합니다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50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15241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강사 지원합니다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115740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강사 지원합니다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530953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0313C2A2-D6BB-AFA9-4E22-6B175FC13471}"/>
              </a:ext>
            </a:extLst>
          </p:cNvPr>
          <p:cNvGrpSpPr/>
          <p:nvPr/>
        </p:nvGrpSpPr>
        <p:grpSpPr>
          <a:xfrm>
            <a:off x="8573502" y="3429000"/>
            <a:ext cx="931733" cy="241995"/>
            <a:chOff x="8483974" y="2715793"/>
            <a:chExt cx="931737" cy="241996"/>
          </a:xfrm>
        </p:grpSpPr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0B664A81-A5B4-5583-96B6-52A37BAFF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Button">
              <a:extLst>
                <a:ext uri="{FF2B5EF4-FFF2-40B4-BE49-F238E27FC236}">
                  <a16:creationId xmlns:a16="http://schemas.microsoft.com/office/drawing/2014/main" id="{0C08B194-AC23-8C06-7DAB-FADAFD43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8FE36DDA-D794-2213-E621-085A342F4858}"/>
              </a:ext>
            </a:extLst>
          </p:cNvPr>
          <p:cNvGrpSpPr/>
          <p:nvPr/>
        </p:nvGrpSpPr>
        <p:grpSpPr>
          <a:xfrm>
            <a:off x="8573502" y="3776402"/>
            <a:ext cx="931733" cy="241995"/>
            <a:chOff x="8483974" y="2738652"/>
            <a:chExt cx="931737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D85FD6C3-9C47-661E-63E3-6763A901F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857AA494-675D-C200-AE96-9E7F694A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A84C12A6-5B2A-59B5-05DD-23CEF1890F64}"/>
              </a:ext>
            </a:extLst>
          </p:cNvPr>
          <p:cNvGrpSpPr/>
          <p:nvPr/>
        </p:nvGrpSpPr>
        <p:grpSpPr>
          <a:xfrm>
            <a:off x="8573502" y="3077558"/>
            <a:ext cx="931733" cy="241995"/>
            <a:chOff x="8483974" y="2715793"/>
            <a:chExt cx="931737" cy="241996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6D25D9AD-350B-923A-AB7B-DB323700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61731AAA-5D47-C0A3-2436-E2C2DEDD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B8908C93-65A0-68D5-555F-A58F54639C5B}"/>
              </a:ext>
            </a:extLst>
          </p:cNvPr>
          <p:cNvGrpSpPr/>
          <p:nvPr/>
        </p:nvGrpSpPr>
        <p:grpSpPr>
          <a:xfrm>
            <a:off x="8581303" y="4118405"/>
            <a:ext cx="931733" cy="241995"/>
            <a:chOff x="8483974" y="2715792"/>
            <a:chExt cx="931737" cy="241996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0FA4E0C0-904F-4C40-9E00-4DB5C5BC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78285AEC-5BB7-1B6D-D2FD-599E5429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D93778A-0AC3-7079-22C3-884A10BC6615}"/>
              </a:ext>
            </a:extLst>
          </p:cNvPr>
          <p:cNvGrpSpPr/>
          <p:nvPr/>
        </p:nvGrpSpPr>
        <p:grpSpPr>
          <a:xfrm>
            <a:off x="8572963" y="4469606"/>
            <a:ext cx="931733" cy="241995"/>
            <a:chOff x="8483974" y="2715793"/>
            <a:chExt cx="931737" cy="241996"/>
          </a:xfrm>
        </p:grpSpPr>
        <p:sp>
          <p:nvSpPr>
            <p:cNvPr id="74" name="Button">
              <a:extLst>
                <a:ext uri="{FF2B5EF4-FFF2-40B4-BE49-F238E27FC236}">
                  <a16:creationId xmlns:a16="http://schemas.microsoft.com/office/drawing/2014/main" id="{C4831455-9566-4D61-8FF4-C04D1B36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1B1B63C6-18AF-3600-30E0-4D5AA9CF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utton">
            <a:extLst>
              <a:ext uri="{FF2B5EF4-FFF2-40B4-BE49-F238E27FC236}">
                <a16:creationId xmlns:a16="http://schemas.microsoft.com/office/drawing/2014/main" id="{4D835686-3311-00B6-65D6-3B0A6D8D00E9}"/>
              </a:ext>
            </a:extLst>
          </p:cNvPr>
          <p:cNvSpPr>
            <a:spLocks/>
          </p:cNvSpPr>
          <p:nvPr/>
        </p:nvSpPr>
        <p:spPr bwMode="auto">
          <a:xfrm>
            <a:off x="8115570" y="48587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6D001C63-2B79-B150-3D9E-FF36C7E81426}"/>
              </a:ext>
            </a:extLst>
          </p:cNvPr>
          <p:cNvSpPr>
            <a:spLocks/>
          </p:cNvSpPr>
          <p:nvPr/>
        </p:nvSpPr>
        <p:spPr bwMode="auto">
          <a:xfrm>
            <a:off x="8920520" y="485873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B2516ED3-3663-9CD5-5C49-D18163C68388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4CE74643-465A-73CD-4339-8C53FB298D08}"/>
              </a:ext>
            </a:extLst>
          </p:cNvPr>
          <p:cNvGrpSpPr/>
          <p:nvPr/>
        </p:nvGrpSpPr>
        <p:grpSpPr>
          <a:xfrm>
            <a:off x="8509536" y="2426637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B8F3AF80-0A38-6C90-56E6-C46499EB425B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3D3328A5-8CE2-0B68-3057-7903D181A0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D9D16381-23F6-1974-16B0-4B97127C3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EA0B1E73-F3B1-A16C-620C-B42729C51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Pagination">
            <a:extLst>
              <a:ext uri="{FF2B5EF4-FFF2-40B4-BE49-F238E27FC236}">
                <a16:creationId xmlns:a16="http://schemas.microsoft.com/office/drawing/2014/main" id="{481F5B64-6F2C-A1FF-622A-F4EC66CC6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513830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3" name="File">
            <a:extLst>
              <a:ext uri="{FF2B5EF4-FFF2-40B4-BE49-F238E27FC236}">
                <a16:creationId xmlns:a16="http://schemas.microsoft.com/office/drawing/2014/main" id="{E6F447A6-8D74-3943-E552-8D54F33246D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092223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" name="File">
            <a:extLst>
              <a:ext uri="{FF2B5EF4-FFF2-40B4-BE49-F238E27FC236}">
                <a16:creationId xmlns:a16="http://schemas.microsoft.com/office/drawing/2014/main" id="{F6418C77-A47D-7429-A491-6098F3221B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444958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File">
            <a:extLst>
              <a:ext uri="{FF2B5EF4-FFF2-40B4-BE49-F238E27FC236}">
                <a16:creationId xmlns:a16="http://schemas.microsoft.com/office/drawing/2014/main" id="{359217C0-48D6-22EB-D0C3-828BA92E55B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792360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File">
            <a:extLst>
              <a:ext uri="{FF2B5EF4-FFF2-40B4-BE49-F238E27FC236}">
                <a16:creationId xmlns:a16="http://schemas.microsoft.com/office/drawing/2014/main" id="{B8D7D5B3-C8D1-8EC3-94F9-BD35637CC59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4131467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File">
            <a:extLst>
              <a:ext uri="{FF2B5EF4-FFF2-40B4-BE49-F238E27FC236}">
                <a16:creationId xmlns:a16="http://schemas.microsoft.com/office/drawing/2014/main" id="{2B63DDC1-8ED1-B3FA-0A8B-BD58D6D6705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7" y="4485131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44551F7-482B-3E51-93A6-ED892603F47D}"/>
              </a:ext>
            </a:extLst>
          </p:cNvPr>
          <p:cNvSpPr txBox="1"/>
          <p:nvPr/>
        </p:nvSpPr>
        <p:spPr>
          <a:xfrm>
            <a:off x="-1418" y="1091802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강사지원 관리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3C3D6FE-7FBA-1D7F-45C6-959879FD8379}"/>
              </a:ext>
            </a:extLst>
          </p:cNvPr>
          <p:cNvGraphicFramePr>
            <a:graphicFrameLocks noGrp="1"/>
          </p:cNvGraphicFramePr>
          <p:nvPr/>
        </p:nvGraphicFramePr>
        <p:xfrm>
          <a:off x="71755" y="1379140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DB90534C-FA45-204B-3CE3-C5158AA2EF83}"/>
              </a:ext>
            </a:extLst>
          </p:cNvPr>
          <p:cNvSpPr/>
          <p:nvPr/>
        </p:nvSpPr>
        <p:spPr>
          <a:xfrm>
            <a:off x="5085031" y="1426739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94485A26-64F5-F6E5-06D6-ACD569EEFB77}"/>
              </a:ext>
            </a:extLst>
          </p:cNvPr>
          <p:cNvSpPr/>
          <p:nvPr/>
        </p:nvSpPr>
        <p:spPr>
          <a:xfrm>
            <a:off x="2392133" y="1419418"/>
            <a:ext cx="2640036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02491BCA-C11D-0815-36AE-4F01427D8AC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21222" y="142352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0" name="Text Box">
              <a:extLst>
                <a:ext uri="{FF2B5EF4-FFF2-40B4-BE49-F238E27FC236}">
                  <a16:creationId xmlns:a16="http://schemas.microsoft.com/office/drawing/2014/main" id="{59B7EA9B-BE74-7802-AEA8-88FB24C934EB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4BC738B-CC8D-62A7-0E3A-530ACF95902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4B5504BD-F3FB-E2F7-0A23-10A68CD4B859}"/>
              </a:ext>
            </a:extLst>
          </p:cNvPr>
          <p:cNvGrpSpPr/>
          <p:nvPr/>
        </p:nvGrpSpPr>
        <p:grpSpPr>
          <a:xfrm>
            <a:off x="1521221" y="1782158"/>
            <a:ext cx="1510731" cy="249177"/>
            <a:chOff x="1846644" y="2900860"/>
            <a:chExt cx="1687736" cy="241092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90038BE1-9A8E-B7ED-93A3-421E443F2FC6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28" name="Calendar">
              <a:extLst>
                <a:ext uri="{FF2B5EF4-FFF2-40B4-BE49-F238E27FC236}">
                  <a16:creationId xmlns:a16="http://schemas.microsoft.com/office/drawing/2014/main" id="{3CB38020-040F-D55A-19E5-199BDB6ECCB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DE419CA-74F4-2951-54F8-88291C11194E}"/>
              </a:ext>
            </a:extLst>
          </p:cNvPr>
          <p:cNvGrpSpPr/>
          <p:nvPr/>
        </p:nvGrpSpPr>
        <p:grpSpPr>
          <a:xfrm>
            <a:off x="3521438" y="1780574"/>
            <a:ext cx="1510731" cy="249177"/>
            <a:chOff x="1846644" y="2900860"/>
            <a:chExt cx="1687736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5ACB1EA0-112D-DD67-4EA9-5EF2E6BF11AA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31" name="Calendar">
              <a:extLst>
                <a:ext uri="{FF2B5EF4-FFF2-40B4-BE49-F238E27FC236}">
                  <a16:creationId xmlns:a16="http://schemas.microsoft.com/office/drawing/2014/main" id="{E5E17E3A-EA2D-2572-4C48-671AA21665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" name="TextBox 30">
            <a:extLst>
              <a:ext uri="{FF2B5EF4-FFF2-40B4-BE49-F238E27FC236}">
                <a16:creationId xmlns:a16="http://schemas.microsoft.com/office/drawing/2014/main" id="{6F67EA7A-4FA8-F6A7-247E-2C371405B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5605" y="1775581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E37F2729-4232-8B3A-0CDD-771F328A6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7830901"/>
              </p:ext>
            </p:extLst>
          </p:nvPr>
        </p:nvGraphicFramePr>
        <p:xfrm>
          <a:off x="9693985" y="295164"/>
          <a:ext cx="2498015" cy="391647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강사지원 관리를 관리합니다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작성자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상세에서 게시글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상세에서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884573"/>
                  </a:ext>
                </a:extLst>
              </a:tr>
            </a:tbl>
          </a:graphicData>
        </a:graphic>
      </p:graphicFrame>
      <p:sp>
        <p:nvSpPr>
          <p:cNvPr id="34" name="직사각형 60">
            <a:extLst>
              <a:ext uri="{FF2B5EF4-FFF2-40B4-BE49-F238E27FC236}">
                <a16:creationId xmlns:a16="http://schemas.microsoft.com/office/drawing/2014/main" id="{1C1C7285-F535-A893-7AF4-1DBFC3988E1D}"/>
              </a:ext>
            </a:extLst>
          </p:cNvPr>
          <p:cNvSpPr/>
          <p:nvPr/>
        </p:nvSpPr>
        <p:spPr>
          <a:xfrm>
            <a:off x="909537" y="113880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5" name="직사각형 60">
            <a:extLst>
              <a:ext uri="{FF2B5EF4-FFF2-40B4-BE49-F238E27FC236}">
                <a16:creationId xmlns:a16="http://schemas.microsoft.com/office/drawing/2014/main" id="{BB878897-4EEF-0B4C-5135-83E611F83DBB}"/>
              </a:ext>
            </a:extLst>
          </p:cNvPr>
          <p:cNvSpPr/>
          <p:nvPr/>
        </p:nvSpPr>
        <p:spPr>
          <a:xfrm>
            <a:off x="8889093" y="289372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6" name="직사각형 60">
            <a:extLst>
              <a:ext uri="{FF2B5EF4-FFF2-40B4-BE49-F238E27FC236}">
                <a16:creationId xmlns:a16="http://schemas.microsoft.com/office/drawing/2014/main" id="{8D0A6A1F-B857-DB11-D818-CB618C198E98}"/>
              </a:ext>
            </a:extLst>
          </p:cNvPr>
          <p:cNvSpPr/>
          <p:nvPr/>
        </p:nvSpPr>
        <p:spPr>
          <a:xfrm>
            <a:off x="8118062" y="469472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D866C35-4DEA-BDC1-D67E-C9DF2B5B6C0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강사지원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</a:t>
            </a:r>
            <a:endParaRPr lang="en-US" altLang="ko-KR" sz="900" dirty="0"/>
          </a:p>
        </p:txBody>
      </p:sp>
      <p:sp>
        <p:nvSpPr>
          <p:cNvPr id="37" name="TextBox 30">
            <a:extLst>
              <a:ext uri="{FF2B5EF4-FFF2-40B4-BE49-F238E27FC236}">
                <a16:creationId xmlns:a16="http://schemas.microsoft.com/office/drawing/2014/main" id="{E3D1EAE6-960E-245F-3867-950DDD0199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강사지원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</a:t>
            </a:r>
            <a:endParaRPr lang="en-US" altLang="ko-KR" sz="900" dirty="0"/>
          </a:p>
        </p:txBody>
      </p:sp>
    </p:spTree>
    <p:extLst>
      <p:ext uri="{BB962C8B-B14F-4D97-AF65-F5344CB8AC3E}">
        <p14:creationId xmlns:p14="http://schemas.microsoft.com/office/powerpoint/2010/main" val="218265129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986CEB-900D-F133-862A-D3A834D1A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78841DA-A256-AD0D-68F5-FE6024F5AFB7}"/>
              </a:ext>
            </a:extLst>
          </p:cNvPr>
          <p:cNvGraphicFramePr>
            <a:graphicFrameLocks noGrp="1"/>
          </p:cNvGraphicFramePr>
          <p:nvPr/>
        </p:nvGraphicFramePr>
        <p:xfrm>
          <a:off x="505190" y="1348740"/>
          <a:ext cx="7399923" cy="35751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9881">
                  <a:extLst>
                    <a:ext uri="{9D8B030D-6E8A-4147-A177-3AD203B41FA5}">
                      <a16:colId xmlns:a16="http://schemas.microsoft.com/office/drawing/2014/main" val="4145493058"/>
                    </a:ext>
                  </a:extLst>
                </a:gridCol>
                <a:gridCol w="6330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1063978"/>
                  </a:ext>
                </a:extLst>
              </a:tr>
              <a:tr h="16106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4506938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첨부파일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9276382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작성자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/>
                        <a:t>홍길동</a:t>
                      </a:r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469747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2024.09.30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5267486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조회수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0000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56692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4B3D3921-A299-BCCC-F7D7-3358DE282929}"/>
              </a:ext>
            </a:extLst>
          </p:cNvPr>
          <p:cNvSpPr txBox="1"/>
          <p:nvPr/>
        </p:nvSpPr>
        <p:spPr>
          <a:xfrm>
            <a:off x="413274" y="1087472"/>
            <a:ext cx="3214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강사지원 관리</a:t>
            </a:r>
          </a:p>
        </p:txBody>
      </p:sp>
      <p:sp>
        <p:nvSpPr>
          <p:cNvPr id="6" name="Text Box">
            <a:extLst>
              <a:ext uri="{FF2B5EF4-FFF2-40B4-BE49-F238E27FC236}">
                <a16:creationId xmlns:a16="http://schemas.microsoft.com/office/drawing/2014/main" id="{04895D2E-FA63-AF9A-F175-7714B4AC8C36}"/>
              </a:ext>
            </a:extLst>
          </p:cNvPr>
          <p:cNvSpPr/>
          <p:nvPr/>
        </p:nvSpPr>
        <p:spPr>
          <a:xfrm>
            <a:off x="1620635" y="1391255"/>
            <a:ext cx="522011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" name="Button">
            <a:extLst>
              <a:ext uri="{FF2B5EF4-FFF2-40B4-BE49-F238E27FC236}">
                <a16:creationId xmlns:a16="http://schemas.microsoft.com/office/drawing/2014/main" id="{D9C07359-3689-FE27-67DC-0EDCD04E7A3E}"/>
              </a:ext>
            </a:extLst>
          </p:cNvPr>
          <p:cNvSpPr>
            <a:spLocks/>
          </p:cNvSpPr>
          <p:nvPr/>
        </p:nvSpPr>
        <p:spPr bwMode="auto">
          <a:xfrm>
            <a:off x="1648882" y="3392686"/>
            <a:ext cx="684952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선택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Button">
            <a:extLst>
              <a:ext uri="{FF2B5EF4-FFF2-40B4-BE49-F238E27FC236}">
                <a16:creationId xmlns:a16="http://schemas.microsoft.com/office/drawing/2014/main" id="{6FEC2C94-45D9-0BE5-336A-BFE7650064D7}"/>
              </a:ext>
            </a:extLst>
          </p:cNvPr>
          <p:cNvSpPr>
            <a:spLocks/>
          </p:cNvSpPr>
          <p:nvPr/>
        </p:nvSpPr>
        <p:spPr bwMode="auto">
          <a:xfrm>
            <a:off x="2378875" y="3392686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Button">
            <a:extLst>
              <a:ext uri="{FF2B5EF4-FFF2-40B4-BE49-F238E27FC236}">
                <a16:creationId xmlns:a16="http://schemas.microsoft.com/office/drawing/2014/main" id="{ABFF2AAA-6081-FB08-BCA0-D0561556BA43}"/>
              </a:ext>
            </a:extLst>
          </p:cNvPr>
          <p:cNvSpPr>
            <a:spLocks/>
          </p:cNvSpPr>
          <p:nvPr/>
        </p:nvSpPr>
        <p:spPr bwMode="auto">
          <a:xfrm>
            <a:off x="2843702" y="3392686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C3DF1501-CCBB-4359-96F7-0914E905CAB9}"/>
              </a:ext>
            </a:extLst>
          </p:cNvPr>
          <p:cNvSpPr>
            <a:spLocks/>
          </p:cNvSpPr>
          <p:nvPr/>
        </p:nvSpPr>
        <p:spPr bwMode="auto">
          <a:xfrm>
            <a:off x="6417950" y="501140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Button">
            <a:extLst>
              <a:ext uri="{FF2B5EF4-FFF2-40B4-BE49-F238E27FC236}">
                <a16:creationId xmlns:a16="http://schemas.microsoft.com/office/drawing/2014/main" id="{DB6195F7-7F3D-50B9-CBC3-085EC3C4FFB6}"/>
              </a:ext>
            </a:extLst>
          </p:cNvPr>
          <p:cNvSpPr>
            <a:spLocks/>
          </p:cNvSpPr>
          <p:nvPr/>
        </p:nvSpPr>
        <p:spPr bwMode="auto">
          <a:xfrm>
            <a:off x="7222900" y="5011404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" name="Button">
            <a:extLst>
              <a:ext uri="{FF2B5EF4-FFF2-40B4-BE49-F238E27FC236}">
                <a16:creationId xmlns:a16="http://schemas.microsoft.com/office/drawing/2014/main" id="{FFAAD9C0-0042-8CDE-3C67-D043EC58E7F2}"/>
              </a:ext>
            </a:extLst>
          </p:cNvPr>
          <p:cNvSpPr>
            <a:spLocks/>
          </p:cNvSpPr>
          <p:nvPr/>
        </p:nvSpPr>
        <p:spPr bwMode="auto">
          <a:xfrm>
            <a:off x="497403" y="501140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A7555369-55C2-A7F8-2080-E66511DE671D}"/>
              </a:ext>
            </a:extLst>
          </p:cNvPr>
          <p:cNvGrpSpPr/>
          <p:nvPr/>
        </p:nvGrpSpPr>
        <p:grpSpPr>
          <a:xfrm>
            <a:off x="1648882" y="1784241"/>
            <a:ext cx="6028627" cy="1416159"/>
            <a:chOff x="2278582" y="4121999"/>
            <a:chExt cx="6028627" cy="1416159"/>
          </a:xfrm>
        </p:grpSpPr>
        <p:sp>
          <p:nvSpPr>
            <p:cNvPr id="40" name="Panel">
              <a:extLst>
                <a:ext uri="{FF2B5EF4-FFF2-40B4-BE49-F238E27FC236}">
                  <a16:creationId xmlns:a16="http://schemas.microsoft.com/office/drawing/2014/main" id="{641D704B-D35D-CFE2-0436-D441EE4CB331}"/>
                </a:ext>
              </a:extLst>
            </p:cNvPr>
            <p:cNvSpPr/>
            <p:nvPr/>
          </p:nvSpPr>
          <p:spPr>
            <a:xfrm>
              <a:off x="2278582" y="4121999"/>
              <a:ext cx="6028627" cy="141615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9A389D48-B7D9-CE49-9CA1-A3DE44CBB7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293822" y="4137238"/>
              <a:ext cx="6013387" cy="445359"/>
            </a:xfrm>
            <a:prstGeom prst="rect">
              <a:avLst/>
            </a:prstGeom>
          </p:spPr>
        </p:pic>
      </p:grp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A9E37908-A8E0-9567-E97E-5BD46FAB78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0294080"/>
              </p:ext>
            </p:extLst>
          </p:nvPr>
        </p:nvGraphicFramePr>
        <p:xfrm>
          <a:off x="9693985" y="295164"/>
          <a:ext cx="2498015" cy="200453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강사지원 관리를 관리합니다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내용을 입력합니다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첨부파일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클릭하여 파일을 업로드 및 파일 추가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FD73428-293C-CE7F-8789-8569C36548D6}"/>
              </a:ext>
            </a:extLst>
          </p:cNvPr>
          <p:cNvSpPr/>
          <p:nvPr/>
        </p:nvSpPr>
        <p:spPr>
          <a:xfrm>
            <a:off x="308719" y="132284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25AC40D-D6E8-8EFD-1F7A-5D0633A48964}"/>
              </a:ext>
            </a:extLst>
          </p:cNvPr>
          <p:cNvSpPr/>
          <p:nvPr/>
        </p:nvSpPr>
        <p:spPr>
          <a:xfrm>
            <a:off x="308719" y="336059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95665E-376B-E4C6-5AF4-57FFF685B7D0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강사지원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</a:t>
            </a:r>
            <a:endParaRPr lang="ko-KR" altLang="en-US" sz="900" dirty="0"/>
          </a:p>
        </p:txBody>
      </p:sp>
      <p:sp>
        <p:nvSpPr>
          <p:cNvPr id="8" name="TextBox 30">
            <a:extLst>
              <a:ext uri="{FF2B5EF4-FFF2-40B4-BE49-F238E27FC236}">
                <a16:creationId xmlns:a16="http://schemas.microsoft.com/office/drawing/2014/main" id="{C723A75D-12A8-816B-C499-4946B3884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기본설정 </a:t>
            </a:r>
            <a:r>
              <a:rPr lang="en-US" altLang="ko-KR" sz="900" dirty="0"/>
              <a:t>&gt; </a:t>
            </a:r>
            <a:r>
              <a:rPr lang="ko-KR" altLang="en-US" sz="900" dirty="0"/>
              <a:t>강사지원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관리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</p:spTree>
    <p:extLst>
      <p:ext uri="{BB962C8B-B14F-4D97-AF65-F5344CB8AC3E}">
        <p14:creationId xmlns:p14="http://schemas.microsoft.com/office/powerpoint/2010/main" val="276380733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05.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장비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40967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A25F39-0D64-D4A4-8BFE-B353916982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51D22585-CBA8-1480-81DB-636DCE9616C2}"/>
              </a:ext>
            </a:extLst>
          </p:cNvPr>
          <p:cNvSpPr txBox="1"/>
          <p:nvPr/>
        </p:nvSpPr>
        <p:spPr>
          <a:xfrm>
            <a:off x="-6954" y="2666331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B4C650E9-F67E-B2BA-06AF-C59469A8DBA9}"/>
              </a:ext>
            </a:extLst>
          </p:cNvPr>
          <p:cNvGrpSpPr/>
          <p:nvPr/>
        </p:nvGrpSpPr>
        <p:grpSpPr>
          <a:xfrm>
            <a:off x="8492668" y="2547192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7C1DCF45-2FBD-F697-2C62-67B8329A558F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742D7D2B-87CA-A222-E214-115F4BF2BD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A76F2295-E102-1BFB-157A-A7FE92E74D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4D7C1248-1439-4F83-DE00-20A8440C8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455AD66A-5C85-4E57-7742-53A405ED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472332"/>
              </p:ext>
            </p:extLst>
          </p:nvPr>
        </p:nvGraphicFramePr>
        <p:xfrm>
          <a:off x="63850" y="2892215"/>
          <a:ext cx="9565576" cy="29337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7341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3888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546472">
                  <a:extLst>
                    <a:ext uri="{9D8B030D-6E8A-4147-A177-3AD203B41FA5}">
                      <a16:colId xmlns:a16="http://schemas.microsoft.com/office/drawing/2014/main" val="97022958"/>
                    </a:ext>
                  </a:extLst>
                </a:gridCol>
                <a:gridCol w="592345">
                  <a:extLst>
                    <a:ext uri="{9D8B030D-6E8A-4147-A177-3AD203B41FA5}">
                      <a16:colId xmlns:a16="http://schemas.microsoft.com/office/drawing/2014/main" val="1349308695"/>
                    </a:ext>
                  </a:extLst>
                </a:gridCol>
                <a:gridCol w="632366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896645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754602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83580">
                  <a:extLst>
                    <a:ext uri="{9D8B030D-6E8A-4147-A177-3AD203B41FA5}">
                      <a16:colId xmlns:a16="http://schemas.microsoft.com/office/drawing/2014/main" val="3797885445"/>
                    </a:ext>
                  </a:extLst>
                </a:gridCol>
                <a:gridCol w="727969">
                  <a:extLst>
                    <a:ext uri="{9D8B030D-6E8A-4147-A177-3AD203B41FA5}">
                      <a16:colId xmlns:a16="http://schemas.microsoft.com/office/drawing/2014/main" val="3898443954"/>
                    </a:ext>
                  </a:extLst>
                </a:gridCol>
                <a:gridCol w="472409">
                  <a:extLst>
                    <a:ext uri="{9D8B030D-6E8A-4147-A177-3AD203B41FA5}">
                      <a16:colId xmlns:a16="http://schemas.microsoft.com/office/drawing/2014/main" val="860571060"/>
                    </a:ext>
                  </a:extLst>
                </a:gridCol>
                <a:gridCol w="424236">
                  <a:extLst>
                    <a:ext uri="{9D8B030D-6E8A-4147-A177-3AD203B41FA5}">
                      <a16:colId xmlns:a16="http://schemas.microsoft.com/office/drawing/2014/main" val="1499041654"/>
                    </a:ext>
                  </a:extLst>
                </a:gridCol>
                <a:gridCol w="568171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492365">
                  <a:extLst>
                    <a:ext uri="{9D8B030D-6E8A-4147-A177-3AD203B41FA5}">
                      <a16:colId xmlns:a16="http://schemas.microsoft.com/office/drawing/2014/main" val="324902194"/>
                    </a:ext>
                  </a:extLst>
                </a:gridCol>
                <a:gridCol w="537445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94803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955943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54650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장비명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대여일</a:t>
                      </a:r>
                      <a:r>
                        <a:rPr lang="en-US" altLang="ko-KR" sz="900" b="1" dirty="0">
                          <a:solidFill>
                            <a:srgbClr val="000000"/>
                          </a:solidFill>
                          <a:highlight>
                            <a:srgbClr val="FFFFFF"/>
                          </a:highlight>
                          <a:latin typeface="+mn-lt"/>
                        </a:rPr>
                        <a:t>·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반납일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사용일수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사용인원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신창일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형태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sng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HXR-MC88</a:t>
                      </a:r>
                      <a:endParaRPr lang="ko-KR" altLang="en-US" sz="800" b="0" u="sng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촬영장비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2024.10.01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~2024.10.07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1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3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유료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HXR-MC88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음향장비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~2024.10.07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UWP-D11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기타장비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2024.10.01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~2024.10.07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거부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UWP-D11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촬영장비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~2024.10.07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할인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41C5E65B-1F60-3893-E8B0-904B0EB9C0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047430"/>
              </p:ext>
            </p:extLst>
          </p:nvPr>
        </p:nvGraphicFramePr>
        <p:xfrm>
          <a:off x="59207" y="2392801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82A6C4BD-99EE-069D-F96F-0CD324E4BB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657613"/>
              </p:ext>
            </p:extLst>
          </p:nvPr>
        </p:nvGraphicFramePr>
        <p:xfrm>
          <a:off x="2359060" y="2392801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거부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55538A5-52AD-4F2E-DBB4-A899740404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3356759"/>
              </p:ext>
            </p:extLst>
          </p:nvPr>
        </p:nvGraphicFramePr>
        <p:xfrm>
          <a:off x="3558001" y="2388659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승인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F3513C4F-781B-D53C-DE4D-E01370E9BA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3331386"/>
              </p:ext>
            </p:extLst>
          </p:nvPr>
        </p:nvGraphicFramePr>
        <p:xfrm>
          <a:off x="1172619" y="2392801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pic>
        <p:nvPicPr>
          <p:cNvPr id="39" name="그림 38">
            <a:extLst>
              <a:ext uri="{FF2B5EF4-FFF2-40B4-BE49-F238E27FC236}">
                <a16:creationId xmlns:a16="http://schemas.microsoft.com/office/drawing/2014/main" id="{24A17338-F6B0-D325-5F00-75E4182174F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26677" y="2558288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B0780730-E9AD-C396-EF73-7E9113F491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9605" y="6137534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CBAEC7A1-E4BF-E556-2F1A-FF2D6BE764FA}"/>
              </a:ext>
            </a:extLst>
          </p:cNvPr>
          <p:cNvGrpSpPr/>
          <p:nvPr/>
        </p:nvGrpSpPr>
        <p:grpSpPr>
          <a:xfrm>
            <a:off x="8733867" y="3640117"/>
            <a:ext cx="831679" cy="222794"/>
            <a:chOff x="8483974" y="2715793"/>
            <a:chExt cx="903358" cy="241996"/>
          </a:xfrm>
        </p:grpSpPr>
        <p:sp>
          <p:nvSpPr>
            <p:cNvPr id="27" name="Button">
              <a:extLst>
                <a:ext uri="{FF2B5EF4-FFF2-40B4-BE49-F238E27FC236}">
                  <a16:creationId xmlns:a16="http://schemas.microsoft.com/office/drawing/2014/main" id="{E1270DCC-F415-6896-AF0F-AFA8442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12699FA3-1AAD-AC1C-78B0-A75248A1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AFA73C1D-23B5-2F88-2E8A-E70325065A90}"/>
              </a:ext>
            </a:extLst>
          </p:cNvPr>
          <p:cNvGrpSpPr/>
          <p:nvPr/>
        </p:nvGrpSpPr>
        <p:grpSpPr>
          <a:xfrm>
            <a:off x="8733867" y="4323279"/>
            <a:ext cx="831679" cy="222794"/>
            <a:chOff x="8483974" y="2715793"/>
            <a:chExt cx="903358" cy="241996"/>
          </a:xfrm>
        </p:grpSpPr>
        <p:sp>
          <p:nvSpPr>
            <p:cNvPr id="42" name="Button">
              <a:extLst>
                <a:ext uri="{FF2B5EF4-FFF2-40B4-BE49-F238E27FC236}">
                  <a16:creationId xmlns:a16="http://schemas.microsoft.com/office/drawing/2014/main" id="{49AC4AF0-F770-EC2B-E2A7-251C505BD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Button">
              <a:extLst>
                <a:ext uri="{FF2B5EF4-FFF2-40B4-BE49-F238E27FC236}">
                  <a16:creationId xmlns:a16="http://schemas.microsoft.com/office/drawing/2014/main" id="{E7CEE647-F383-4582-6D6D-6BB0FD1CC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1AC1B443-E505-D0ED-B06F-0F57D2BE79B9}"/>
              </a:ext>
            </a:extLst>
          </p:cNvPr>
          <p:cNvGrpSpPr/>
          <p:nvPr/>
        </p:nvGrpSpPr>
        <p:grpSpPr>
          <a:xfrm>
            <a:off x="8733867" y="4914024"/>
            <a:ext cx="831679" cy="222794"/>
            <a:chOff x="8483974" y="2715793"/>
            <a:chExt cx="903358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FB89E80E-3DAA-2BCC-0B15-DD9FCD4A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Button">
              <a:extLst>
                <a:ext uri="{FF2B5EF4-FFF2-40B4-BE49-F238E27FC236}">
                  <a16:creationId xmlns:a16="http://schemas.microsoft.com/office/drawing/2014/main" id="{DFB4096F-A60B-B0FD-42C7-3F5FF8B31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7176A215-179E-6E78-442B-24889B56CF7F}"/>
              </a:ext>
            </a:extLst>
          </p:cNvPr>
          <p:cNvGrpSpPr/>
          <p:nvPr/>
        </p:nvGrpSpPr>
        <p:grpSpPr>
          <a:xfrm>
            <a:off x="8733867" y="5454235"/>
            <a:ext cx="831679" cy="222794"/>
            <a:chOff x="8483974" y="2715793"/>
            <a:chExt cx="903358" cy="241996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6FE5EDE4-AF89-357D-53AB-2B100EA5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ACACF395-3BB9-058D-BD99-09A35791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C1DCD7B-05F9-B4D0-15E3-4BA89BE5AD72}"/>
              </a:ext>
            </a:extLst>
          </p:cNvPr>
          <p:cNvSpPr/>
          <p:nvPr/>
        </p:nvSpPr>
        <p:spPr>
          <a:xfrm>
            <a:off x="412278" y="295830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8709B59-F9C1-90BC-F7D2-736C703BDBF7}"/>
              </a:ext>
            </a:extLst>
          </p:cNvPr>
          <p:cNvSpPr/>
          <p:nvPr/>
        </p:nvSpPr>
        <p:spPr>
          <a:xfrm>
            <a:off x="5939892" y="286179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EA8E831-3B9E-A046-2A57-E487E598E823}"/>
              </a:ext>
            </a:extLst>
          </p:cNvPr>
          <p:cNvSpPr/>
          <p:nvPr/>
        </p:nvSpPr>
        <p:spPr>
          <a:xfrm>
            <a:off x="769195" y="63177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C378C533-554C-80B1-3E18-5154A17E0C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1507745"/>
              </p:ext>
            </p:extLst>
          </p:nvPr>
        </p:nvGraphicFramePr>
        <p:xfrm>
          <a:off x="64808" y="815213"/>
          <a:ext cx="6189688" cy="9657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장비구분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30221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71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E1669FCB-0D09-0E49-E856-0E5FA0AFEB7D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866370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72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5EBE8BFE-E0C7-81C2-A2CD-F29788D1E6BF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0D63C61-9256-594C-4189-BFDEF2C1CDFE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7" name="Text Box">
            <a:extLst>
              <a:ext uri="{FF2B5EF4-FFF2-40B4-BE49-F238E27FC236}">
                <a16:creationId xmlns:a16="http://schemas.microsoft.com/office/drawing/2014/main" id="{72D93F73-8461-B055-A930-8C6F654263CF}"/>
              </a:ext>
            </a:extLst>
          </p:cNvPr>
          <p:cNvSpPr/>
          <p:nvPr/>
        </p:nvSpPr>
        <p:spPr>
          <a:xfrm>
            <a:off x="2678243" y="1510741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2BE1726C-9D63-9FD3-6342-BF5509395A70}"/>
              </a:ext>
            </a:extLst>
          </p:cNvPr>
          <p:cNvGrpSpPr/>
          <p:nvPr/>
        </p:nvGrpSpPr>
        <p:grpSpPr>
          <a:xfrm>
            <a:off x="1588282" y="1510510"/>
            <a:ext cx="1057305" cy="241092"/>
            <a:chOff x="1644613" y="1688753"/>
            <a:chExt cx="1057305" cy="241092"/>
          </a:xfrm>
        </p:grpSpPr>
        <p:sp>
          <p:nvSpPr>
            <p:cNvPr id="89" name="Text Box">
              <a:extLst>
                <a:ext uri="{FF2B5EF4-FFF2-40B4-BE49-F238E27FC236}">
                  <a16:creationId xmlns:a16="http://schemas.microsoft.com/office/drawing/2014/main" id="{FD72C99D-2374-20EB-23A7-E6D1422C1BB7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89278AB-9C0C-128C-A5EC-248E26E14E86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80109AF-058A-A896-3C12-CFE95E3B82D3}"/>
              </a:ext>
            </a:extLst>
          </p:cNvPr>
          <p:cNvSpPr/>
          <p:nvPr/>
        </p:nvSpPr>
        <p:spPr>
          <a:xfrm>
            <a:off x="5128070" y="840043"/>
            <a:ext cx="1081629" cy="91156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19E59A0-A7F0-ABF7-7225-E3BFFE22A570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 신청 리스트</a:t>
            </a:r>
            <a:endParaRPr lang="en-US" altLang="ko-KR" sz="900" dirty="0"/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B2033FAE-831A-5680-071F-5C9537B2A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 신청 리스트</a:t>
            </a:r>
            <a:endParaRPr lang="en-US" altLang="ko-KR" sz="9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FCCFA4-35DD-B9E2-648D-EC8D905FA508}"/>
              </a:ext>
            </a:extLst>
          </p:cNvPr>
          <p:cNvSpPr txBox="1"/>
          <p:nvPr/>
        </p:nvSpPr>
        <p:spPr>
          <a:xfrm>
            <a:off x="6162" y="615045"/>
            <a:ext cx="174463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800" b="1" dirty="0"/>
              <a:t>장비목록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26EC670-D56F-43DE-676F-D23782BA9D74}"/>
              </a:ext>
            </a:extLst>
          </p:cNvPr>
          <p:cNvGrpSpPr/>
          <p:nvPr/>
        </p:nvGrpSpPr>
        <p:grpSpPr>
          <a:xfrm>
            <a:off x="59207" y="5911672"/>
            <a:ext cx="3597866" cy="225862"/>
            <a:chOff x="147104" y="5976221"/>
            <a:chExt cx="3597866" cy="225862"/>
          </a:xfrm>
        </p:grpSpPr>
        <p:sp>
          <p:nvSpPr>
            <p:cNvPr id="14" name="Button">
              <a:extLst>
                <a:ext uri="{FF2B5EF4-FFF2-40B4-BE49-F238E27FC236}">
                  <a16:creationId xmlns:a16="http://schemas.microsoft.com/office/drawing/2014/main" id="{C817424F-030A-FE69-3F00-2C8119B4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04" y="5976221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문자발송</a:t>
              </a:r>
            </a:p>
          </p:txBody>
        </p:sp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ACAA40A5-1A2F-9713-1A10-FD2B3B18A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397" y="5976221"/>
              <a:ext cx="709910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 err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이메일발송</a:t>
              </a:r>
              <a:endPara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D7F7C0E3-D8BE-4DC3-2020-4E6D1354E42B}"/>
                </a:ext>
              </a:extLst>
            </p:cNvPr>
            <p:cNvGrpSpPr/>
            <p:nvPr/>
          </p:nvGrpSpPr>
          <p:grpSpPr>
            <a:xfrm>
              <a:off x="899211" y="5989011"/>
              <a:ext cx="1016704" cy="213072"/>
              <a:chOff x="2183209" y="923183"/>
              <a:chExt cx="1016704" cy="241092"/>
            </a:xfrm>
          </p:grpSpPr>
          <p:sp>
            <p:nvSpPr>
              <p:cNvPr id="20" name="Text Box">
                <a:extLst>
                  <a:ext uri="{FF2B5EF4-FFF2-40B4-BE49-F238E27FC236}">
                    <a16:creationId xmlns:a16="http://schemas.microsoft.com/office/drawing/2014/main" id="{0C96B5D3-7A48-07A3-6B05-AEA303B34886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5CB8865-921E-1C3E-5C8A-81DC9C8712D9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B207B7BA-A715-1F29-09A7-49A2FADE7410}"/>
                </a:ext>
              </a:extLst>
            </p:cNvPr>
            <p:cNvGrpSpPr/>
            <p:nvPr/>
          </p:nvGrpSpPr>
          <p:grpSpPr>
            <a:xfrm>
              <a:off x="2728266" y="5976221"/>
              <a:ext cx="1016704" cy="213072"/>
              <a:chOff x="2183209" y="923183"/>
              <a:chExt cx="1016704" cy="241092"/>
            </a:xfrm>
          </p:grpSpPr>
          <p:sp>
            <p:nvSpPr>
              <p:cNvPr id="18" name="Text Box">
                <a:extLst>
                  <a:ext uri="{FF2B5EF4-FFF2-40B4-BE49-F238E27FC236}">
                    <a16:creationId xmlns:a16="http://schemas.microsoft.com/office/drawing/2014/main" id="{9BE9DC50-3258-D24D-EBFD-CCDE0BD2858C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6FEEF7B-2217-6974-E597-964F5B8C2F72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" name="Button">
            <a:extLst>
              <a:ext uri="{FF2B5EF4-FFF2-40B4-BE49-F238E27FC236}">
                <a16:creationId xmlns:a16="http://schemas.microsoft.com/office/drawing/2014/main" id="{776578ED-9595-7B34-2DBC-0101AABF1A51}"/>
              </a:ext>
            </a:extLst>
          </p:cNvPr>
          <p:cNvSpPr>
            <a:spLocks/>
          </p:cNvSpPr>
          <p:nvPr/>
        </p:nvSpPr>
        <p:spPr bwMode="auto">
          <a:xfrm>
            <a:off x="8142326" y="5911672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" name="Button">
            <a:extLst>
              <a:ext uri="{FF2B5EF4-FFF2-40B4-BE49-F238E27FC236}">
                <a16:creationId xmlns:a16="http://schemas.microsoft.com/office/drawing/2014/main" id="{D5676C3A-6C3D-8A97-2DE1-6DB0A36CF9B1}"/>
              </a:ext>
            </a:extLst>
          </p:cNvPr>
          <p:cNvSpPr>
            <a:spLocks/>
          </p:cNvSpPr>
          <p:nvPr/>
        </p:nvSpPr>
        <p:spPr bwMode="auto">
          <a:xfrm>
            <a:off x="8910643" y="5911672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신청등록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2C2FAA1B-F5E8-76A3-B3AE-E8A7CF8D4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3376915"/>
              </p:ext>
            </p:extLst>
          </p:nvPr>
        </p:nvGraphicFramePr>
        <p:xfrm>
          <a:off x="9687486" y="288725"/>
          <a:ext cx="2498015" cy="680310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장비관리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장비 신청 목록으로 신청자를 확인 및 수정할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상설교육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공동체 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캘린더 보기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교육 탭으로 정렬 된 캘린더가 팝업으로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86917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NO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'2024-01'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형식으로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 신청자 기준의 번호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해가 바뀌면 연도가 알아서 바뀜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4163754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kumimoji="0" lang="ko-KR" altLang="en-US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이름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회원 이름 클릭 시 상세페이지 이동</a:t>
                      </a:r>
                      <a:b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회원정보를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5633786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5. </a:t>
                      </a:r>
                      <a:r>
                        <a:rPr kumimoji="0" lang="ko-KR" altLang="en-US" sz="800" b="1" i="0" u="none" strike="noStrike" kern="1200" spc="0" normalizeH="0" baseline="0" noProof="0" dirty="0" err="1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장비명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장비명을 클릭 시 신청내역 상세페이지 이동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신청내역을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6. </a:t>
                      </a:r>
                      <a:r>
                        <a:rPr kumimoji="0" lang="ko-KR" altLang="en-US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사용일수</a:t>
                      </a: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, </a:t>
                      </a:r>
                      <a:r>
                        <a:rPr kumimoji="0" lang="ko-KR" altLang="en-US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사용인원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사용일수 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·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반납일을 자동 계산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사용인원 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: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사용자가 입력한 사용인원 표시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4274801"/>
                  </a:ext>
                </a:extLst>
              </a:tr>
              <a:tr h="37930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7.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 내역출력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내역 출력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특정 회원을 지정하여 상세 내역을 출력합니다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391798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8.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533412"/>
                  </a:ext>
                </a:extLst>
              </a:tr>
            </a:tbl>
          </a:graphicData>
        </a:graphic>
      </p:graphicFrame>
      <p:sp>
        <p:nvSpPr>
          <p:cNvPr id="33" name="Button">
            <a:extLst>
              <a:ext uri="{FF2B5EF4-FFF2-40B4-BE49-F238E27FC236}">
                <a16:creationId xmlns:a16="http://schemas.microsoft.com/office/drawing/2014/main" id="{458B1BF1-3C0F-B53A-E63D-13B840A1E861}"/>
              </a:ext>
            </a:extLst>
          </p:cNvPr>
          <p:cNvSpPr>
            <a:spLocks/>
          </p:cNvSpPr>
          <p:nvPr/>
        </p:nvSpPr>
        <p:spPr bwMode="auto">
          <a:xfrm>
            <a:off x="7370357" y="5911672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내역출력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D7F97A-598F-7B90-1D18-D08047F57560}"/>
              </a:ext>
            </a:extLst>
          </p:cNvPr>
          <p:cNvSpPr/>
          <p:nvPr/>
        </p:nvSpPr>
        <p:spPr>
          <a:xfrm>
            <a:off x="7380535" y="575754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7</a:t>
            </a:r>
            <a:endParaRPr lang="ko-KR" altLang="en-US" sz="1050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CF0AD9B-D1B8-9287-A2DF-3A6AF9B504B0}"/>
              </a:ext>
            </a:extLst>
          </p:cNvPr>
          <p:cNvSpPr/>
          <p:nvPr/>
        </p:nvSpPr>
        <p:spPr>
          <a:xfrm>
            <a:off x="8142326" y="575754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8</a:t>
            </a:r>
            <a:endParaRPr lang="ko-KR" altLang="en-US" sz="1050" b="1" dirty="0"/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71BB0C6D-6E1C-1DFA-3FA2-A5E4F076DA9E}"/>
              </a:ext>
            </a:extLst>
          </p:cNvPr>
          <p:cNvGrpSpPr/>
          <p:nvPr/>
        </p:nvGrpSpPr>
        <p:grpSpPr>
          <a:xfrm>
            <a:off x="1588708" y="1181403"/>
            <a:ext cx="3408703" cy="254650"/>
            <a:chOff x="1588708" y="1483244"/>
            <a:chExt cx="3408703" cy="254650"/>
          </a:xfrm>
        </p:grpSpPr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8D2807FE-8C1E-765E-4B16-4B14B1B974E4}"/>
                </a:ext>
              </a:extLst>
            </p:cNvPr>
            <p:cNvGrpSpPr/>
            <p:nvPr/>
          </p:nvGrpSpPr>
          <p:grpSpPr>
            <a:xfrm>
              <a:off x="1588708" y="1488717"/>
              <a:ext cx="1510731" cy="249177"/>
              <a:chOff x="3721459" y="2580430"/>
              <a:chExt cx="1510731" cy="249177"/>
            </a:xfrm>
          </p:grpSpPr>
          <p:sp>
            <p:nvSpPr>
              <p:cNvPr id="85" name="Text Box">
                <a:extLst>
                  <a:ext uri="{FF2B5EF4-FFF2-40B4-BE49-F238E27FC236}">
                    <a16:creationId xmlns:a16="http://schemas.microsoft.com/office/drawing/2014/main" id="{555B8D8F-BC6C-3EDC-F919-0710C21693A0}"/>
                  </a:ext>
                </a:extLst>
              </p:cNvPr>
              <p:cNvSpPr/>
              <p:nvPr/>
            </p:nvSpPr>
            <p:spPr>
              <a:xfrm>
                <a:off x="3721459" y="2580430"/>
                <a:ext cx="1510731" cy="24917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86" name="Calendar">
                <a:extLst>
                  <a:ext uri="{FF2B5EF4-FFF2-40B4-BE49-F238E27FC236}">
                    <a16:creationId xmlns:a16="http://schemas.microsoft.com/office/drawing/2014/main" id="{E915542A-FA55-2737-5365-56F692928E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60595" y="2623714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72B07F29-EC2C-BD82-5932-572AAD6E34AA}"/>
                </a:ext>
              </a:extLst>
            </p:cNvPr>
            <p:cNvGrpSpPr/>
            <p:nvPr/>
          </p:nvGrpSpPr>
          <p:grpSpPr>
            <a:xfrm>
              <a:off x="3486680" y="1488237"/>
              <a:ext cx="1510731" cy="249177"/>
              <a:chOff x="1846644" y="2900860"/>
              <a:chExt cx="1687736" cy="241092"/>
            </a:xfrm>
          </p:grpSpPr>
          <p:sp>
            <p:nvSpPr>
              <p:cNvPr id="36" name="Text Box">
                <a:extLst>
                  <a:ext uri="{FF2B5EF4-FFF2-40B4-BE49-F238E27FC236}">
                    <a16:creationId xmlns:a16="http://schemas.microsoft.com/office/drawing/2014/main" id="{D5076363-86EE-D241-7C5B-BDF5521775FF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3" name="Calendar">
                <a:extLst>
                  <a:ext uri="{FF2B5EF4-FFF2-40B4-BE49-F238E27FC236}">
                    <a16:creationId xmlns:a16="http://schemas.microsoft.com/office/drawing/2014/main" id="{B6FD5242-245C-4023-A34C-CF33D29C24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" name="TextBox 30">
              <a:extLst>
                <a:ext uri="{FF2B5EF4-FFF2-40B4-BE49-F238E27FC236}">
                  <a16:creationId xmlns:a16="http://schemas.microsoft.com/office/drawing/2014/main" id="{2DA74FAD-F184-10DA-5E71-FAAF29B03D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0847" y="1483244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53" name="Button">
            <a:extLst>
              <a:ext uri="{FF2B5EF4-FFF2-40B4-BE49-F238E27FC236}">
                <a16:creationId xmlns:a16="http://schemas.microsoft.com/office/drawing/2014/main" id="{183F3FB7-E669-D26E-36C7-7010B8E6F165}"/>
              </a:ext>
            </a:extLst>
          </p:cNvPr>
          <p:cNvSpPr>
            <a:spLocks/>
          </p:cNvSpPr>
          <p:nvPr/>
        </p:nvSpPr>
        <p:spPr bwMode="auto">
          <a:xfrm>
            <a:off x="69105" y="1983906"/>
            <a:ext cx="1297829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캘린더 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CDACFF8-1F2C-BF29-6E55-84F11545BB86}"/>
              </a:ext>
            </a:extLst>
          </p:cNvPr>
          <p:cNvSpPr/>
          <p:nvPr/>
        </p:nvSpPr>
        <p:spPr>
          <a:xfrm>
            <a:off x="59207" y="187008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7248569-7989-E523-E505-3244E11F0020}"/>
              </a:ext>
            </a:extLst>
          </p:cNvPr>
          <p:cNvSpPr/>
          <p:nvPr/>
        </p:nvSpPr>
        <p:spPr>
          <a:xfrm>
            <a:off x="878477" y="352200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F4F2CB-4793-DCDA-B1DF-5E1F3C8F30A1}"/>
              </a:ext>
            </a:extLst>
          </p:cNvPr>
          <p:cNvSpPr/>
          <p:nvPr/>
        </p:nvSpPr>
        <p:spPr>
          <a:xfrm>
            <a:off x="1447869" y="349426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D17F8191-59B8-8922-5A10-CC936063BF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370628"/>
              </p:ext>
            </p:extLst>
          </p:nvPr>
        </p:nvGraphicFramePr>
        <p:xfrm>
          <a:off x="4705308" y="2382724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308922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783002-9E42-D1DF-6A9B-BC5E15AAB1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D9C41BD8-2475-2AC8-9462-751ACA8589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4201054"/>
              </p:ext>
            </p:extLst>
          </p:nvPr>
        </p:nvGraphicFramePr>
        <p:xfrm>
          <a:off x="656704" y="970170"/>
          <a:ext cx="7208619" cy="50237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830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25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602426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017680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장비명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0524834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사용목적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3346251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사용인원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18468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사용일수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4841854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대여일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highlight>
                            <a:srgbClr val="FFFFFF"/>
                          </a:highlight>
                          <a:latin typeface="+mn-lt"/>
                        </a:rPr>
                        <a:t>·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반납일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3486821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대여형태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                                  </a:t>
                      </a:r>
                      <a:r>
                        <a:rPr lang="ko-KR" altLang="en-US" sz="800" b="0" dirty="0"/>
                        <a:t>결제금액 </a:t>
                      </a:r>
                      <a:r>
                        <a:rPr lang="en-US" altLang="ko-KR" sz="800" b="0" dirty="0"/>
                        <a:t>: 30,000</a:t>
                      </a:r>
                      <a:r>
                        <a:rPr lang="ko-KR" altLang="en-US" sz="800" b="0" dirty="0"/>
                        <a:t>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59726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신청상태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3534835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할인적용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530434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증명서 제출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증명서</a:t>
                      </a:r>
                      <a:r>
                        <a:rPr lang="en-US" altLang="ko-KR" sz="800" b="0" dirty="0"/>
                        <a:t>.pdf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9256594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72190"/>
                  </a:ext>
                </a:extLst>
              </a:tr>
              <a:tr h="31398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신청일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803993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7CC3508-700F-5AA7-81DA-0F4B15D5B18F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 신청 리스트</a:t>
            </a:r>
            <a:r>
              <a:rPr lang="ko-KR" altLang="en-US" sz="900" dirty="0"/>
              <a:t>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86" name="TextBox 30">
            <a:extLst>
              <a:ext uri="{FF2B5EF4-FFF2-40B4-BE49-F238E27FC236}">
                <a16:creationId xmlns:a16="http://schemas.microsoft.com/office/drawing/2014/main" id="{0C2B5B92-6590-D881-90BE-1E2586F08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장비관리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 신청 리스트</a:t>
            </a:r>
            <a:r>
              <a:rPr lang="ko-KR" altLang="en-US" sz="900" dirty="0"/>
              <a:t>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F2078A-E20F-CBC4-231B-9FD08080B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119" y="725470"/>
            <a:ext cx="34099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 장비 신청 리스트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900" b="1" dirty="0"/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7500849-0AA1-5186-7C0E-3CBA9C3CA435}"/>
              </a:ext>
            </a:extLst>
          </p:cNvPr>
          <p:cNvSpPr/>
          <p:nvPr/>
        </p:nvSpPr>
        <p:spPr>
          <a:xfrm>
            <a:off x="2162740" y="1617870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BD37DEB6-A0BE-D7FB-8C32-61D5C64B3A79}"/>
              </a:ext>
            </a:extLst>
          </p:cNvPr>
          <p:cNvSpPr/>
          <p:nvPr/>
        </p:nvSpPr>
        <p:spPr>
          <a:xfrm>
            <a:off x="2162740" y="1924605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F23259A-24B9-FCDD-BB3C-C66F1FA8F743}"/>
              </a:ext>
            </a:extLst>
          </p:cNvPr>
          <p:cNvGrpSpPr/>
          <p:nvPr/>
        </p:nvGrpSpPr>
        <p:grpSpPr>
          <a:xfrm>
            <a:off x="2162740" y="982230"/>
            <a:ext cx="1016704" cy="241092"/>
            <a:chOff x="2183209" y="923183"/>
            <a:chExt cx="1016704" cy="241092"/>
          </a:xfrm>
        </p:grpSpPr>
        <p:sp>
          <p:nvSpPr>
            <p:cNvPr id="12" name="Text Box">
              <a:extLst>
                <a:ext uri="{FF2B5EF4-FFF2-40B4-BE49-F238E27FC236}">
                  <a16:creationId xmlns:a16="http://schemas.microsoft.com/office/drawing/2014/main" id="{8839DB8B-F04B-70B2-9359-6C4777D183EC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E77467F-6153-85AF-69EF-E0CD66DB098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DCE6630B-8B4E-9F75-A9BF-8799E439CCBF}"/>
              </a:ext>
            </a:extLst>
          </p:cNvPr>
          <p:cNvGrpSpPr/>
          <p:nvPr/>
        </p:nvGrpSpPr>
        <p:grpSpPr>
          <a:xfrm>
            <a:off x="2162740" y="1296227"/>
            <a:ext cx="2992157" cy="225862"/>
            <a:chOff x="2165309" y="1615824"/>
            <a:chExt cx="2992157" cy="225862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DADBFAD0-5322-4F67-86F6-B0B3D2CCE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1615824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회원검색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DF5C8C16-E212-EE7E-B5DE-FF4F36228A39}"/>
                </a:ext>
              </a:extLst>
            </p:cNvPr>
            <p:cNvSpPr/>
            <p:nvPr/>
          </p:nvSpPr>
          <p:spPr>
            <a:xfrm>
              <a:off x="2165309" y="1622856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0F01025-FB73-5527-08E0-182E6775A7CB}"/>
              </a:ext>
            </a:extLst>
          </p:cNvPr>
          <p:cNvGrpSpPr/>
          <p:nvPr/>
        </p:nvGrpSpPr>
        <p:grpSpPr>
          <a:xfrm>
            <a:off x="2162740" y="2546424"/>
            <a:ext cx="2992157" cy="225862"/>
            <a:chOff x="2165309" y="2866021"/>
            <a:chExt cx="2992157" cy="225862"/>
          </a:xfrm>
        </p:grpSpPr>
        <p:sp>
          <p:nvSpPr>
            <p:cNvPr id="3" name="Button">
              <a:extLst>
                <a:ext uri="{FF2B5EF4-FFF2-40B4-BE49-F238E27FC236}">
                  <a16:creationId xmlns:a16="http://schemas.microsoft.com/office/drawing/2014/main" id="{99D0F3DC-FD7B-3B8C-28E2-D64E64CDA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2866021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장비검색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16F64BBE-427F-F965-AD93-438892B60EB4}"/>
                </a:ext>
              </a:extLst>
            </p:cNvPr>
            <p:cNvSpPr/>
            <p:nvPr/>
          </p:nvSpPr>
          <p:spPr>
            <a:xfrm>
              <a:off x="2165309" y="2873053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1F70225-6362-2E7D-3229-5F7ECE5DF24C}"/>
              </a:ext>
            </a:extLst>
          </p:cNvPr>
          <p:cNvSpPr/>
          <p:nvPr/>
        </p:nvSpPr>
        <p:spPr>
          <a:xfrm>
            <a:off x="2162740" y="2237503"/>
            <a:ext cx="1687843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7A4ACF7-20ED-23CD-7A75-20DFF4EC1C79}"/>
              </a:ext>
            </a:extLst>
          </p:cNvPr>
          <p:cNvGrpSpPr/>
          <p:nvPr/>
        </p:nvGrpSpPr>
        <p:grpSpPr>
          <a:xfrm>
            <a:off x="2162740" y="3160702"/>
            <a:ext cx="1016704" cy="241092"/>
            <a:chOff x="2183209" y="923183"/>
            <a:chExt cx="1016704" cy="241092"/>
          </a:xfrm>
        </p:grpSpPr>
        <p:sp>
          <p:nvSpPr>
            <p:cNvPr id="16" name="Text Box">
              <a:extLst>
                <a:ext uri="{FF2B5EF4-FFF2-40B4-BE49-F238E27FC236}">
                  <a16:creationId xmlns:a16="http://schemas.microsoft.com/office/drawing/2014/main" id="{BF702F2D-43DC-D1FC-3A97-935E1C62FA05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52CFED4-7ECC-1362-AB9D-10AE894A9DB2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4120F1C-1667-C7F7-080C-082C38D0F0FD}"/>
              </a:ext>
            </a:extLst>
          </p:cNvPr>
          <p:cNvSpPr/>
          <p:nvPr/>
        </p:nvSpPr>
        <p:spPr>
          <a:xfrm>
            <a:off x="2162740" y="2861692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64DC45F6-41A9-1CE2-17BE-36459174207D}"/>
              </a:ext>
            </a:extLst>
          </p:cNvPr>
          <p:cNvGrpSpPr/>
          <p:nvPr/>
        </p:nvGrpSpPr>
        <p:grpSpPr>
          <a:xfrm>
            <a:off x="2162740" y="3765042"/>
            <a:ext cx="2286789" cy="246221"/>
            <a:chOff x="2108003" y="5164991"/>
            <a:chExt cx="2286789" cy="246221"/>
          </a:xfrm>
        </p:grpSpPr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5E2EDED2-EDB7-B8F2-0365-2DC84CA2465C}"/>
                </a:ext>
              </a:extLst>
            </p:cNvPr>
            <p:cNvGrpSpPr/>
            <p:nvPr/>
          </p:nvGrpSpPr>
          <p:grpSpPr>
            <a:xfrm>
              <a:off x="2108003" y="5167555"/>
              <a:ext cx="1005892" cy="241092"/>
              <a:chOff x="2153685" y="2540395"/>
              <a:chExt cx="1005892" cy="241092"/>
            </a:xfrm>
          </p:grpSpPr>
          <p:sp>
            <p:nvSpPr>
              <p:cNvPr id="44" name="Text Box">
                <a:extLst>
                  <a:ext uri="{FF2B5EF4-FFF2-40B4-BE49-F238E27FC236}">
                    <a16:creationId xmlns:a16="http://schemas.microsoft.com/office/drawing/2014/main" id="{583B409C-6C37-DE31-41F7-E163BF167C5D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Calendar">
                <a:extLst>
                  <a:ext uri="{FF2B5EF4-FFF2-40B4-BE49-F238E27FC236}">
                    <a16:creationId xmlns:a16="http://schemas.microsoft.com/office/drawing/2014/main" id="{0221CDE0-9ED2-D6CF-AD2D-552B378D3E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D093655-2038-F2BF-D192-93BCBC8047F0}"/>
                </a:ext>
              </a:extLst>
            </p:cNvPr>
            <p:cNvGrpSpPr/>
            <p:nvPr/>
          </p:nvGrpSpPr>
          <p:grpSpPr>
            <a:xfrm>
              <a:off x="3388900" y="5167555"/>
              <a:ext cx="1005892" cy="241092"/>
              <a:chOff x="2153685" y="2540395"/>
              <a:chExt cx="1005892" cy="241092"/>
            </a:xfrm>
          </p:grpSpPr>
          <p:sp>
            <p:nvSpPr>
              <p:cNvPr id="42" name="Text Box">
                <a:extLst>
                  <a:ext uri="{FF2B5EF4-FFF2-40B4-BE49-F238E27FC236}">
                    <a16:creationId xmlns:a16="http://schemas.microsoft.com/office/drawing/2014/main" id="{0E1A1DF8-DF06-68A8-8F51-BAE17CAFBF6F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Calendar">
                <a:extLst>
                  <a:ext uri="{FF2B5EF4-FFF2-40B4-BE49-F238E27FC236}">
                    <a16:creationId xmlns:a16="http://schemas.microsoft.com/office/drawing/2014/main" id="{6732B6B1-F35D-BADD-3C43-3E01D9E4228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EA8E14B-3C80-78AF-0FF3-B7E384E13BC7}"/>
                </a:ext>
              </a:extLst>
            </p:cNvPr>
            <p:cNvSpPr txBox="1"/>
            <p:nvPr/>
          </p:nvSpPr>
          <p:spPr>
            <a:xfrm>
              <a:off x="3114181" y="5164991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999110B-8B87-F982-8E08-591B4B450A72}"/>
              </a:ext>
            </a:extLst>
          </p:cNvPr>
          <p:cNvSpPr/>
          <p:nvPr/>
        </p:nvSpPr>
        <p:spPr>
          <a:xfrm>
            <a:off x="2162740" y="5387943"/>
            <a:ext cx="5463700" cy="215805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F49B1623-8884-56D9-77BC-E6B651D22D86}"/>
              </a:ext>
            </a:extLst>
          </p:cNvPr>
          <p:cNvGrpSpPr/>
          <p:nvPr/>
        </p:nvGrpSpPr>
        <p:grpSpPr>
          <a:xfrm>
            <a:off x="2162740" y="4441552"/>
            <a:ext cx="1016704" cy="241092"/>
            <a:chOff x="2183209" y="923183"/>
            <a:chExt cx="1016704" cy="241092"/>
          </a:xfrm>
        </p:grpSpPr>
        <p:sp>
          <p:nvSpPr>
            <p:cNvPr id="52" name="Text Box">
              <a:extLst>
                <a:ext uri="{FF2B5EF4-FFF2-40B4-BE49-F238E27FC236}">
                  <a16:creationId xmlns:a16="http://schemas.microsoft.com/office/drawing/2014/main" id="{BB1056E3-AC62-0D28-5672-F6A79C8F70B6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C68F8AA-4857-22C7-31CE-D14F55E9A05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289A994-46DC-14A4-1A06-B6B05B1D79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815029"/>
              </p:ext>
            </p:extLst>
          </p:nvPr>
        </p:nvGraphicFramePr>
        <p:xfrm>
          <a:off x="9693985" y="299098"/>
          <a:ext cx="2498015" cy="652958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장비관리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장비 신청 목록에서 신청자 추가 및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정회원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24043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회원검색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-ID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버튼을 클릭 시 회원목록에서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3.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장비명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장비 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 장비 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사용목적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사용인원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select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사용일수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·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반납일을 자동 계산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대여일</a:t>
                      </a:r>
                      <a:r>
                        <a:rPr lang="en-US" altLang="ko-KR" sz="800" b="0" dirty="0">
                          <a:solidFill>
                            <a:srgbClr val="000000"/>
                          </a:solidFill>
                          <a:highlight>
                            <a:srgbClr val="FFFFFF"/>
                          </a:highlight>
                          <a:latin typeface="+mn-lt"/>
                        </a:rPr>
                        <a:t>·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반납일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대여형태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각 형태별 결제금액을 상이하게 표시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 확인용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유료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지원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교육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유료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기본값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사용자가 결제한 금액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 /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지원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0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 /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교육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0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할인율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(%)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을 선택하는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select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표시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신청대기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거부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승인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취소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할인적용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사용자 신청 시 선택한 정보를 표시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 신청 프로세스 </a:t>
                      </a: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신청대기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 신청 완료 시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승인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담당자가 거부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승인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담당자의 사용자 신청 승인 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담당자가 취소 처리 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입금 완료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무통장 입금 확인 후 관리자 수기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4525014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DC6CEB-5751-3695-6C12-F0D3555BAA61}"/>
              </a:ext>
            </a:extLst>
          </p:cNvPr>
          <p:cNvSpPr/>
          <p:nvPr/>
        </p:nvSpPr>
        <p:spPr>
          <a:xfrm>
            <a:off x="413634" y="105586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0DFE3B9-A927-7035-F016-81FC42E4AA69}"/>
              </a:ext>
            </a:extLst>
          </p:cNvPr>
          <p:cNvSpPr/>
          <p:nvPr/>
        </p:nvSpPr>
        <p:spPr>
          <a:xfrm>
            <a:off x="4353513" y="117585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D3869A9-4D30-DCB3-D054-5C3B597DCE77}"/>
              </a:ext>
            </a:extLst>
          </p:cNvPr>
          <p:cNvSpPr/>
          <p:nvPr/>
        </p:nvSpPr>
        <p:spPr>
          <a:xfrm>
            <a:off x="2162740" y="3482026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7817F33-16CC-DA93-55FC-68A1B06DD97E}"/>
              </a:ext>
            </a:extLst>
          </p:cNvPr>
          <p:cNvSpPr/>
          <p:nvPr/>
        </p:nvSpPr>
        <p:spPr>
          <a:xfrm>
            <a:off x="391726" y="259094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AB10FAC1-5F14-DD57-1945-50912B39194A}"/>
              </a:ext>
            </a:extLst>
          </p:cNvPr>
          <p:cNvGrpSpPr/>
          <p:nvPr/>
        </p:nvGrpSpPr>
        <p:grpSpPr>
          <a:xfrm>
            <a:off x="2169065" y="4123081"/>
            <a:ext cx="1016704" cy="241092"/>
            <a:chOff x="2183209" y="923183"/>
            <a:chExt cx="1016704" cy="241092"/>
          </a:xfrm>
        </p:grpSpPr>
        <p:sp>
          <p:nvSpPr>
            <p:cNvPr id="36" name="Text Box">
              <a:extLst>
                <a:ext uri="{FF2B5EF4-FFF2-40B4-BE49-F238E27FC236}">
                  <a16:creationId xmlns:a16="http://schemas.microsoft.com/office/drawing/2014/main" id="{2BECB4B4-4354-C619-B528-191F9CB4E6C1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45B67C8-06BA-D684-0650-DF351B45AF8B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44BEBD01-1632-5FB8-540E-0CCCCE21D4B7}"/>
              </a:ext>
            </a:extLst>
          </p:cNvPr>
          <p:cNvGrpSpPr/>
          <p:nvPr/>
        </p:nvGrpSpPr>
        <p:grpSpPr>
          <a:xfrm>
            <a:off x="2146475" y="4750952"/>
            <a:ext cx="1016704" cy="241092"/>
            <a:chOff x="2183209" y="923183"/>
            <a:chExt cx="1016704" cy="241092"/>
          </a:xfrm>
        </p:grpSpPr>
        <p:sp>
          <p:nvSpPr>
            <p:cNvPr id="23" name="Text Box">
              <a:extLst>
                <a:ext uri="{FF2B5EF4-FFF2-40B4-BE49-F238E27FC236}">
                  <a16:creationId xmlns:a16="http://schemas.microsoft.com/office/drawing/2014/main" id="{6A79767A-D8EB-7A0A-0FB8-ECE761B94857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784CA0D-2D84-D74B-75FC-36063CA91482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056686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BCB40D-E2CA-C80D-3A5D-7F7A52A69E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95B548C1-D80B-B7F8-21E0-2D04DBD5BB7F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 신청 리스트</a:t>
            </a:r>
            <a:r>
              <a:rPr lang="ko-KR" altLang="en-US" sz="900" dirty="0"/>
              <a:t>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86" name="TextBox 30">
            <a:extLst>
              <a:ext uri="{FF2B5EF4-FFF2-40B4-BE49-F238E27FC236}">
                <a16:creationId xmlns:a16="http://schemas.microsoft.com/office/drawing/2014/main" id="{50D6331F-E488-D6DE-83F4-37E4D513A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장비관리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장비 신청 리스트</a:t>
            </a:r>
            <a:r>
              <a:rPr lang="ko-KR" altLang="en-US" sz="900" dirty="0"/>
              <a:t>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5404C7-B2BD-B3C6-2EFA-CD658E54B8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5644908"/>
              </p:ext>
            </p:extLst>
          </p:nvPr>
        </p:nvGraphicFramePr>
        <p:xfrm>
          <a:off x="9693985" y="299098"/>
          <a:ext cx="2498015" cy="157080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장비관리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장비 신청 목록에서 신청자 추가 및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관리자메모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필요 시 관리자 수기 입력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메모 필드가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개씩 추가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0212199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801E2CE5-11E3-D85D-9598-743C14D51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566" y="75349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관리자 메모</a:t>
            </a:r>
            <a:r>
              <a:rPr lang="en-US" altLang="ko-KR" sz="900" dirty="0"/>
              <a:t>*</a:t>
            </a:r>
            <a:endParaRPr lang="ko-KR" altLang="en-US" sz="900" dirty="0"/>
          </a:p>
        </p:txBody>
      </p:sp>
      <p:cxnSp>
        <p:nvCxnSpPr>
          <p:cNvPr id="19" name="Line">
            <a:extLst>
              <a:ext uri="{FF2B5EF4-FFF2-40B4-BE49-F238E27FC236}">
                <a16:creationId xmlns:a16="http://schemas.microsoft.com/office/drawing/2014/main" id="{391F62C0-0DA6-F15E-F222-EC46422AEAE8}"/>
              </a:ext>
            </a:extLst>
          </p:cNvPr>
          <p:cNvCxnSpPr>
            <a:cxnSpLocks/>
          </p:cNvCxnSpPr>
          <p:nvPr/>
        </p:nvCxnSpPr>
        <p:spPr bwMode="auto">
          <a:xfrm>
            <a:off x="550066" y="1056648"/>
            <a:ext cx="722886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A1054B4-FC32-C55A-7072-13854655D2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941740"/>
              </p:ext>
            </p:extLst>
          </p:nvPr>
        </p:nvGraphicFramePr>
        <p:xfrm>
          <a:off x="550875" y="1163497"/>
          <a:ext cx="7228058" cy="14359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34189">
                  <a:extLst>
                    <a:ext uri="{9D8B030D-6E8A-4147-A177-3AD203B41FA5}">
                      <a16:colId xmlns:a16="http://schemas.microsoft.com/office/drawing/2014/main" val="2511462850"/>
                    </a:ext>
                  </a:extLst>
                </a:gridCol>
                <a:gridCol w="1056443">
                  <a:extLst>
                    <a:ext uri="{9D8B030D-6E8A-4147-A177-3AD203B41FA5}">
                      <a16:colId xmlns:a16="http://schemas.microsoft.com/office/drawing/2014/main" val="2812314004"/>
                    </a:ext>
                  </a:extLst>
                </a:gridCol>
                <a:gridCol w="958788">
                  <a:extLst>
                    <a:ext uri="{9D8B030D-6E8A-4147-A177-3AD203B41FA5}">
                      <a16:colId xmlns:a16="http://schemas.microsoft.com/office/drawing/2014/main" val="437962750"/>
                    </a:ext>
                  </a:extLst>
                </a:gridCol>
                <a:gridCol w="978638">
                  <a:extLst>
                    <a:ext uri="{9D8B030D-6E8A-4147-A177-3AD203B41FA5}">
                      <a16:colId xmlns:a16="http://schemas.microsoft.com/office/drawing/2014/main" val="4266298258"/>
                    </a:ext>
                  </a:extLst>
                </a:gridCol>
              </a:tblGrid>
              <a:tr h="349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생성일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삭제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2024.08.01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937008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관리자 메모가 들어갑니다</a:t>
                      </a:r>
                      <a:r>
                        <a:rPr lang="en-US" altLang="ko-KR" sz="800" b="0" dirty="0"/>
                        <a:t>.</a:t>
                      </a: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6776"/>
                  </a:ext>
                </a:extLst>
              </a:tr>
            </a:tbl>
          </a:graphicData>
        </a:graphic>
      </p:graphicFrame>
      <p:sp>
        <p:nvSpPr>
          <p:cNvPr id="22" name="Button">
            <a:extLst>
              <a:ext uri="{FF2B5EF4-FFF2-40B4-BE49-F238E27FC236}">
                <a16:creationId xmlns:a16="http://schemas.microsoft.com/office/drawing/2014/main" id="{60D5A325-DC0F-902C-4867-753F7B1D8189}"/>
              </a:ext>
            </a:extLst>
          </p:cNvPr>
          <p:cNvSpPr>
            <a:spLocks/>
          </p:cNvSpPr>
          <p:nvPr/>
        </p:nvSpPr>
        <p:spPr bwMode="auto">
          <a:xfrm>
            <a:off x="7067979" y="73631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F822B996-B57B-8CD5-5520-7086D1F728F0}"/>
              </a:ext>
            </a:extLst>
          </p:cNvPr>
          <p:cNvGrpSpPr/>
          <p:nvPr/>
        </p:nvGrpSpPr>
        <p:grpSpPr>
          <a:xfrm>
            <a:off x="4997978" y="1665850"/>
            <a:ext cx="679796" cy="210314"/>
            <a:chOff x="-4112816" y="2896922"/>
            <a:chExt cx="1687736" cy="224496"/>
          </a:xfrm>
        </p:grpSpPr>
        <p:sp>
          <p:nvSpPr>
            <p:cNvPr id="24" name="Text Box">
              <a:extLst>
                <a:ext uri="{FF2B5EF4-FFF2-40B4-BE49-F238E27FC236}">
                  <a16:creationId xmlns:a16="http://schemas.microsoft.com/office/drawing/2014/main" id="{4ED20E6C-DCF1-EDE1-051A-AA3C104A60DF}"/>
                </a:ext>
              </a:extLst>
            </p:cNvPr>
            <p:cNvSpPr/>
            <p:nvPr/>
          </p:nvSpPr>
          <p:spPr>
            <a:xfrm>
              <a:off x="-4112816" y="2896922"/>
              <a:ext cx="1687736" cy="22449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700" b="0" dirty="0">
                  <a:solidFill>
                    <a:schemeClr val="tx1"/>
                  </a:solidFill>
                </a:rPr>
                <a:t>2024.11.07</a:t>
              </a:r>
              <a:endParaRPr lang="ko-KR" altLang="en-US" sz="700" u="none" dirty="0">
                <a:solidFill>
                  <a:schemeClr val="tx1"/>
                </a:solidFill>
              </a:endParaRPr>
            </a:p>
          </p:txBody>
        </p:sp>
        <p:sp>
          <p:nvSpPr>
            <p:cNvPr id="25" name="Calendar">
              <a:extLst>
                <a:ext uri="{FF2B5EF4-FFF2-40B4-BE49-F238E27FC236}">
                  <a16:creationId xmlns:a16="http://schemas.microsoft.com/office/drawing/2014/main" id="{3EAB0577-23BA-AFD1-B889-B5B7A3DE89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742079" y="2938153"/>
              <a:ext cx="256029" cy="142042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" name="Button">
            <a:extLst>
              <a:ext uri="{FF2B5EF4-FFF2-40B4-BE49-F238E27FC236}">
                <a16:creationId xmlns:a16="http://schemas.microsoft.com/office/drawing/2014/main" id="{992AA3CF-B449-1007-6C9F-6685638FC439}"/>
              </a:ext>
            </a:extLst>
          </p:cNvPr>
          <p:cNvSpPr>
            <a:spLocks/>
          </p:cNvSpPr>
          <p:nvPr/>
        </p:nvSpPr>
        <p:spPr bwMode="auto">
          <a:xfrm>
            <a:off x="6080381" y="1658076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Panel">
            <a:extLst>
              <a:ext uri="{FF2B5EF4-FFF2-40B4-BE49-F238E27FC236}">
                <a16:creationId xmlns:a16="http://schemas.microsoft.com/office/drawing/2014/main" id="{31C1BD68-CD71-3877-B036-594AB3D368A6}"/>
              </a:ext>
            </a:extLst>
          </p:cNvPr>
          <p:cNvSpPr/>
          <p:nvPr/>
        </p:nvSpPr>
        <p:spPr>
          <a:xfrm>
            <a:off x="644989" y="1574588"/>
            <a:ext cx="4015788" cy="41574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" name="Button">
            <a:extLst>
              <a:ext uri="{FF2B5EF4-FFF2-40B4-BE49-F238E27FC236}">
                <a16:creationId xmlns:a16="http://schemas.microsoft.com/office/drawing/2014/main" id="{3A0B7713-6D8D-DC93-1DBB-E08568CD1787}"/>
              </a:ext>
            </a:extLst>
          </p:cNvPr>
          <p:cNvSpPr>
            <a:spLocks/>
          </p:cNvSpPr>
          <p:nvPr/>
        </p:nvSpPr>
        <p:spPr bwMode="auto">
          <a:xfrm>
            <a:off x="6103593" y="2205950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수정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FE437AD1-287F-0C05-C503-C60A7660FE9F}"/>
              </a:ext>
            </a:extLst>
          </p:cNvPr>
          <p:cNvSpPr>
            <a:spLocks/>
          </p:cNvSpPr>
          <p:nvPr/>
        </p:nvSpPr>
        <p:spPr bwMode="auto">
          <a:xfrm>
            <a:off x="7081050" y="2205950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C2D4E2E-0ED0-8A91-3550-7A8E2EBB394B}"/>
              </a:ext>
            </a:extLst>
          </p:cNvPr>
          <p:cNvSpPr/>
          <p:nvPr/>
        </p:nvSpPr>
        <p:spPr>
          <a:xfrm>
            <a:off x="249682" y="81525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312532331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30A75E-B4CD-65FD-9B79-99CD71E62D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Box 20">
            <a:extLst>
              <a:ext uri="{FF2B5EF4-FFF2-40B4-BE49-F238E27FC236}">
                <a16:creationId xmlns:a16="http://schemas.microsoft.com/office/drawing/2014/main" id="{7E287722-2465-2469-F5E9-2DC6AF63C6B5}"/>
              </a:ext>
            </a:extLst>
          </p:cNvPr>
          <p:cNvSpPr txBox="1"/>
          <p:nvPr/>
        </p:nvSpPr>
        <p:spPr>
          <a:xfrm>
            <a:off x="38472" y="90510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장비리스트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C8BB266-BBCB-9406-9901-43271B397FCC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B2BE14ED-1597-13BC-4AD5-0D4666C9E7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854208"/>
              </p:ext>
            </p:extLst>
          </p:nvPr>
        </p:nvGraphicFramePr>
        <p:xfrm>
          <a:off x="114300" y="2696308"/>
          <a:ext cx="9547288" cy="26781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1471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25885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700861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700861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700861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147572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586652">
                  <a:extLst>
                    <a:ext uri="{9D8B030D-6E8A-4147-A177-3AD203B41FA5}">
                      <a16:colId xmlns:a16="http://schemas.microsoft.com/office/drawing/2014/main" val="3459243501"/>
                    </a:ext>
                  </a:extLst>
                </a:gridCol>
                <a:gridCol w="465168">
                  <a:extLst>
                    <a:ext uri="{9D8B030D-6E8A-4147-A177-3AD203B41FA5}">
                      <a16:colId xmlns:a16="http://schemas.microsoft.com/office/drawing/2014/main" val="2886990084"/>
                    </a:ext>
                  </a:extLst>
                </a:gridCol>
                <a:gridCol w="653905">
                  <a:extLst>
                    <a:ext uri="{9D8B030D-6E8A-4147-A177-3AD203B41FA5}">
                      <a16:colId xmlns:a16="http://schemas.microsoft.com/office/drawing/2014/main" val="3452963378"/>
                    </a:ext>
                  </a:extLst>
                </a:gridCol>
                <a:gridCol w="653905">
                  <a:extLst>
                    <a:ext uri="{9D8B030D-6E8A-4147-A177-3AD203B41FA5}">
                      <a16:colId xmlns:a16="http://schemas.microsoft.com/office/drawing/2014/main" val="3234568141"/>
                    </a:ext>
                  </a:extLst>
                </a:gridCol>
                <a:gridCol w="792052">
                  <a:extLst>
                    <a:ext uri="{9D8B030D-6E8A-4147-A177-3AD203B41FA5}">
                      <a16:colId xmlns:a16="http://schemas.microsoft.com/office/drawing/2014/main" val="2002121750"/>
                    </a:ext>
                  </a:extLst>
                </a:gridCol>
                <a:gridCol w="771740">
                  <a:extLst>
                    <a:ext uri="{9D8B030D-6E8A-4147-A177-3AD203B41FA5}">
                      <a16:colId xmlns:a16="http://schemas.microsoft.com/office/drawing/2014/main" val="4130402945"/>
                    </a:ext>
                  </a:extLst>
                </a:gridCol>
                <a:gridCol w="1368207">
                  <a:extLst>
                    <a:ext uri="{9D8B030D-6E8A-4147-A177-3AD203B41FA5}">
                      <a16:colId xmlns:a16="http://schemas.microsoft.com/office/drawing/2014/main" val="2338737999"/>
                    </a:ext>
                  </a:extLst>
                </a:gridCol>
              </a:tblGrid>
              <a:tr h="39212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장비번호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장비 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대여료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이용등급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재고수량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순번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대여이력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촬영장비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사용자장비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10013</a:t>
                      </a:r>
                      <a:endParaRPr lang="ko-KR" altLang="en-US" sz="9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HXR-MC88</a:t>
                      </a:r>
                      <a:endParaRPr lang="ko-KR" altLang="en-US" sz="9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2</a:t>
                      </a:r>
                      <a:endParaRPr lang="ko-KR" altLang="en-US" sz="9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10</a:t>
                      </a:r>
                      <a:endParaRPr lang="ko-KR" altLang="en-US" sz="9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촬영장비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사용자장비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10011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HXR-MC88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1165178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촬영장비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사용자장비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10010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UWP-D11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15,000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78712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촬영장비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사용자장비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10009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UWP-D11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151846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촬영장비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사용자장비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10007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H4n_sp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15,000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3417846"/>
                  </a:ext>
                </a:extLst>
              </a:tr>
            </a:tbl>
          </a:graphicData>
        </a:graphic>
      </p:graphicFrame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76D09ACD-D2A0-5FAF-7DEB-76951F7DA935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C3EBF365-28BB-AF5C-8C60-E977CD559B36}"/>
              </a:ext>
            </a:extLst>
          </p:cNvPr>
          <p:cNvGrpSpPr/>
          <p:nvPr/>
        </p:nvGrpSpPr>
        <p:grpSpPr>
          <a:xfrm>
            <a:off x="8509536" y="2361319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31AD434E-68F0-7AA9-010B-F3FC5FE91800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8D65CE30-E46A-1822-3FEB-5D0DB9F1EB1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4B2B3B14-D984-7D6F-7980-C5BBBDC84F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E95FB824-DDF8-D212-223B-2AA5EB49BC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Pagination">
            <a:extLst>
              <a:ext uri="{FF2B5EF4-FFF2-40B4-BE49-F238E27FC236}">
                <a16:creationId xmlns:a16="http://schemas.microsoft.com/office/drawing/2014/main" id="{1E42C673-8EDF-6352-5817-194CAC31F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5795045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DBB798A-77AF-9587-3CB5-6B9E66D8EF4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16738" y="2360814"/>
            <a:ext cx="1047750" cy="228600"/>
          </a:xfrm>
          <a:prstGeom prst="rect">
            <a:avLst/>
          </a:prstGeom>
        </p:spPr>
      </p:pic>
      <p:sp>
        <p:nvSpPr>
          <p:cNvPr id="13" name="Button">
            <a:extLst>
              <a:ext uri="{FF2B5EF4-FFF2-40B4-BE49-F238E27FC236}">
                <a16:creationId xmlns:a16="http://schemas.microsoft.com/office/drawing/2014/main" id="{E5FC9DDB-4AD1-C040-0EFD-40057E24DF41}"/>
              </a:ext>
            </a:extLst>
          </p:cNvPr>
          <p:cNvSpPr>
            <a:spLocks/>
          </p:cNvSpPr>
          <p:nvPr/>
        </p:nvSpPr>
        <p:spPr bwMode="auto">
          <a:xfrm>
            <a:off x="7553816" y="3193213"/>
            <a:ext cx="689414" cy="24199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대여이력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Button">
            <a:extLst>
              <a:ext uri="{FF2B5EF4-FFF2-40B4-BE49-F238E27FC236}">
                <a16:creationId xmlns:a16="http://schemas.microsoft.com/office/drawing/2014/main" id="{62CC42EE-ACC7-8EB7-7702-D0A7AD24156F}"/>
              </a:ext>
            </a:extLst>
          </p:cNvPr>
          <p:cNvSpPr>
            <a:spLocks/>
          </p:cNvSpPr>
          <p:nvPr/>
        </p:nvSpPr>
        <p:spPr bwMode="auto">
          <a:xfrm>
            <a:off x="7553816" y="3655112"/>
            <a:ext cx="689414" cy="24199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대여이력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" name="Button">
            <a:extLst>
              <a:ext uri="{FF2B5EF4-FFF2-40B4-BE49-F238E27FC236}">
                <a16:creationId xmlns:a16="http://schemas.microsoft.com/office/drawing/2014/main" id="{DBD8EDAA-67A7-BDE8-25C6-C6BF72AB3F67}"/>
              </a:ext>
            </a:extLst>
          </p:cNvPr>
          <p:cNvSpPr>
            <a:spLocks/>
          </p:cNvSpPr>
          <p:nvPr/>
        </p:nvSpPr>
        <p:spPr bwMode="auto">
          <a:xfrm>
            <a:off x="7553816" y="4118655"/>
            <a:ext cx="689414" cy="24199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대여이력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" name="Button">
            <a:extLst>
              <a:ext uri="{FF2B5EF4-FFF2-40B4-BE49-F238E27FC236}">
                <a16:creationId xmlns:a16="http://schemas.microsoft.com/office/drawing/2014/main" id="{B002F7C4-723B-FA3B-FE68-0A94B5D6B6ED}"/>
              </a:ext>
            </a:extLst>
          </p:cNvPr>
          <p:cNvSpPr>
            <a:spLocks/>
          </p:cNvSpPr>
          <p:nvPr/>
        </p:nvSpPr>
        <p:spPr bwMode="auto">
          <a:xfrm>
            <a:off x="7553816" y="4578806"/>
            <a:ext cx="689414" cy="24199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대여이력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7" name="Button">
            <a:extLst>
              <a:ext uri="{FF2B5EF4-FFF2-40B4-BE49-F238E27FC236}">
                <a16:creationId xmlns:a16="http://schemas.microsoft.com/office/drawing/2014/main" id="{4FB169E6-66C9-E10D-7A74-D56F88655373}"/>
              </a:ext>
            </a:extLst>
          </p:cNvPr>
          <p:cNvSpPr>
            <a:spLocks/>
          </p:cNvSpPr>
          <p:nvPr/>
        </p:nvSpPr>
        <p:spPr bwMode="auto">
          <a:xfrm>
            <a:off x="7553816" y="5039157"/>
            <a:ext cx="689414" cy="241994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대여이력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BB993B6-5749-1001-CAED-758DEAB4B5FF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장비리스트</a:t>
            </a:r>
          </a:p>
        </p:txBody>
      </p:sp>
      <p:sp>
        <p:nvSpPr>
          <p:cNvPr id="22" name="TextBox 30">
            <a:extLst>
              <a:ext uri="{FF2B5EF4-FFF2-40B4-BE49-F238E27FC236}">
                <a16:creationId xmlns:a16="http://schemas.microsoft.com/office/drawing/2014/main" id="{11241154-DF5A-CA8E-9C9F-4AA31476F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장비관리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장비리스트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A4CAB925-7309-802F-FE98-73B8C80D86C8}"/>
              </a:ext>
            </a:extLst>
          </p:cNvPr>
          <p:cNvGraphicFramePr>
            <a:graphicFrameLocks noGrp="1"/>
          </p:cNvGraphicFramePr>
          <p:nvPr/>
        </p:nvGraphicFramePr>
        <p:xfrm>
          <a:off x="114300" y="1115364"/>
          <a:ext cx="5968845" cy="10560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531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2777">
                  <a:extLst>
                    <a:ext uri="{9D8B030D-6E8A-4147-A177-3AD203B41FA5}">
                      <a16:colId xmlns:a16="http://schemas.microsoft.com/office/drawing/2014/main" val="2290178119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분류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0077763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2CDAF2D0-87B6-C621-0DCE-1E916F83F1B6}"/>
              </a:ext>
            </a:extLst>
          </p:cNvPr>
          <p:cNvSpPr/>
          <p:nvPr/>
        </p:nvSpPr>
        <p:spPr>
          <a:xfrm>
            <a:off x="5126828" y="1155208"/>
            <a:ext cx="920193" cy="97064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40" name="Text Box">
            <a:extLst>
              <a:ext uri="{FF2B5EF4-FFF2-40B4-BE49-F238E27FC236}">
                <a16:creationId xmlns:a16="http://schemas.microsoft.com/office/drawing/2014/main" id="{5FB81371-0311-B647-2500-9E07BD4454DF}"/>
              </a:ext>
            </a:extLst>
          </p:cNvPr>
          <p:cNvSpPr/>
          <p:nvPr/>
        </p:nvSpPr>
        <p:spPr>
          <a:xfrm>
            <a:off x="2698387" y="1509657"/>
            <a:ext cx="2329635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46551983-50DE-85A4-1589-9E6A0C64AFCF}"/>
              </a:ext>
            </a:extLst>
          </p:cNvPr>
          <p:cNvGrpSpPr/>
          <p:nvPr/>
        </p:nvGrpSpPr>
        <p:grpSpPr>
          <a:xfrm>
            <a:off x="1625245" y="1876681"/>
            <a:ext cx="1510731" cy="249177"/>
            <a:chOff x="1846644" y="2900860"/>
            <a:chExt cx="1687736" cy="241092"/>
          </a:xfrm>
        </p:grpSpPr>
        <p:sp>
          <p:nvSpPr>
            <p:cNvPr id="42" name="Text Box">
              <a:extLst>
                <a:ext uri="{FF2B5EF4-FFF2-40B4-BE49-F238E27FC236}">
                  <a16:creationId xmlns:a16="http://schemas.microsoft.com/office/drawing/2014/main" id="{8681BDFF-7629-0F8F-3019-DBDFCAD040CA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43" name="Calendar">
              <a:extLst>
                <a:ext uri="{FF2B5EF4-FFF2-40B4-BE49-F238E27FC236}">
                  <a16:creationId xmlns:a16="http://schemas.microsoft.com/office/drawing/2014/main" id="{D7BC7FC5-4605-C198-A0DB-46173D97AA9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3BFE4D3A-0E32-D3EE-BB3E-C01F79923AF9}"/>
              </a:ext>
            </a:extLst>
          </p:cNvPr>
          <p:cNvGrpSpPr/>
          <p:nvPr/>
        </p:nvGrpSpPr>
        <p:grpSpPr>
          <a:xfrm>
            <a:off x="3517292" y="1882208"/>
            <a:ext cx="1510731" cy="249177"/>
            <a:chOff x="1846644" y="2900860"/>
            <a:chExt cx="1687736" cy="241092"/>
          </a:xfrm>
        </p:grpSpPr>
        <p:sp>
          <p:nvSpPr>
            <p:cNvPr id="45" name="Text Box">
              <a:extLst>
                <a:ext uri="{FF2B5EF4-FFF2-40B4-BE49-F238E27FC236}">
                  <a16:creationId xmlns:a16="http://schemas.microsoft.com/office/drawing/2014/main" id="{DF7EE596-1B7E-9E2B-3F3B-4F795684021D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46" name="Calendar">
              <a:extLst>
                <a:ext uri="{FF2B5EF4-FFF2-40B4-BE49-F238E27FC236}">
                  <a16:creationId xmlns:a16="http://schemas.microsoft.com/office/drawing/2014/main" id="{86D4427F-D882-0A34-D340-3BDC7974232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extBox 30">
            <a:extLst>
              <a:ext uri="{FF2B5EF4-FFF2-40B4-BE49-F238E27FC236}">
                <a16:creationId xmlns:a16="http://schemas.microsoft.com/office/drawing/2014/main" id="{96DBD8E6-539A-7690-0DB6-729B8B81A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189" y="1877215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53" name="Text Box">
            <a:extLst>
              <a:ext uri="{FF2B5EF4-FFF2-40B4-BE49-F238E27FC236}">
                <a16:creationId xmlns:a16="http://schemas.microsoft.com/office/drawing/2014/main" id="{AE2EDB19-A8D9-E341-D061-75C121ACC1EB}"/>
              </a:ext>
            </a:extLst>
          </p:cNvPr>
          <p:cNvSpPr/>
          <p:nvPr/>
        </p:nvSpPr>
        <p:spPr>
          <a:xfrm>
            <a:off x="2698387" y="1161485"/>
            <a:ext cx="2338261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9E63C6BF-1E95-7DB9-A92D-39551E3CDC61}"/>
              </a:ext>
            </a:extLst>
          </p:cNvPr>
          <p:cNvGrpSpPr/>
          <p:nvPr/>
        </p:nvGrpSpPr>
        <p:grpSpPr>
          <a:xfrm>
            <a:off x="1633871" y="1163398"/>
            <a:ext cx="1016704" cy="241092"/>
            <a:chOff x="2142872" y="1285558"/>
            <a:chExt cx="1016704" cy="241092"/>
          </a:xfrm>
        </p:grpSpPr>
        <p:sp>
          <p:nvSpPr>
            <p:cNvPr id="55" name="Text Box">
              <a:extLst>
                <a:ext uri="{FF2B5EF4-FFF2-40B4-BE49-F238E27FC236}">
                  <a16:creationId xmlns:a16="http://schemas.microsoft.com/office/drawing/2014/main" id="{6EA85E48-0A83-3EC0-FC43-A764DE9C26E9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7879EB7-F4EC-8279-2132-24A4E14F69F4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24E754-27B9-47BC-AE49-4039AB663A5E}"/>
              </a:ext>
            </a:extLst>
          </p:cNvPr>
          <p:cNvSpPr/>
          <p:nvPr/>
        </p:nvSpPr>
        <p:spPr>
          <a:xfrm>
            <a:off x="738128" y="94182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520EF37-8B31-E3DD-EBEE-5743777FBF39}"/>
              </a:ext>
            </a:extLst>
          </p:cNvPr>
          <p:cNvSpPr/>
          <p:nvPr/>
        </p:nvSpPr>
        <p:spPr>
          <a:xfrm>
            <a:off x="8584553" y="303473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4768B0ED-2926-8CF6-F602-52AEA8EA8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943058"/>
              </p:ext>
            </p:extLst>
          </p:nvPr>
        </p:nvGraphicFramePr>
        <p:xfrm>
          <a:off x="9693985" y="295164"/>
          <a:ext cx="2498015" cy="506819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장비 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장비 등록 및 수정할 수 있는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분류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촬영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음향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조명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특수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기타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사용자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센터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관리자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2. </a:t>
                      </a:r>
                      <a:r>
                        <a:rPr kumimoji="0" lang="ko-KR" altLang="en-US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대여이력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대여이력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버튼 클릭 시 장비 등록일로부터 대여신청자이력을 확인할 수 있습니다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3.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복사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복사하기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spc="0" normalizeH="0" baseline="0" noProof="0" dirty="0" err="1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복사하시겠습니까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표출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제일 상단으로 리스트를 생성됨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9919239"/>
                  </a:ext>
                </a:extLst>
              </a:tr>
            </a:tbl>
          </a:graphicData>
        </a:graphic>
      </p:graphicFrame>
      <p:sp>
        <p:nvSpPr>
          <p:cNvPr id="60" name="직사각형 59">
            <a:extLst>
              <a:ext uri="{FF2B5EF4-FFF2-40B4-BE49-F238E27FC236}">
                <a16:creationId xmlns:a16="http://schemas.microsoft.com/office/drawing/2014/main" id="{6FFF40E3-5B0B-FEC5-970A-356D98311D0F}"/>
              </a:ext>
            </a:extLst>
          </p:cNvPr>
          <p:cNvSpPr/>
          <p:nvPr/>
        </p:nvSpPr>
        <p:spPr>
          <a:xfrm>
            <a:off x="7964910" y="303473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E0A2D87D-C3A8-A32F-034D-51F33525E2B8}"/>
              </a:ext>
            </a:extLst>
          </p:cNvPr>
          <p:cNvGrpSpPr/>
          <p:nvPr/>
        </p:nvGrpSpPr>
        <p:grpSpPr>
          <a:xfrm>
            <a:off x="1632280" y="1522851"/>
            <a:ext cx="1016704" cy="241092"/>
            <a:chOff x="2142872" y="1285558"/>
            <a:chExt cx="1016704" cy="241092"/>
          </a:xfrm>
        </p:grpSpPr>
        <p:sp>
          <p:nvSpPr>
            <p:cNvPr id="63" name="Text Box">
              <a:extLst>
                <a:ext uri="{FF2B5EF4-FFF2-40B4-BE49-F238E27FC236}">
                  <a16:creationId xmlns:a16="http://schemas.microsoft.com/office/drawing/2014/main" id="{4C88DE2C-F92C-AE11-65C7-BC2B9D7CAA68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1C86593-0084-8B7E-0AEC-7E776A5CB189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2B948927-3659-E275-4AD3-808030F20EFD}"/>
              </a:ext>
            </a:extLst>
          </p:cNvPr>
          <p:cNvGrpSpPr/>
          <p:nvPr/>
        </p:nvGrpSpPr>
        <p:grpSpPr>
          <a:xfrm>
            <a:off x="8321376" y="3193213"/>
            <a:ext cx="1303656" cy="249878"/>
            <a:chOff x="8103065" y="3245809"/>
            <a:chExt cx="1303656" cy="249878"/>
          </a:xfrm>
        </p:grpSpPr>
        <p:sp>
          <p:nvSpPr>
            <p:cNvPr id="58" name="Button">
              <a:extLst>
                <a:ext uri="{FF2B5EF4-FFF2-40B4-BE49-F238E27FC236}">
                  <a16:creationId xmlns:a16="http://schemas.microsoft.com/office/drawing/2014/main" id="{D9777472-085C-2EB9-5A85-C289D7BE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Button">
              <a:extLst>
                <a:ext uri="{FF2B5EF4-FFF2-40B4-BE49-F238E27FC236}">
                  <a16:creationId xmlns:a16="http://schemas.microsoft.com/office/drawing/2014/main" id="{87C20B1D-E801-E9ED-65E3-DBE6447A2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Button">
              <a:extLst>
                <a:ext uri="{FF2B5EF4-FFF2-40B4-BE49-F238E27FC236}">
                  <a16:creationId xmlns:a16="http://schemas.microsoft.com/office/drawing/2014/main" id="{87BA4D2C-C0F3-A583-AFE1-0F9ACDB6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C695D24F-BBA1-2C07-01C0-2A8B5FE363DF}"/>
              </a:ext>
            </a:extLst>
          </p:cNvPr>
          <p:cNvGrpSpPr/>
          <p:nvPr/>
        </p:nvGrpSpPr>
        <p:grpSpPr>
          <a:xfrm>
            <a:off x="8321376" y="3655112"/>
            <a:ext cx="1303656" cy="249878"/>
            <a:chOff x="8103065" y="3245809"/>
            <a:chExt cx="1303656" cy="249878"/>
          </a:xfrm>
        </p:grpSpPr>
        <p:sp>
          <p:nvSpPr>
            <p:cNvPr id="68" name="Button">
              <a:extLst>
                <a:ext uri="{FF2B5EF4-FFF2-40B4-BE49-F238E27FC236}">
                  <a16:creationId xmlns:a16="http://schemas.microsoft.com/office/drawing/2014/main" id="{ED09BCF9-60AC-5D2E-3FB8-B9478C31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" name="Button">
              <a:extLst>
                <a:ext uri="{FF2B5EF4-FFF2-40B4-BE49-F238E27FC236}">
                  <a16:creationId xmlns:a16="http://schemas.microsoft.com/office/drawing/2014/main" id="{62FC34E4-64A8-7AB3-4B78-A0394900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Button">
              <a:extLst>
                <a:ext uri="{FF2B5EF4-FFF2-40B4-BE49-F238E27FC236}">
                  <a16:creationId xmlns:a16="http://schemas.microsoft.com/office/drawing/2014/main" id="{79E04177-239A-C4ED-E556-D1DB25A2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2F7D435B-D3AF-7AAF-DFA2-59A393744CCC}"/>
              </a:ext>
            </a:extLst>
          </p:cNvPr>
          <p:cNvGrpSpPr/>
          <p:nvPr/>
        </p:nvGrpSpPr>
        <p:grpSpPr>
          <a:xfrm>
            <a:off x="8321376" y="4118655"/>
            <a:ext cx="1303656" cy="249878"/>
            <a:chOff x="8103065" y="3245809"/>
            <a:chExt cx="1303656" cy="249878"/>
          </a:xfrm>
        </p:grpSpPr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6F945D20-D332-ABFF-60C7-9E6DACC7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Button">
              <a:extLst>
                <a:ext uri="{FF2B5EF4-FFF2-40B4-BE49-F238E27FC236}">
                  <a16:creationId xmlns:a16="http://schemas.microsoft.com/office/drawing/2014/main" id="{43148146-F9C6-561F-C1E5-0CF73968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Button">
              <a:extLst>
                <a:ext uri="{FF2B5EF4-FFF2-40B4-BE49-F238E27FC236}">
                  <a16:creationId xmlns:a16="http://schemas.microsoft.com/office/drawing/2014/main" id="{3F2F27FC-508C-F14F-6755-6139308F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E07CBD10-2607-0AB8-E26D-1D568A9E0BB4}"/>
              </a:ext>
            </a:extLst>
          </p:cNvPr>
          <p:cNvGrpSpPr/>
          <p:nvPr/>
        </p:nvGrpSpPr>
        <p:grpSpPr>
          <a:xfrm>
            <a:off x="8321376" y="4578806"/>
            <a:ext cx="1303656" cy="249878"/>
            <a:chOff x="8103065" y="3245809"/>
            <a:chExt cx="1303656" cy="249878"/>
          </a:xfrm>
        </p:grpSpPr>
        <p:sp>
          <p:nvSpPr>
            <p:cNvPr id="76" name="Button">
              <a:extLst>
                <a:ext uri="{FF2B5EF4-FFF2-40B4-BE49-F238E27FC236}">
                  <a16:creationId xmlns:a16="http://schemas.microsoft.com/office/drawing/2014/main" id="{D6745395-F3A3-4AD7-3D23-34250842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utton">
              <a:extLst>
                <a:ext uri="{FF2B5EF4-FFF2-40B4-BE49-F238E27FC236}">
                  <a16:creationId xmlns:a16="http://schemas.microsoft.com/office/drawing/2014/main" id="{B7050FBD-646A-185C-062A-26CFCC2BD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Button">
              <a:extLst>
                <a:ext uri="{FF2B5EF4-FFF2-40B4-BE49-F238E27FC236}">
                  <a16:creationId xmlns:a16="http://schemas.microsoft.com/office/drawing/2014/main" id="{1A314605-D9AE-2B30-4762-1CC0040A4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50546522-B267-544A-D2A9-A1D526435324}"/>
              </a:ext>
            </a:extLst>
          </p:cNvPr>
          <p:cNvGrpSpPr/>
          <p:nvPr/>
        </p:nvGrpSpPr>
        <p:grpSpPr>
          <a:xfrm>
            <a:off x="8321376" y="5039157"/>
            <a:ext cx="1303656" cy="249878"/>
            <a:chOff x="8103065" y="3245809"/>
            <a:chExt cx="1303656" cy="249878"/>
          </a:xfrm>
        </p:grpSpPr>
        <p:sp>
          <p:nvSpPr>
            <p:cNvPr id="82" name="Button">
              <a:extLst>
                <a:ext uri="{FF2B5EF4-FFF2-40B4-BE49-F238E27FC236}">
                  <a16:creationId xmlns:a16="http://schemas.microsoft.com/office/drawing/2014/main" id="{EF7CF12F-C50E-7F78-3631-6C66BDB24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" name="Button">
              <a:extLst>
                <a:ext uri="{FF2B5EF4-FFF2-40B4-BE49-F238E27FC236}">
                  <a16:creationId xmlns:a16="http://schemas.microsoft.com/office/drawing/2014/main" id="{369CE171-82CD-A0A3-DBFE-4CB46B05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" name="Button">
              <a:extLst>
                <a:ext uri="{FF2B5EF4-FFF2-40B4-BE49-F238E27FC236}">
                  <a16:creationId xmlns:a16="http://schemas.microsoft.com/office/drawing/2014/main" id="{C8A86318-AFF8-9E4E-7771-1922798F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Button">
            <a:extLst>
              <a:ext uri="{FF2B5EF4-FFF2-40B4-BE49-F238E27FC236}">
                <a16:creationId xmlns:a16="http://schemas.microsoft.com/office/drawing/2014/main" id="{74D7352C-4167-E37A-C7EA-1AF1D062D312}"/>
              </a:ext>
            </a:extLst>
          </p:cNvPr>
          <p:cNvSpPr>
            <a:spLocks/>
          </p:cNvSpPr>
          <p:nvPr/>
        </p:nvSpPr>
        <p:spPr bwMode="auto">
          <a:xfrm>
            <a:off x="8144090" y="5432130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" name="Button">
            <a:extLst>
              <a:ext uri="{FF2B5EF4-FFF2-40B4-BE49-F238E27FC236}">
                <a16:creationId xmlns:a16="http://schemas.microsoft.com/office/drawing/2014/main" id="{CE44ECBE-103D-294C-FE8B-28125A1A3A66}"/>
              </a:ext>
            </a:extLst>
          </p:cNvPr>
          <p:cNvSpPr>
            <a:spLocks/>
          </p:cNvSpPr>
          <p:nvPr/>
        </p:nvSpPr>
        <p:spPr bwMode="auto">
          <a:xfrm>
            <a:off x="8912407" y="5432130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8F80801-5546-4ECC-F6B5-51D3442AD6F6}"/>
              </a:ext>
            </a:extLst>
          </p:cNvPr>
          <p:cNvSpPr/>
          <p:nvPr/>
        </p:nvSpPr>
        <p:spPr>
          <a:xfrm>
            <a:off x="8144090" y="527800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97838678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A0846-5163-0C55-BDB7-D92F3C46CB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30">
            <a:extLst>
              <a:ext uri="{FF2B5EF4-FFF2-40B4-BE49-F238E27FC236}">
                <a16:creationId xmlns:a16="http://schemas.microsoft.com/office/drawing/2014/main" id="{88D96EA6-0316-3A3C-909C-8F6F91FA0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장비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장비 리스트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A2AF5A-2B96-D60B-C69B-E7427C0596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4717346"/>
              </p:ext>
            </p:extLst>
          </p:nvPr>
        </p:nvGraphicFramePr>
        <p:xfrm>
          <a:off x="610056" y="1252068"/>
          <a:ext cx="7397170" cy="43927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3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3550">
                  <a:extLst>
                    <a:ext uri="{9D8B030D-6E8A-4147-A177-3AD203B41FA5}">
                      <a16:colId xmlns:a16="http://schemas.microsoft.com/office/drawing/2014/main" val="2236403636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장비 구분</a:t>
                      </a:r>
                      <a:r>
                        <a:rPr lang="en-US" altLang="ko-KR" sz="800" b="0" dirty="0"/>
                        <a:t>*          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장비번호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장비명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6682960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대여료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                                        </a:t>
                      </a:r>
                      <a:r>
                        <a:rPr lang="ko-KR" altLang="en-US" sz="800" b="0" dirty="0"/>
                        <a:t>원</a:t>
                      </a:r>
                      <a:r>
                        <a:rPr lang="en-US" altLang="ko-KR" sz="800" b="0" dirty="0"/>
                        <a:t>/ 1</a:t>
                      </a:r>
                      <a:r>
                        <a:rPr lang="ko-KR" altLang="en-US" sz="800" b="0" dirty="0" err="1"/>
                        <a:t>일기준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970288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이용등급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9161018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노출 여부*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8990950"/>
                  </a:ext>
                </a:extLst>
              </a:tr>
              <a:tr h="313768"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6917104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7317353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6242045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0656771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1247409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7655766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순번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                     </a:t>
                      </a:r>
                      <a:r>
                        <a:rPr lang="ko-KR" altLang="en-US" sz="800" b="0" dirty="0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숫자가 높을수록 위쪽에 정렬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586289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73279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68D17F32-F81F-8645-CFCF-547F56A74C3C}"/>
              </a:ext>
            </a:extLst>
          </p:cNvPr>
          <p:cNvGrpSpPr/>
          <p:nvPr/>
        </p:nvGrpSpPr>
        <p:grpSpPr>
          <a:xfrm>
            <a:off x="2161443" y="1285558"/>
            <a:ext cx="1016704" cy="241092"/>
            <a:chOff x="2142872" y="1285558"/>
            <a:chExt cx="1016704" cy="241092"/>
          </a:xfrm>
        </p:grpSpPr>
        <p:sp>
          <p:nvSpPr>
            <p:cNvPr id="7" name="Text Box">
              <a:extLst>
                <a:ext uri="{FF2B5EF4-FFF2-40B4-BE49-F238E27FC236}">
                  <a16:creationId xmlns:a16="http://schemas.microsoft.com/office/drawing/2014/main" id="{54145642-CD7A-EF5B-7E7F-AC0D092A756D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8E73D9-B095-F29C-D141-F921D8C61CD6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Button">
            <a:extLst>
              <a:ext uri="{FF2B5EF4-FFF2-40B4-BE49-F238E27FC236}">
                <a16:creationId xmlns:a16="http://schemas.microsoft.com/office/drawing/2014/main" id="{9262659D-057A-FBA9-0481-F5EC1F4909E7}"/>
              </a:ext>
            </a:extLst>
          </p:cNvPr>
          <p:cNvSpPr>
            <a:spLocks/>
          </p:cNvSpPr>
          <p:nvPr/>
        </p:nvSpPr>
        <p:spPr bwMode="auto">
          <a:xfrm>
            <a:off x="2156100" y="314807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파일첨부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4C2AF6C-E00C-4AE0-4C2E-C438CCB9F40D}"/>
              </a:ext>
            </a:extLst>
          </p:cNvPr>
          <p:cNvSpPr/>
          <p:nvPr/>
        </p:nvSpPr>
        <p:spPr>
          <a:xfrm>
            <a:off x="400624" y="1311531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FE347186-C2F0-BCF8-FE37-97CFD69595B8}"/>
              </a:ext>
            </a:extLst>
          </p:cNvPr>
          <p:cNvGrpSpPr/>
          <p:nvPr/>
        </p:nvGrpSpPr>
        <p:grpSpPr>
          <a:xfrm>
            <a:off x="2156100" y="2850319"/>
            <a:ext cx="804046" cy="212366"/>
            <a:chOff x="2180902" y="4444471"/>
            <a:chExt cx="804046" cy="212366"/>
          </a:xfrm>
        </p:grpSpPr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209CEC7B-348F-505D-9AB5-3A5E90F011BA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8" name="Circle">
                <a:extLst>
                  <a:ext uri="{FF2B5EF4-FFF2-40B4-BE49-F238E27FC236}">
                    <a16:creationId xmlns:a16="http://schemas.microsoft.com/office/drawing/2014/main" id="{3AB0B11F-8494-44B2-CC96-39047B0C61A5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abel">
                <a:extLst>
                  <a:ext uri="{FF2B5EF4-FFF2-40B4-BE49-F238E27FC236}">
                    <a16:creationId xmlns:a16="http://schemas.microsoft.com/office/drawing/2014/main" id="{4261FB64-479E-6FBC-8203-4BEC0C0D517F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117AD2D6-86D0-D94A-432B-21F8BD68890A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7" name="Circle">
                  <a:extLst>
                    <a:ext uri="{FF2B5EF4-FFF2-40B4-BE49-F238E27FC236}">
                      <a16:creationId xmlns:a16="http://schemas.microsoft.com/office/drawing/2014/main" id="{A58726D2-877F-963A-90FA-3E8B9F73C109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Check" hidden="1">
                  <a:extLst>
                    <a:ext uri="{FF2B5EF4-FFF2-40B4-BE49-F238E27FC236}">
                      <a16:creationId xmlns:a16="http://schemas.microsoft.com/office/drawing/2014/main" id="{38B89DA2-C158-B64C-D0A8-2C6FC48796CA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9" name="Label">
                  <a:extLst>
                    <a:ext uri="{FF2B5EF4-FFF2-40B4-BE49-F238E27FC236}">
                      <a16:creationId xmlns:a16="http://schemas.microsoft.com/office/drawing/2014/main" id="{D4DCC930-8F5A-B4E1-287B-E12A6F7B176E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9" name="Check">
              <a:extLst>
                <a:ext uri="{FF2B5EF4-FFF2-40B4-BE49-F238E27FC236}">
                  <a16:creationId xmlns:a16="http://schemas.microsoft.com/office/drawing/2014/main" id="{2DDF001E-E38F-04DA-2CA1-C6C09540D477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37739A20-663A-1003-4D2D-6F4D4FA1D60C}"/>
              </a:ext>
            </a:extLst>
          </p:cNvPr>
          <p:cNvGrpSpPr/>
          <p:nvPr/>
        </p:nvGrpSpPr>
        <p:grpSpPr>
          <a:xfrm>
            <a:off x="3221929" y="1282123"/>
            <a:ext cx="1016704" cy="241092"/>
            <a:chOff x="2142872" y="1285558"/>
            <a:chExt cx="1016704" cy="241092"/>
          </a:xfrm>
        </p:grpSpPr>
        <p:sp>
          <p:nvSpPr>
            <p:cNvPr id="13" name="Text Box">
              <a:extLst>
                <a:ext uri="{FF2B5EF4-FFF2-40B4-BE49-F238E27FC236}">
                  <a16:creationId xmlns:a16="http://schemas.microsoft.com/office/drawing/2014/main" id="{530C22DA-D687-E5FA-9730-323D11BFC685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DE7D8C-766B-9C9D-1666-236960AB2DA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E1CB934-9CA8-6E72-DC3B-CACBEBFC8464}"/>
              </a:ext>
            </a:extLst>
          </p:cNvPr>
          <p:cNvSpPr/>
          <p:nvPr/>
        </p:nvSpPr>
        <p:spPr>
          <a:xfrm>
            <a:off x="2156101" y="2237280"/>
            <a:ext cx="1476148" cy="21459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3915EF1-CFE1-AFAB-DA69-72FABAA94EE1}"/>
              </a:ext>
            </a:extLst>
          </p:cNvPr>
          <p:cNvGrpSpPr/>
          <p:nvPr/>
        </p:nvGrpSpPr>
        <p:grpSpPr>
          <a:xfrm>
            <a:off x="2156101" y="2540889"/>
            <a:ext cx="1016704" cy="241092"/>
            <a:chOff x="2142872" y="1285558"/>
            <a:chExt cx="1016704" cy="241092"/>
          </a:xfrm>
        </p:grpSpPr>
        <p:sp>
          <p:nvSpPr>
            <p:cNvPr id="23" name="Text Box">
              <a:extLst>
                <a:ext uri="{FF2B5EF4-FFF2-40B4-BE49-F238E27FC236}">
                  <a16:creationId xmlns:a16="http://schemas.microsoft.com/office/drawing/2014/main" id="{E6C8A6DA-603D-4ED4-643D-DEBF7F0763EF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668E56-D1CA-9918-7C01-262DDF4210E6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FAE21115-72B9-2104-DA16-1DE277961350}"/>
              </a:ext>
            </a:extLst>
          </p:cNvPr>
          <p:cNvSpPr/>
          <p:nvPr/>
        </p:nvSpPr>
        <p:spPr>
          <a:xfrm>
            <a:off x="2161443" y="1607461"/>
            <a:ext cx="1476148" cy="21459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1210A7-8729-0B15-1515-851BDBADA79E}"/>
              </a:ext>
            </a:extLst>
          </p:cNvPr>
          <p:cNvSpPr/>
          <p:nvPr/>
        </p:nvSpPr>
        <p:spPr>
          <a:xfrm>
            <a:off x="2156101" y="1922924"/>
            <a:ext cx="3241667" cy="21500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327D21D-DCE1-3FA0-6E03-5C9A2B02D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0319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장비 등록 정보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A66CE0-5E79-D177-1BB7-48CADEAA175D}"/>
              </a:ext>
            </a:extLst>
          </p:cNvPr>
          <p:cNvSpPr/>
          <p:nvPr/>
        </p:nvSpPr>
        <p:spPr>
          <a:xfrm>
            <a:off x="400624" y="5069374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5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254C5FA-7C7B-3777-394F-D5CE8F1F10B9}"/>
              </a:ext>
            </a:extLst>
          </p:cNvPr>
          <p:cNvSpPr/>
          <p:nvPr/>
        </p:nvSpPr>
        <p:spPr>
          <a:xfrm>
            <a:off x="400624" y="1980777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2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4E712F05-2E92-2AA6-7419-C33F8C969E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544955"/>
              </p:ext>
            </p:extLst>
          </p:nvPr>
        </p:nvGraphicFramePr>
        <p:xfrm>
          <a:off x="9693985" y="295164"/>
          <a:ext cx="2498015" cy="568480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장비를 신규등록 및 등록된 장비를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 구분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1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촬영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음향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조명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특수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기타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사용자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센터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관리자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장비번호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번호 미지정시 자동으로 다음번호로 지정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2.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장비명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대여료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이용등급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정원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대여료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장비대여료는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일기준으로 시작합니다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이용등급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 :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 초급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중급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고급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기간을 기준으로 우선적으로 사용자페이지에 노출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노출 여부 설정 필요 시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 신청시간에 해당하더라도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미노출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사용자 페이지에서 썸네일로 노출됨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이미지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첨부한 순서대로 슬라이드로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보여짐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삭제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이미지를 삭제 기능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순번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보여지는 순서를 작성하여 순서를 지정하는 기능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6633027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03EDABC7-27B9-B3F6-02C8-FCFBB4EC4E86}"/>
              </a:ext>
            </a:extLst>
          </p:cNvPr>
          <p:cNvSpPr txBox="1"/>
          <p:nvPr/>
        </p:nvSpPr>
        <p:spPr>
          <a:xfrm>
            <a:off x="2862015" y="3161144"/>
            <a:ext cx="102629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900" b="0" u="sng" dirty="0">
                <a:solidFill>
                  <a:srgbClr val="0070C0"/>
                </a:solidFill>
              </a:rPr>
              <a:t>첨부파일</a:t>
            </a:r>
            <a:r>
              <a:rPr lang="en-US" altLang="ko-KR" sz="900" b="0" u="sng" dirty="0">
                <a:solidFill>
                  <a:srgbClr val="0070C0"/>
                </a:solidFill>
              </a:rPr>
              <a:t>.jpg</a:t>
            </a:r>
            <a:endParaRPr lang="ko-KR" altLang="en-US" sz="900" b="0" u="sng" dirty="0">
              <a:solidFill>
                <a:srgbClr val="0070C0"/>
              </a:solidFill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445E6A29-712B-A527-221F-ADF8B6FC772F}"/>
              </a:ext>
            </a:extLst>
          </p:cNvPr>
          <p:cNvGrpSpPr/>
          <p:nvPr/>
        </p:nvGrpSpPr>
        <p:grpSpPr>
          <a:xfrm>
            <a:off x="2156100" y="3455109"/>
            <a:ext cx="1190636" cy="241995"/>
            <a:chOff x="2156100" y="3799294"/>
            <a:chExt cx="1190636" cy="241995"/>
          </a:xfrm>
        </p:grpSpPr>
        <p:sp>
          <p:nvSpPr>
            <p:cNvPr id="22" name="Button">
              <a:extLst>
                <a:ext uri="{FF2B5EF4-FFF2-40B4-BE49-F238E27FC236}">
                  <a16:creationId xmlns:a16="http://schemas.microsoft.com/office/drawing/2014/main" id="{CA9016A6-5CF2-0B88-2967-0B0D9EA93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3807360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Button">
              <a:extLst>
                <a:ext uri="{FF2B5EF4-FFF2-40B4-BE49-F238E27FC236}">
                  <a16:creationId xmlns:a16="http://schemas.microsoft.com/office/drawing/2014/main" id="{60F38223-5574-A669-0405-2B95E9BC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37992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D39F940B-FA16-04BD-3045-1CDF05948415}"/>
              </a:ext>
            </a:extLst>
          </p:cNvPr>
          <p:cNvGrpSpPr/>
          <p:nvPr/>
        </p:nvGrpSpPr>
        <p:grpSpPr>
          <a:xfrm>
            <a:off x="2156100" y="3761721"/>
            <a:ext cx="1190636" cy="241995"/>
            <a:chOff x="2156100" y="4105906"/>
            <a:chExt cx="1190636" cy="241995"/>
          </a:xfrm>
        </p:grpSpPr>
        <p:sp>
          <p:nvSpPr>
            <p:cNvPr id="38" name="Button">
              <a:extLst>
                <a:ext uri="{FF2B5EF4-FFF2-40B4-BE49-F238E27FC236}">
                  <a16:creationId xmlns:a16="http://schemas.microsoft.com/office/drawing/2014/main" id="{B3FC2274-0B85-549F-F549-124BCCA23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Button">
              <a:extLst>
                <a:ext uri="{FF2B5EF4-FFF2-40B4-BE49-F238E27FC236}">
                  <a16:creationId xmlns:a16="http://schemas.microsoft.com/office/drawing/2014/main" id="{11E045EC-C532-3816-190E-56FB6BF1D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EDA9CB9B-34D7-CEE4-0063-15B4F46C0F70}"/>
              </a:ext>
            </a:extLst>
          </p:cNvPr>
          <p:cNvGrpSpPr/>
          <p:nvPr/>
        </p:nvGrpSpPr>
        <p:grpSpPr>
          <a:xfrm>
            <a:off x="2156100" y="4079752"/>
            <a:ext cx="1190636" cy="241995"/>
            <a:chOff x="2156100" y="4105906"/>
            <a:chExt cx="1190636" cy="241995"/>
          </a:xfrm>
        </p:grpSpPr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001A12A9-B23D-9008-7596-A12E19B5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429DA422-B2F1-DFAF-6EB1-F52121C3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D01FF6BC-CA8F-9ED9-1BA9-0212462CE8BA}"/>
              </a:ext>
            </a:extLst>
          </p:cNvPr>
          <p:cNvGrpSpPr/>
          <p:nvPr/>
        </p:nvGrpSpPr>
        <p:grpSpPr>
          <a:xfrm>
            <a:off x="2156100" y="4387124"/>
            <a:ext cx="1190636" cy="241995"/>
            <a:chOff x="2156100" y="4105906"/>
            <a:chExt cx="1190636" cy="241995"/>
          </a:xfrm>
        </p:grpSpPr>
        <p:sp>
          <p:nvSpPr>
            <p:cNvPr id="52" name="Button">
              <a:extLst>
                <a:ext uri="{FF2B5EF4-FFF2-40B4-BE49-F238E27FC236}">
                  <a16:creationId xmlns:a16="http://schemas.microsoft.com/office/drawing/2014/main" id="{C5822F0E-81BA-3128-1CB6-350ED35DE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Button">
              <a:extLst>
                <a:ext uri="{FF2B5EF4-FFF2-40B4-BE49-F238E27FC236}">
                  <a16:creationId xmlns:a16="http://schemas.microsoft.com/office/drawing/2014/main" id="{2D56BF90-9350-B93B-9778-83A5C4ADD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4D52CC9A-B3DE-52B3-BF88-CF1FE53406B5}"/>
              </a:ext>
            </a:extLst>
          </p:cNvPr>
          <p:cNvGrpSpPr/>
          <p:nvPr/>
        </p:nvGrpSpPr>
        <p:grpSpPr>
          <a:xfrm>
            <a:off x="2156100" y="4702932"/>
            <a:ext cx="1190636" cy="241995"/>
            <a:chOff x="2156100" y="4105906"/>
            <a:chExt cx="1190636" cy="241995"/>
          </a:xfrm>
        </p:grpSpPr>
        <p:sp>
          <p:nvSpPr>
            <p:cNvPr id="55" name="Button">
              <a:extLst>
                <a:ext uri="{FF2B5EF4-FFF2-40B4-BE49-F238E27FC236}">
                  <a16:creationId xmlns:a16="http://schemas.microsoft.com/office/drawing/2014/main" id="{6A8FF3E8-E543-98E9-6DF5-CC5CB9824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Button">
              <a:extLst>
                <a:ext uri="{FF2B5EF4-FFF2-40B4-BE49-F238E27FC236}">
                  <a16:creationId xmlns:a16="http://schemas.microsoft.com/office/drawing/2014/main" id="{945A73F8-A546-CDE6-2B89-B348BCBE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5E944C4-49DE-4460-E156-F92ADF0C2D12}"/>
              </a:ext>
            </a:extLst>
          </p:cNvPr>
          <p:cNvSpPr/>
          <p:nvPr/>
        </p:nvSpPr>
        <p:spPr>
          <a:xfrm>
            <a:off x="2156101" y="5038333"/>
            <a:ext cx="804045" cy="21459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B5DFCEA-ECF3-D191-6E0E-C4BAEF761045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장비리스트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 (1/1)</a:t>
            </a:r>
            <a:endParaRPr lang="ko-KR" altLang="en-US" sz="900" dirty="0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8869197-22A7-1D92-2299-2202E8CA0EB4}"/>
              </a:ext>
            </a:extLst>
          </p:cNvPr>
          <p:cNvSpPr/>
          <p:nvPr/>
        </p:nvSpPr>
        <p:spPr>
          <a:xfrm>
            <a:off x="400624" y="3976549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4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1A061BE1-B593-26B7-55B6-3E9388AAB3DB}"/>
              </a:ext>
            </a:extLst>
          </p:cNvPr>
          <p:cNvSpPr/>
          <p:nvPr/>
        </p:nvSpPr>
        <p:spPr>
          <a:xfrm>
            <a:off x="400624" y="2891966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3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457741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11B8E3-6531-2E1E-B908-8374FB24C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Button">
            <a:extLst>
              <a:ext uri="{FF2B5EF4-FFF2-40B4-BE49-F238E27FC236}">
                <a16:creationId xmlns:a16="http://schemas.microsoft.com/office/drawing/2014/main" id="{5FDB03C7-DD9A-EDF7-5F5A-66276DD97D02}"/>
              </a:ext>
            </a:extLst>
          </p:cNvPr>
          <p:cNvSpPr>
            <a:spLocks/>
          </p:cNvSpPr>
          <p:nvPr/>
        </p:nvSpPr>
        <p:spPr bwMode="auto">
          <a:xfrm>
            <a:off x="6520063" y="507476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" name="Button">
            <a:extLst>
              <a:ext uri="{FF2B5EF4-FFF2-40B4-BE49-F238E27FC236}">
                <a16:creationId xmlns:a16="http://schemas.microsoft.com/office/drawing/2014/main" id="{89EEF18F-83B1-4B91-ED68-961D7E9618CD}"/>
              </a:ext>
            </a:extLst>
          </p:cNvPr>
          <p:cNvSpPr>
            <a:spLocks/>
          </p:cNvSpPr>
          <p:nvPr/>
        </p:nvSpPr>
        <p:spPr bwMode="auto">
          <a:xfrm>
            <a:off x="7325013" y="507476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Button">
            <a:extLst>
              <a:ext uri="{FF2B5EF4-FFF2-40B4-BE49-F238E27FC236}">
                <a16:creationId xmlns:a16="http://schemas.microsoft.com/office/drawing/2014/main" id="{24394DE7-461E-F5BC-A242-7D26D20996B7}"/>
              </a:ext>
            </a:extLst>
          </p:cNvPr>
          <p:cNvSpPr>
            <a:spLocks/>
          </p:cNvSpPr>
          <p:nvPr/>
        </p:nvSpPr>
        <p:spPr bwMode="auto">
          <a:xfrm>
            <a:off x="610056" y="506951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3B9D515-DD0D-5C2E-B65E-BB35CE87B7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8965032"/>
              </p:ext>
            </p:extLst>
          </p:nvPr>
        </p:nvGraphicFramePr>
        <p:xfrm>
          <a:off x="610056" y="941515"/>
          <a:ext cx="7397170" cy="40547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51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이용안내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1351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상세정보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065342"/>
                  </a:ext>
                </a:extLst>
              </a:tr>
              <a:tr h="1351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유의사항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5047238"/>
                  </a:ext>
                </a:extLst>
              </a:tr>
            </a:tbl>
          </a:graphicData>
        </a:graphic>
      </p:graphicFrame>
      <p:sp>
        <p:nvSpPr>
          <p:cNvPr id="10" name="Panel">
            <a:extLst>
              <a:ext uri="{FF2B5EF4-FFF2-40B4-BE49-F238E27FC236}">
                <a16:creationId xmlns:a16="http://schemas.microsoft.com/office/drawing/2014/main" id="{D357FF6A-3128-595F-37BF-DC7C40DDA6E6}"/>
              </a:ext>
            </a:extLst>
          </p:cNvPr>
          <p:cNvSpPr/>
          <p:nvPr/>
        </p:nvSpPr>
        <p:spPr>
          <a:xfrm>
            <a:off x="2198451" y="1029753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4814A593-0B43-9704-5F61-90630ECFE9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04990" y="1047004"/>
            <a:ext cx="5714789" cy="311939"/>
          </a:xfrm>
          <a:prstGeom prst="rect">
            <a:avLst/>
          </a:prstGeom>
        </p:spPr>
      </p:pic>
      <p:sp>
        <p:nvSpPr>
          <p:cNvPr id="13" name="Panel">
            <a:extLst>
              <a:ext uri="{FF2B5EF4-FFF2-40B4-BE49-F238E27FC236}">
                <a16:creationId xmlns:a16="http://schemas.microsoft.com/office/drawing/2014/main" id="{3BDE9960-A933-218B-8F42-803486F4A4BA}"/>
              </a:ext>
            </a:extLst>
          </p:cNvPr>
          <p:cNvSpPr/>
          <p:nvPr/>
        </p:nvSpPr>
        <p:spPr>
          <a:xfrm>
            <a:off x="2204990" y="2375893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5B73CE3A-1902-FC8B-4C50-2ABA913EF2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18068" y="2393144"/>
            <a:ext cx="5708250" cy="311939"/>
          </a:xfrm>
          <a:prstGeom prst="rect">
            <a:avLst/>
          </a:prstGeom>
        </p:spPr>
      </p:pic>
      <p:sp>
        <p:nvSpPr>
          <p:cNvPr id="15" name="Panel">
            <a:extLst>
              <a:ext uri="{FF2B5EF4-FFF2-40B4-BE49-F238E27FC236}">
                <a16:creationId xmlns:a16="http://schemas.microsoft.com/office/drawing/2014/main" id="{82FBB036-7BAF-D9BB-3D2C-B88493C9DD69}"/>
              </a:ext>
            </a:extLst>
          </p:cNvPr>
          <p:cNvSpPr/>
          <p:nvPr/>
        </p:nvSpPr>
        <p:spPr>
          <a:xfrm>
            <a:off x="2211529" y="3727047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FBDAC0A2-9958-2B27-FC03-62E2547C3A0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18068" y="3744298"/>
            <a:ext cx="5714789" cy="311939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8126C385-395C-002F-6CF1-D30E0E17A8F8}"/>
              </a:ext>
            </a:extLst>
          </p:cNvPr>
          <p:cNvSpPr/>
          <p:nvPr/>
        </p:nvSpPr>
        <p:spPr>
          <a:xfrm>
            <a:off x="610056" y="4899862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6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8EF8D92-6BAC-D0C4-9C5C-376329960207}"/>
              </a:ext>
            </a:extLst>
          </p:cNvPr>
          <p:cNvSpPr/>
          <p:nvPr/>
        </p:nvSpPr>
        <p:spPr>
          <a:xfrm>
            <a:off x="7124169" y="4887677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7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8D54AC26-C4B0-692F-F3C1-EBAC38081B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306390"/>
              </p:ext>
            </p:extLst>
          </p:nvPr>
        </p:nvGraphicFramePr>
        <p:xfrm>
          <a:off x="9696037" y="291622"/>
          <a:ext cx="2498015" cy="23719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장비를 신규등록 및 등록된 장비를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6. </a:t>
                      </a:r>
                      <a:r>
                        <a:rPr lang="ko-KR" altLang="en-US" sz="800" b="1" dirty="0"/>
                        <a:t>목록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097747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7. </a:t>
                      </a:r>
                      <a:r>
                        <a:rPr lang="ko-KR" altLang="en-US" sz="800" b="1" dirty="0"/>
                        <a:t>저장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취소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등록 후 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3248365"/>
                  </a:ext>
                </a:extLst>
              </a:tr>
            </a:tbl>
          </a:graphicData>
        </a:graphic>
      </p:graphicFrame>
      <p:sp>
        <p:nvSpPr>
          <p:cNvPr id="5" name="TextBox 30">
            <a:extLst>
              <a:ext uri="{FF2B5EF4-FFF2-40B4-BE49-F238E27FC236}">
                <a16:creationId xmlns:a16="http://schemas.microsoft.com/office/drawing/2014/main" id="{B25E3DAB-EFCC-EC39-E5AF-D48B1396C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장비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장비 리스트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F68BD18-C158-E47A-7AA9-041474E067BB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장비리스트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 (1/2)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164829543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162F676-3688-458E-B720-A203BE2DD7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44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06.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공간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681144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4FE01-B3E1-387B-3956-4FFA267951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43A43CDE-3B34-F944-1DF3-73E4C54D97B2}"/>
              </a:ext>
            </a:extLst>
          </p:cNvPr>
          <p:cNvSpPr txBox="1"/>
          <p:nvPr/>
        </p:nvSpPr>
        <p:spPr>
          <a:xfrm>
            <a:off x="-6954" y="2577554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A1941D33-7819-C4AE-AA79-A264891BC92F}"/>
              </a:ext>
            </a:extLst>
          </p:cNvPr>
          <p:cNvGrpSpPr/>
          <p:nvPr/>
        </p:nvGrpSpPr>
        <p:grpSpPr>
          <a:xfrm>
            <a:off x="8492668" y="2458415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D8142C7B-D013-E4B9-BA9E-DD13B7E839B5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C7DBEDF8-7523-EFDF-3C58-FB7D4F1265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56BBAEB3-D881-4594-4E12-A74BA5324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5346B1CF-60B9-5BAB-2211-1DAB73C3D5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9268FBC3-5D8B-FE9C-4B16-71375CB473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207393"/>
              </p:ext>
            </p:extLst>
          </p:nvPr>
        </p:nvGraphicFramePr>
        <p:xfrm>
          <a:off x="46598" y="2803438"/>
          <a:ext cx="9582828" cy="29337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8034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92498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594420">
                  <a:extLst>
                    <a:ext uri="{9D8B030D-6E8A-4147-A177-3AD203B41FA5}">
                      <a16:colId xmlns:a16="http://schemas.microsoft.com/office/drawing/2014/main" val="2529636800"/>
                    </a:ext>
                  </a:extLst>
                </a:gridCol>
                <a:gridCol w="958788">
                  <a:extLst>
                    <a:ext uri="{9D8B030D-6E8A-4147-A177-3AD203B41FA5}">
                      <a16:colId xmlns:a16="http://schemas.microsoft.com/office/drawing/2014/main" val="3778844207"/>
                    </a:ext>
                  </a:extLst>
                </a:gridCol>
                <a:gridCol w="621437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1012054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754602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83581">
                  <a:extLst>
                    <a:ext uri="{9D8B030D-6E8A-4147-A177-3AD203B41FA5}">
                      <a16:colId xmlns:a16="http://schemas.microsoft.com/office/drawing/2014/main" val="3898443954"/>
                    </a:ext>
                  </a:extLst>
                </a:gridCol>
                <a:gridCol w="790112">
                  <a:extLst>
                    <a:ext uri="{9D8B030D-6E8A-4147-A177-3AD203B41FA5}">
                      <a16:colId xmlns:a16="http://schemas.microsoft.com/office/drawing/2014/main" val="148803930"/>
                    </a:ext>
                  </a:extLst>
                </a:gridCol>
                <a:gridCol w="559293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621437">
                  <a:extLst>
                    <a:ext uri="{9D8B030D-6E8A-4147-A177-3AD203B41FA5}">
                      <a16:colId xmlns:a16="http://schemas.microsoft.com/office/drawing/2014/main" val="1714220304"/>
                    </a:ext>
                  </a:extLst>
                </a:gridCol>
                <a:gridCol w="568171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603682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044719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54650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 err="1">
                          <a:solidFill>
                            <a:schemeClr val="tx1"/>
                          </a:solidFill>
                        </a:rPr>
                        <a:t>공간명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대여시간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형태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dirty="0">
                          <a:solidFill>
                            <a:schemeClr val="tx1"/>
                          </a:solidFill>
                          <a:latin typeface="+mn-lt"/>
                        </a:rPr>
                        <a:t>미디어카페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2024.10.01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10:00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~14:00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유료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드론체험장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2024.10.01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10:00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~14:00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VR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체험장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2024.10.01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10:00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~14:00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거부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오디오 스튜디오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2024.10.01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10:00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~14:00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할인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pic>
        <p:nvPicPr>
          <p:cNvPr id="39" name="그림 38">
            <a:extLst>
              <a:ext uri="{FF2B5EF4-FFF2-40B4-BE49-F238E27FC236}">
                <a16:creationId xmlns:a16="http://schemas.microsoft.com/office/drawing/2014/main" id="{6E53A343-54FB-8901-D7F3-B6D3BC1014A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26677" y="2469511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63AA2883-E197-71CE-B62D-A0370FE6DC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6108679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1BC6E9AC-4B5E-3A01-CCBF-F35E35828CC0}"/>
              </a:ext>
            </a:extLst>
          </p:cNvPr>
          <p:cNvGrpSpPr/>
          <p:nvPr/>
        </p:nvGrpSpPr>
        <p:grpSpPr>
          <a:xfrm>
            <a:off x="8690737" y="3551340"/>
            <a:ext cx="831679" cy="222794"/>
            <a:chOff x="8483974" y="2715793"/>
            <a:chExt cx="903358" cy="241996"/>
          </a:xfrm>
        </p:grpSpPr>
        <p:sp>
          <p:nvSpPr>
            <p:cNvPr id="27" name="Button">
              <a:extLst>
                <a:ext uri="{FF2B5EF4-FFF2-40B4-BE49-F238E27FC236}">
                  <a16:creationId xmlns:a16="http://schemas.microsoft.com/office/drawing/2014/main" id="{BB071E68-FB4E-A287-407F-8CAE7DB1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ADFD9BE3-3FAA-4CE7-551A-B3D2B270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92ADAD5E-C03D-CEA9-7684-A547A6C6ABAF}"/>
              </a:ext>
            </a:extLst>
          </p:cNvPr>
          <p:cNvGrpSpPr/>
          <p:nvPr/>
        </p:nvGrpSpPr>
        <p:grpSpPr>
          <a:xfrm>
            <a:off x="8690737" y="4234502"/>
            <a:ext cx="831679" cy="222794"/>
            <a:chOff x="8483974" y="2715793"/>
            <a:chExt cx="903358" cy="241996"/>
          </a:xfrm>
        </p:grpSpPr>
        <p:sp>
          <p:nvSpPr>
            <p:cNvPr id="42" name="Button">
              <a:extLst>
                <a:ext uri="{FF2B5EF4-FFF2-40B4-BE49-F238E27FC236}">
                  <a16:creationId xmlns:a16="http://schemas.microsoft.com/office/drawing/2014/main" id="{811B8B0A-5BDD-7B88-61AA-28286DA5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Button">
              <a:extLst>
                <a:ext uri="{FF2B5EF4-FFF2-40B4-BE49-F238E27FC236}">
                  <a16:creationId xmlns:a16="http://schemas.microsoft.com/office/drawing/2014/main" id="{3C5DF518-F7B7-CA63-6825-D86DDEF55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99484CA2-A734-21D5-BA1F-FD9E88F585D6}"/>
              </a:ext>
            </a:extLst>
          </p:cNvPr>
          <p:cNvGrpSpPr/>
          <p:nvPr/>
        </p:nvGrpSpPr>
        <p:grpSpPr>
          <a:xfrm>
            <a:off x="8690737" y="4825247"/>
            <a:ext cx="831679" cy="222794"/>
            <a:chOff x="8483974" y="2715793"/>
            <a:chExt cx="903358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290DE657-64F2-F3DC-7021-588C99E58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Button">
              <a:extLst>
                <a:ext uri="{FF2B5EF4-FFF2-40B4-BE49-F238E27FC236}">
                  <a16:creationId xmlns:a16="http://schemas.microsoft.com/office/drawing/2014/main" id="{E845F96D-C7C7-0DA4-C4DA-9484C845E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8DBEA86-A61B-711F-152C-829DAB96ED3D}"/>
              </a:ext>
            </a:extLst>
          </p:cNvPr>
          <p:cNvGrpSpPr/>
          <p:nvPr/>
        </p:nvGrpSpPr>
        <p:grpSpPr>
          <a:xfrm>
            <a:off x="8690737" y="5365458"/>
            <a:ext cx="831679" cy="222794"/>
            <a:chOff x="8483974" y="2715793"/>
            <a:chExt cx="903358" cy="241996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1A6C16DC-C981-4EAE-1CC4-727CEE7C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B548E02B-1AA9-591D-AF03-D5B5BCCD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23DB31EE-A37F-1BA3-A4FF-E7F239CE21C9}"/>
              </a:ext>
            </a:extLst>
          </p:cNvPr>
          <p:cNvSpPr/>
          <p:nvPr/>
        </p:nvSpPr>
        <p:spPr>
          <a:xfrm>
            <a:off x="1756689" y="342880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3B06F9C-69AE-D1A6-31E7-03754C8C8472}"/>
              </a:ext>
            </a:extLst>
          </p:cNvPr>
          <p:cNvSpPr/>
          <p:nvPr/>
        </p:nvSpPr>
        <p:spPr>
          <a:xfrm>
            <a:off x="769195" y="63177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1D624DF-37DF-C062-C37A-1A39A84A0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546048"/>
              </p:ext>
            </p:extLst>
          </p:nvPr>
        </p:nvGraphicFramePr>
        <p:xfrm>
          <a:off x="64808" y="815213"/>
          <a:ext cx="6189688" cy="9657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 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38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E2C289E-136D-2832-4EC1-99F2B28C1E76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60289" y="853457"/>
            <a:ext cx="1098566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55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E6A4259-ACBE-97E2-E7BE-403ED3124807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C98DCF7-E84A-9A89-5C47-9CCE1DAF989E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1639866" y="1621002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7" name="Text Box">
            <a:extLst>
              <a:ext uri="{FF2B5EF4-FFF2-40B4-BE49-F238E27FC236}">
                <a16:creationId xmlns:a16="http://schemas.microsoft.com/office/drawing/2014/main" id="{470B4203-561E-72AB-0DFE-221B8EE78ADB}"/>
              </a:ext>
            </a:extLst>
          </p:cNvPr>
          <p:cNvSpPr/>
          <p:nvPr/>
        </p:nvSpPr>
        <p:spPr>
          <a:xfrm>
            <a:off x="2650250" y="1493402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36C615E5-D86F-19F9-36B7-DED5CA787BE4}"/>
              </a:ext>
            </a:extLst>
          </p:cNvPr>
          <p:cNvGrpSpPr/>
          <p:nvPr/>
        </p:nvGrpSpPr>
        <p:grpSpPr>
          <a:xfrm>
            <a:off x="1560289" y="1493171"/>
            <a:ext cx="1057305" cy="241092"/>
            <a:chOff x="1644613" y="1688753"/>
            <a:chExt cx="1057305" cy="241092"/>
          </a:xfrm>
        </p:grpSpPr>
        <p:sp>
          <p:nvSpPr>
            <p:cNvPr id="89" name="Text Box">
              <a:extLst>
                <a:ext uri="{FF2B5EF4-FFF2-40B4-BE49-F238E27FC236}">
                  <a16:creationId xmlns:a16="http://schemas.microsoft.com/office/drawing/2014/main" id="{132A557B-51E0-8C92-3B23-92FFE25D90A4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3B8272E-6B18-419D-E99A-B4BBB227A263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BCE95B78-5EBC-E9C4-A5F3-2526CCCB0C01}"/>
              </a:ext>
            </a:extLst>
          </p:cNvPr>
          <p:cNvSpPr/>
          <p:nvPr/>
        </p:nvSpPr>
        <p:spPr>
          <a:xfrm>
            <a:off x="5277699" y="840042"/>
            <a:ext cx="932000" cy="8942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6D89B4E-97B4-7A3E-0DED-CBEE0E8ADC7C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신청내역</a:t>
            </a:r>
            <a:endParaRPr lang="en-US" altLang="ko-KR" sz="900" dirty="0"/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54F10B50-613B-750D-DB4F-105C96581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공간관리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신청내역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1759E4-1B16-4CC6-DF32-8D98A8DDD017}"/>
              </a:ext>
            </a:extLst>
          </p:cNvPr>
          <p:cNvSpPr txBox="1"/>
          <p:nvPr/>
        </p:nvSpPr>
        <p:spPr>
          <a:xfrm>
            <a:off x="6162" y="615045"/>
            <a:ext cx="174463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800" b="1" dirty="0"/>
              <a:t>공간목록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DE5CAF3-1694-933E-F1F1-8925469CB15E}"/>
              </a:ext>
            </a:extLst>
          </p:cNvPr>
          <p:cNvGrpSpPr/>
          <p:nvPr/>
        </p:nvGrpSpPr>
        <p:grpSpPr>
          <a:xfrm>
            <a:off x="40535" y="5796098"/>
            <a:ext cx="3597866" cy="225862"/>
            <a:chOff x="147104" y="5976221"/>
            <a:chExt cx="3597866" cy="225862"/>
          </a:xfrm>
        </p:grpSpPr>
        <p:sp>
          <p:nvSpPr>
            <p:cNvPr id="14" name="Button">
              <a:extLst>
                <a:ext uri="{FF2B5EF4-FFF2-40B4-BE49-F238E27FC236}">
                  <a16:creationId xmlns:a16="http://schemas.microsoft.com/office/drawing/2014/main" id="{E0709C2C-EE6D-3EC7-D5E9-9C03C64F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04" y="5976221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문자발송</a:t>
              </a:r>
            </a:p>
          </p:txBody>
        </p:sp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2D220E5C-18D4-F8B8-D16F-95780BB8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397" y="5976221"/>
              <a:ext cx="709910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 err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이메일발송</a:t>
              </a:r>
              <a:endPara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4DD6B168-B72C-06BC-129E-7C051F5E20D5}"/>
                </a:ext>
              </a:extLst>
            </p:cNvPr>
            <p:cNvGrpSpPr/>
            <p:nvPr/>
          </p:nvGrpSpPr>
          <p:grpSpPr>
            <a:xfrm>
              <a:off x="899211" y="5989011"/>
              <a:ext cx="1016704" cy="213072"/>
              <a:chOff x="2183209" y="923183"/>
              <a:chExt cx="1016704" cy="241092"/>
            </a:xfrm>
          </p:grpSpPr>
          <p:sp>
            <p:nvSpPr>
              <p:cNvPr id="20" name="Text Box">
                <a:extLst>
                  <a:ext uri="{FF2B5EF4-FFF2-40B4-BE49-F238E27FC236}">
                    <a16:creationId xmlns:a16="http://schemas.microsoft.com/office/drawing/2014/main" id="{6A2D045A-443B-AAE2-BBBD-1092A87FFFCF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E39B47-1C7D-25F6-72CE-8996203F5392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F3B9EC28-6743-0377-0791-48A39DA06B30}"/>
                </a:ext>
              </a:extLst>
            </p:cNvPr>
            <p:cNvGrpSpPr/>
            <p:nvPr/>
          </p:nvGrpSpPr>
          <p:grpSpPr>
            <a:xfrm>
              <a:off x="2728266" y="5976221"/>
              <a:ext cx="1016704" cy="213072"/>
              <a:chOff x="2183209" y="923183"/>
              <a:chExt cx="1016704" cy="241092"/>
            </a:xfrm>
          </p:grpSpPr>
          <p:sp>
            <p:nvSpPr>
              <p:cNvPr id="18" name="Text Box">
                <a:extLst>
                  <a:ext uri="{FF2B5EF4-FFF2-40B4-BE49-F238E27FC236}">
                    <a16:creationId xmlns:a16="http://schemas.microsoft.com/office/drawing/2014/main" id="{61DB40B5-DD59-79FF-ACC4-8FD5783D001B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211BE72-3518-A4DC-7486-5BBBE3CA533D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" name="Button">
            <a:extLst>
              <a:ext uri="{FF2B5EF4-FFF2-40B4-BE49-F238E27FC236}">
                <a16:creationId xmlns:a16="http://schemas.microsoft.com/office/drawing/2014/main" id="{A27A77D7-FCD4-672D-AD21-987E9CA2AF43}"/>
              </a:ext>
            </a:extLst>
          </p:cNvPr>
          <p:cNvSpPr>
            <a:spLocks/>
          </p:cNvSpPr>
          <p:nvPr/>
        </p:nvSpPr>
        <p:spPr bwMode="auto">
          <a:xfrm>
            <a:off x="8142326" y="5822895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" name="Button">
            <a:extLst>
              <a:ext uri="{FF2B5EF4-FFF2-40B4-BE49-F238E27FC236}">
                <a16:creationId xmlns:a16="http://schemas.microsoft.com/office/drawing/2014/main" id="{3A3851F0-213C-A3D7-F36F-F289A4661A94}"/>
              </a:ext>
            </a:extLst>
          </p:cNvPr>
          <p:cNvSpPr>
            <a:spLocks/>
          </p:cNvSpPr>
          <p:nvPr/>
        </p:nvSpPr>
        <p:spPr bwMode="auto">
          <a:xfrm>
            <a:off x="8910643" y="5822895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신청등록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BE052A6F-CACD-2220-E72A-4D4C6B694E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0081865"/>
              </p:ext>
            </p:extLst>
          </p:nvPr>
        </p:nvGraphicFramePr>
        <p:xfrm>
          <a:off x="9687823" y="260995"/>
          <a:ext cx="2498015" cy="440299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공간관리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공간 신청 목록으로 신청자를 확인 및 수정할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캘린더 보기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교육 탭으로 정렬 된 캘린더가 팝업으로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893426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NO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'2024-01'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형식으로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 신청자 기준의 번호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해가 바뀌면 연도가 알아서 바뀜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6451509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kumimoji="0" lang="ko-KR" altLang="en-US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이름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회원 이름 클릭 시 상세페이지 이동</a:t>
                      </a:r>
                      <a:b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회원정보를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353325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5.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공간명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공간명을 클릭 시 신청내역 상세페이지 이동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Wingdings" panose="05000000000000000000" pitchFamily="2" charset="2"/>
                        <a:buChar char="è"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신청내역을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</a:tbl>
          </a:graphicData>
        </a:graphic>
      </p:graphicFrame>
      <p:grpSp>
        <p:nvGrpSpPr>
          <p:cNvPr id="43" name="그룹 42">
            <a:extLst>
              <a:ext uri="{FF2B5EF4-FFF2-40B4-BE49-F238E27FC236}">
                <a16:creationId xmlns:a16="http://schemas.microsoft.com/office/drawing/2014/main" id="{716CB2BD-D34F-4B99-FDBE-62A3083897FE}"/>
              </a:ext>
            </a:extLst>
          </p:cNvPr>
          <p:cNvGrpSpPr/>
          <p:nvPr/>
        </p:nvGrpSpPr>
        <p:grpSpPr>
          <a:xfrm>
            <a:off x="1560289" y="1168038"/>
            <a:ext cx="3435941" cy="254170"/>
            <a:chOff x="1560289" y="1168038"/>
            <a:chExt cx="3435941" cy="254170"/>
          </a:xfrm>
        </p:grpSpPr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0B43AECC-F5D6-692E-9E57-24353999C1EA}"/>
                </a:ext>
              </a:extLst>
            </p:cNvPr>
            <p:cNvGrpSpPr/>
            <p:nvPr/>
          </p:nvGrpSpPr>
          <p:grpSpPr>
            <a:xfrm>
              <a:off x="1560289" y="1169537"/>
              <a:ext cx="1510731" cy="249177"/>
              <a:chOff x="3721459" y="2580430"/>
              <a:chExt cx="1510731" cy="249177"/>
            </a:xfrm>
          </p:grpSpPr>
          <p:sp>
            <p:nvSpPr>
              <p:cNvPr id="85" name="Text Box">
                <a:extLst>
                  <a:ext uri="{FF2B5EF4-FFF2-40B4-BE49-F238E27FC236}">
                    <a16:creationId xmlns:a16="http://schemas.microsoft.com/office/drawing/2014/main" id="{6BF05E5C-A863-FFD5-A461-C52A0167DADC}"/>
                  </a:ext>
                </a:extLst>
              </p:cNvPr>
              <p:cNvSpPr/>
              <p:nvPr/>
            </p:nvSpPr>
            <p:spPr>
              <a:xfrm>
                <a:off x="3721459" y="2580430"/>
                <a:ext cx="1510731" cy="24917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86" name="Calendar">
                <a:extLst>
                  <a:ext uri="{FF2B5EF4-FFF2-40B4-BE49-F238E27FC236}">
                    <a16:creationId xmlns:a16="http://schemas.microsoft.com/office/drawing/2014/main" id="{8335BFEC-E5B9-FCE1-C914-754C161C048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60595" y="2623714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04127B7E-BD93-4C32-2BFD-C6450ECC2EE3}"/>
                </a:ext>
              </a:extLst>
            </p:cNvPr>
            <p:cNvGrpSpPr/>
            <p:nvPr/>
          </p:nvGrpSpPr>
          <p:grpSpPr>
            <a:xfrm>
              <a:off x="3485499" y="1173031"/>
              <a:ext cx="1510731" cy="249177"/>
              <a:chOff x="1846644" y="2900860"/>
              <a:chExt cx="1687736" cy="241092"/>
            </a:xfrm>
          </p:grpSpPr>
          <p:sp>
            <p:nvSpPr>
              <p:cNvPr id="35" name="Text Box">
                <a:extLst>
                  <a:ext uri="{FF2B5EF4-FFF2-40B4-BE49-F238E27FC236}">
                    <a16:creationId xmlns:a16="http://schemas.microsoft.com/office/drawing/2014/main" id="{30485A3C-0ED9-0B65-5E9F-F4A471975AFE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36" name="Calendar">
                <a:extLst>
                  <a:ext uri="{FF2B5EF4-FFF2-40B4-BE49-F238E27FC236}">
                    <a16:creationId xmlns:a16="http://schemas.microsoft.com/office/drawing/2014/main" id="{F8994BE1-AA00-8FA8-B86F-CAF0524886C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" name="TextBox 30">
              <a:extLst>
                <a:ext uri="{FF2B5EF4-FFF2-40B4-BE49-F238E27FC236}">
                  <a16:creationId xmlns:a16="http://schemas.microsoft.com/office/drawing/2014/main" id="{8CAD508A-C541-7BC7-9BA5-DCDA3C9EEB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9666" y="1168038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EB86B41F-BAF4-B0F9-64A9-2576C9A9E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19920"/>
              </p:ext>
            </p:extLst>
          </p:nvPr>
        </p:nvGraphicFramePr>
        <p:xfrm>
          <a:off x="59207" y="2312902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B43D0C77-BD40-E4C8-80CF-01D12897CF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2236142"/>
              </p:ext>
            </p:extLst>
          </p:nvPr>
        </p:nvGraphicFramePr>
        <p:xfrm>
          <a:off x="2359060" y="2312902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거부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D75505F5-F48A-C239-EC78-30898F3F1B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292835"/>
              </p:ext>
            </p:extLst>
          </p:nvPr>
        </p:nvGraphicFramePr>
        <p:xfrm>
          <a:off x="3558001" y="2308760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승인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17489F48-7651-3056-2958-E024810213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825583"/>
              </p:ext>
            </p:extLst>
          </p:nvPr>
        </p:nvGraphicFramePr>
        <p:xfrm>
          <a:off x="1172619" y="2312902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sp>
        <p:nvSpPr>
          <p:cNvPr id="56" name="Button">
            <a:extLst>
              <a:ext uri="{FF2B5EF4-FFF2-40B4-BE49-F238E27FC236}">
                <a16:creationId xmlns:a16="http://schemas.microsoft.com/office/drawing/2014/main" id="{B5B06627-96B8-4BEF-ACD4-22B2D32AE2CE}"/>
              </a:ext>
            </a:extLst>
          </p:cNvPr>
          <p:cNvSpPr>
            <a:spLocks/>
          </p:cNvSpPr>
          <p:nvPr/>
        </p:nvSpPr>
        <p:spPr bwMode="auto">
          <a:xfrm>
            <a:off x="69105" y="1904007"/>
            <a:ext cx="1297829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캘린더 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EA4BD3F-599D-CEF8-CA23-6839C4A15BAA}"/>
              </a:ext>
            </a:extLst>
          </p:cNvPr>
          <p:cNvSpPr/>
          <p:nvPr/>
        </p:nvSpPr>
        <p:spPr>
          <a:xfrm>
            <a:off x="59207" y="179018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ABDBBFB0-B7ED-25CE-3DEB-9281FD67E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024581"/>
              </p:ext>
            </p:extLst>
          </p:nvPr>
        </p:nvGraphicFramePr>
        <p:xfrm>
          <a:off x="4705308" y="2302825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sp>
        <p:nvSpPr>
          <p:cNvPr id="59" name="직사각형 58">
            <a:extLst>
              <a:ext uri="{FF2B5EF4-FFF2-40B4-BE49-F238E27FC236}">
                <a16:creationId xmlns:a16="http://schemas.microsoft.com/office/drawing/2014/main" id="{D9496C58-4738-18A9-3C49-1FBF1F3CED7F}"/>
              </a:ext>
            </a:extLst>
          </p:cNvPr>
          <p:cNvSpPr/>
          <p:nvPr/>
        </p:nvSpPr>
        <p:spPr>
          <a:xfrm>
            <a:off x="414796" y="281111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117D37FC-AE4F-5646-A6DE-BAB572EE4B31}"/>
              </a:ext>
            </a:extLst>
          </p:cNvPr>
          <p:cNvSpPr/>
          <p:nvPr/>
        </p:nvSpPr>
        <p:spPr>
          <a:xfrm>
            <a:off x="991497" y="341452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370307480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452B02-5CBC-9DFA-F909-63226F66B7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0BAC3A16-B8BB-D9FF-EA7D-EEBC878131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2854275"/>
              </p:ext>
            </p:extLst>
          </p:nvPr>
        </p:nvGraphicFramePr>
        <p:xfrm>
          <a:off x="620930" y="882635"/>
          <a:ext cx="7208619" cy="52823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8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39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602426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017680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공간명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0524834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사용목적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3346251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사용인원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18468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대관일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3486821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대관시간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5380050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사용시간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3</a:t>
                      </a:r>
                      <a:r>
                        <a:rPr lang="ko-KR" altLang="en-US" sz="800" b="0" dirty="0"/>
                        <a:t>시간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3419733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신청상태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lt"/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3534835"/>
                  </a:ext>
                </a:extLst>
              </a:tr>
              <a:tr h="31928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대여형태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914868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할인적용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                              </a:t>
                      </a:r>
                      <a:r>
                        <a:rPr lang="ko-KR" altLang="en-US" sz="800" b="0" dirty="0"/>
                        <a:t>결제금액 </a:t>
                      </a:r>
                      <a:r>
                        <a:rPr lang="en-US" altLang="ko-KR" sz="800" b="0" dirty="0"/>
                        <a:t>: 30,000</a:t>
                      </a:r>
                      <a:r>
                        <a:rPr lang="ko-KR" altLang="en-US" sz="800" b="0" dirty="0"/>
                        <a:t>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4462833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증명서 제출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증명서</a:t>
                      </a:r>
                      <a:r>
                        <a:rPr lang="en-US" altLang="ko-KR" sz="800" b="0" dirty="0"/>
                        <a:t>.pdf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476663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72190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803993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BFFA40F-6EB9-B398-7714-4F7B4EA5B8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119" y="65445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 신청정보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2561057-0B97-EE0F-987B-F87C1A62C76E}"/>
              </a:ext>
            </a:extLst>
          </p:cNvPr>
          <p:cNvSpPr/>
          <p:nvPr/>
        </p:nvSpPr>
        <p:spPr>
          <a:xfrm>
            <a:off x="2162740" y="1546850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8A1E46C-A13C-3F14-3309-90D21E43E5DE}"/>
              </a:ext>
            </a:extLst>
          </p:cNvPr>
          <p:cNvSpPr/>
          <p:nvPr/>
        </p:nvSpPr>
        <p:spPr>
          <a:xfrm>
            <a:off x="2162740" y="1853585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9AEF92A8-BE08-4A05-7D81-1D7A179B0C7F}"/>
              </a:ext>
            </a:extLst>
          </p:cNvPr>
          <p:cNvGrpSpPr/>
          <p:nvPr/>
        </p:nvGrpSpPr>
        <p:grpSpPr>
          <a:xfrm>
            <a:off x="2162740" y="911210"/>
            <a:ext cx="1016704" cy="241092"/>
            <a:chOff x="2183209" y="923183"/>
            <a:chExt cx="1016704" cy="241092"/>
          </a:xfrm>
        </p:grpSpPr>
        <p:sp>
          <p:nvSpPr>
            <p:cNvPr id="12" name="Text Box">
              <a:extLst>
                <a:ext uri="{FF2B5EF4-FFF2-40B4-BE49-F238E27FC236}">
                  <a16:creationId xmlns:a16="http://schemas.microsoft.com/office/drawing/2014/main" id="{FCAC1F54-5BB1-20C1-31FC-283CFB33C65C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9BFF278-C9CB-EB64-73CF-E90B22168F6F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9D1D5E1-F6A8-8891-D7AF-F4FD436815B8}"/>
              </a:ext>
            </a:extLst>
          </p:cNvPr>
          <p:cNvGrpSpPr/>
          <p:nvPr/>
        </p:nvGrpSpPr>
        <p:grpSpPr>
          <a:xfrm>
            <a:off x="2162740" y="1225207"/>
            <a:ext cx="2992157" cy="225862"/>
            <a:chOff x="2165309" y="1615824"/>
            <a:chExt cx="2992157" cy="225862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0788FDAA-899A-15F8-B766-1010C692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1615824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회원검색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E1B1A297-395D-8028-847C-AF9F1821AAB7}"/>
                </a:ext>
              </a:extLst>
            </p:cNvPr>
            <p:cNvSpPr/>
            <p:nvPr/>
          </p:nvSpPr>
          <p:spPr>
            <a:xfrm>
              <a:off x="2165309" y="1622856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3284DFCD-E53A-B8A4-177C-F73922A1C693}"/>
              </a:ext>
            </a:extLst>
          </p:cNvPr>
          <p:cNvGrpSpPr/>
          <p:nvPr/>
        </p:nvGrpSpPr>
        <p:grpSpPr>
          <a:xfrm>
            <a:off x="2162740" y="2475404"/>
            <a:ext cx="2992157" cy="225862"/>
            <a:chOff x="2165309" y="2866021"/>
            <a:chExt cx="2992157" cy="225862"/>
          </a:xfrm>
        </p:grpSpPr>
        <p:sp>
          <p:nvSpPr>
            <p:cNvPr id="3" name="Button">
              <a:extLst>
                <a:ext uri="{FF2B5EF4-FFF2-40B4-BE49-F238E27FC236}">
                  <a16:creationId xmlns:a16="http://schemas.microsoft.com/office/drawing/2014/main" id="{8714C823-1CF3-224A-6FED-8E2B965A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2866021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공간검색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F606BC99-18E4-6FEB-65B9-07A83036D70D}"/>
                </a:ext>
              </a:extLst>
            </p:cNvPr>
            <p:cNvSpPr/>
            <p:nvPr/>
          </p:nvSpPr>
          <p:spPr>
            <a:xfrm>
              <a:off x="2165309" y="2873053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DD24BA7-6CCC-588F-5392-E0F7E6A97EF7}"/>
              </a:ext>
            </a:extLst>
          </p:cNvPr>
          <p:cNvSpPr/>
          <p:nvPr/>
        </p:nvSpPr>
        <p:spPr>
          <a:xfrm>
            <a:off x="2162740" y="2166483"/>
            <a:ext cx="1687843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BA471DD-04CD-9EDE-D605-C5EABEEA5CA3}"/>
              </a:ext>
            </a:extLst>
          </p:cNvPr>
          <p:cNvGrpSpPr/>
          <p:nvPr/>
        </p:nvGrpSpPr>
        <p:grpSpPr>
          <a:xfrm>
            <a:off x="2162740" y="3089682"/>
            <a:ext cx="1016704" cy="241092"/>
            <a:chOff x="2183209" y="923183"/>
            <a:chExt cx="1016704" cy="241092"/>
          </a:xfrm>
        </p:grpSpPr>
        <p:sp>
          <p:nvSpPr>
            <p:cNvPr id="16" name="Text Box">
              <a:extLst>
                <a:ext uri="{FF2B5EF4-FFF2-40B4-BE49-F238E27FC236}">
                  <a16:creationId xmlns:a16="http://schemas.microsoft.com/office/drawing/2014/main" id="{9ADE579C-877C-F5E1-B01D-3C3A90C1E305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53B835F-A770-E784-4247-C290BCECF84F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E9FC49E-7698-6884-B1C7-A4F6F5EEE146}"/>
              </a:ext>
            </a:extLst>
          </p:cNvPr>
          <p:cNvSpPr/>
          <p:nvPr/>
        </p:nvSpPr>
        <p:spPr>
          <a:xfrm>
            <a:off x="2162740" y="2790672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71EC8971-4E71-BBA2-A0E2-A4FBF991E9EC}"/>
              </a:ext>
            </a:extLst>
          </p:cNvPr>
          <p:cNvGrpSpPr/>
          <p:nvPr/>
        </p:nvGrpSpPr>
        <p:grpSpPr>
          <a:xfrm>
            <a:off x="2162740" y="3394744"/>
            <a:ext cx="1005892" cy="241092"/>
            <a:chOff x="2153685" y="2540395"/>
            <a:chExt cx="1005892" cy="241092"/>
          </a:xfrm>
        </p:grpSpPr>
        <p:sp>
          <p:nvSpPr>
            <p:cNvPr id="44" name="Text Box">
              <a:extLst>
                <a:ext uri="{FF2B5EF4-FFF2-40B4-BE49-F238E27FC236}">
                  <a16:creationId xmlns:a16="http://schemas.microsoft.com/office/drawing/2014/main" id="{8C578BAA-EE3A-F055-1280-F622964B418D}"/>
                </a:ext>
              </a:extLst>
            </p:cNvPr>
            <p:cNvSpPr/>
            <p:nvPr/>
          </p:nvSpPr>
          <p:spPr>
            <a:xfrm>
              <a:off x="2153685" y="2540395"/>
              <a:ext cx="1005892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2024.09.30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Calendar">
              <a:extLst>
                <a:ext uri="{FF2B5EF4-FFF2-40B4-BE49-F238E27FC236}">
                  <a16:creationId xmlns:a16="http://schemas.microsoft.com/office/drawing/2014/main" id="{7731B4A5-95FD-F36A-23AD-07C636303F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31636" y="2577710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6572B76-397E-DC4C-61CA-6DDF6882E216}"/>
              </a:ext>
            </a:extLst>
          </p:cNvPr>
          <p:cNvGrpSpPr/>
          <p:nvPr/>
        </p:nvGrpSpPr>
        <p:grpSpPr>
          <a:xfrm>
            <a:off x="2162740" y="3699806"/>
            <a:ext cx="2311804" cy="246221"/>
            <a:chOff x="2168208" y="3964202"/>
            <a:chExt cx="2311804" cy="246221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02B2B8AA-29E9-79F7-1A11-106E819AB536}"/>
                </a:ext>
              </a:extLst>
            </p:cNvPr>
            <p:cNvGrpSpPr/>
            <p:nvPr/>
          </p:nvGrpSpPr>
          <p:grpSpPr>
            <a:xfrm>
              <a:off x="2168208" y="3966766"/>
              <a:ext cx="1016704" cy="241092"/>
              <a:chOff x="2142872" y="1285558"/>
              <a:chExt cx="1016704" cy="241092"/>
            </a:xfrm>
          </p:grpSpPr>
          <p:sp>
            <p:nvSpPr>
              <p:cNvPr id="23" name="Text Box">
                <a:extLst>
                  <a:ext uri="{FF2B5EF4-FFF2-40B4-BE49-F238E27FC236}">
                    <a16:creationId xmlns:a16="http://schemas.microsoft.com/office/drawing/2014/main" id="{9427C3E7-57E9-FDDA-5C47-59DF805443E4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41A7D86-8658-5D43-94D0-E650D68C99CF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3CA47E6-D9F9-1E9C-3A2C-4993A526B01E}"/>
                </a:ext>
              </a:extLst>
            </p:cNvPr>
            <p:cNvSpPr txBox="1"/>
            <p:nvPr/>
          </p:nvSpPr>
          <p:spPr>
            <a:xfrm>
              <a:off x="3178147" y="3964202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60BC2B1B-B945-3237-6F9E-AC49A1F371D9}"/>
                </a:ext>
              </a:extLst>
            </p:cNvPr>
            <p:cNvGrpSpPr/>
            <p:nvPr/>
          </p:nvGrpSpPr>
          <p:grpSpPr>
            <a:xfrm>
              <a:off x="3463308" y="3966766"/>
              <a:ext cx="1016704" cy="241092"/>
              <a:chOff x="2142872" y="1285558"/>
              <a:chExt cx="1016704" cy="241092"/>
            </a:xfrm>
          </p:grpSpPr>
          <p:sp>
            <p:nvSpPr>
              <p:cNvPr id="21" name="Text Box">
                <a:extLst>
                  <a:ext uri="{FF2B5EF4-FFF2-40B4-BE49-F238E27FC236}">
                    <a16:creationId xmlns:a16="http://schemas.microsoft.com/office/drawing/2014/main" id="{62873F1A-F7A1-5242-0D53-F25BBB0B5099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D8C044E-7766-3EFB-438A-492CD8201C8D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5E0FC81-42D5-97EF-D1DB-205902F55167}"/>
              </a:ext>
            </a:extLst>
          </p:cNvPr>
          <p:cNvSpPr/>
          <p:nvPr/>
        </p:nvSpPr>
        <p:spPr>
          <a:xfrm>
            <a:off x="2162740" y="5247873"/>
            <a:ext cx="5463700" cy="215805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F27117E-E982-89B9-C65D-2F0A088F9C07}"/>
              </a:ext>
            </a:extLst>
          </p:cNvPr>
          <p:cNvGrpSpPr/>
          <p:nvPr/>
        </p:nvGrpSpPr>
        <p:grpSpPr>
          <a:xfrm>
            <a:off x="2162740" y="4325739"/>
            <a:ext cx="1016704" cy="241092"/>
            <a:chOff x="2183209" y="923183"/>
            <a:chExt cx="1016704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95B42A81-1EF1-51BF-853B-396E5C7EFDD0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B03F49C-B76E-6128-20C3-EA0979984AE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66D78C0D-1EBC-2D20-C477-F10EC91124BB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신청내역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32" name="TextBox 30">
            <a:extLst>
              <a:ext uri="{FF2B5EF4-FFF2-40B4-BE49-F238E27FC236}">
                <a16:creationId xmlns:a16="http://schemas.microsoft.com/office/drawing/2014/main" id="{7AD4E832-6174-3B20-E5FB-7355421A58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공간관리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신청내역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C2A4EFD5-0A8F-2F83-D3F3-1B10365C16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705797"/>
              </p:ext>
            </p:extLst>
          </p:nvPr>
        </p:nvGraphicFramePr>
        <p:xfrm>
          <a:off x="9693985" y="299098"/>
          <a:ext cx="2498015" cy="707822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공간관리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공간 신청 목록에서 신청자 추가 및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정회원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24043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신청자 정보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-ID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버튼을 클릭 시 회원목록에서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 연락처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2.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공간 정보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공간 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 공간 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사용목적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사용인원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select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lt"/>
                        </a:rPr>
                        <a:t>대관일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대관시간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select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사용시간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대관시간에 따라 자동 계산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거부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승인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취소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대여형태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각 형태별 결제금액을 상이하게 표시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 확인용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유료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지원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교육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유료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기본값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사용자가 결제한 금액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 /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지원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0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 /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교육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0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할인율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(%)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을 선택하는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select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표시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할인적용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사용자 신청 시 선택한 정보를 표시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신청대기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거부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승인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취소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 신청 프로세스 </a:t>
                      </a: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신청대기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 신청 완료 시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승인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담당자가 거부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승인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담당자의 사용자 신청 승인 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담당자가 취소 처리 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입금 완료 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무통장 입금 확인 후 관리자 수기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746631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3411A606-1D5E-C28B-69E7-8E88BDB21E18}"/>
              </a:ext>
            </a:extLst>
          </p:cNvPr>
          <p:cNvSpPr/>
          <p:nvPr/>
        </p:nvSpPr>
        <p:spPr>
          <a:xfrm>
            <a:off x="437865" y="86468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3FA0EFD-A957-358B-316C-6C80AE1382BB}"/>
              </a:ext>
            </a:extLst>
          </p:cNvPr>
          <p:cNvSpPr/>
          <p:nvPr/>
        </p:nvSpPr>
        <p:spPr>
          <a:xfrm>
            <a:off x="437865" y="123261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33F5F4FD-C6D4-1841-AFEF-F612F31AF7B9}"/>
              </a:ext>
            </a:extLst>
          </p:cNvPr>
          <p:cNvGrpSpPr/>
          <p:nvPr/>
        </p:nvGrpSpPr>
        <p:grpSpPr>
          <a:xfrm>
            <a:off x="2162740" y="4640350"/>
            <a:ext cx="1016704" cy="241092"/>
            <a:chOff x="2183209" y="923183"/>
            <a:chExt cx="1016704" cy="241092"/>
          </a:xfrm>
        </p:grpSpPr>
        <p:sp>
          <p:nvSpPr>
            <p:cNvPr id="11" name="Text Box">
              <a:extLst>
                <a:ext uri="{FF2B5EF4-FFF2-40B4-BE49-F238E27FC236}">
                  <a16:creationId xmlns:a16="http://schemas.microsoft.com/office/drawing/2014/main" id="{85A5E52B-7137-FD59-0EB8-32C32A796504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CDC679-E2CE-75DC-FA12-9A2316FE8DDB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DD2C900-D3C4-E042-75CF-81B6128C8F74}"/>
              </a:ext>
            </a:extLst>
          </p:cNvPr>
          <p:cNvSpPr/>
          <p:nvPr/>
        </p:nvSpPr>
        <p:spPr>
          <a:xfrm>
            <a:off x="437865" y="248243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DE68FB75-C247-6884-A2BB-F7CC5DB569D1}"/>
              </a:ext>
            </a:extLst>
          </p:cNvPr>
          <p:cNvGrpSpPr/>
          <p:nvPr/>
        </p:nvGrpSpPr>
        <p:grpSpPr>
          <a:xfrm>
            <a:off x="2172708" y="4939135"/>
            <a:ext cx="1016704" cy="241092"/>
            <a:chOff x="2183209" y="923183"/>
            <a:chExt cx="1016704" cy="241092"/>
          </a:xfrm>
        </p:grpSpPr>
        <p:sp>
          <p:nvSpPr>
            <p:cNvPr id="37" name="Text Box">
              <a:extLst>
                <a:ext uri="{FF2B5EF4-FFF2-40B4-BE49-F238E27FC236}">
                  <a16:creationId xmlns:a16="http://schemas.microsoft.com/office/drawing/2014/main" id="{0CA54B0F-2326-2980-26BC-C45CAC1D7F2D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5A49836-7085-6663-4B6F-BABF76783DB6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5622123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798F75-03C6-173D-374E-55DB20092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A51AAE07-97A4-309B-1319-D866E2F57362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신청내역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32" name="TextBox 30">
            <a:extLst>
              <a:ext uri="{FF2B5EF4-FFF2-40B4-BE49-F238E27FC236}">
                <a16:creationId xmlns:a16="http://schemas.microsoft.com/office/drawing/2014/main" id="{6ED3D3BA-CE57-ED5C-F85D-1DD13CB6D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공간관리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신청내역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088B07A8-3C3E-A8DC-767B-FE5B162D92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669239"/>
              </p:ext>
            </p:extLst>
          </p:nvPr>
        </p:nvGraphicFramePr>
        <p:xfrm>
          <a:off x="9693985" y="299098"/>
          <a:ext cx="2498015" cy="138792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공간관리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공간 신청 목록에서 신청자 추가 및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관리자메모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필요 시 관리자 수기 입력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메모 필드가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개씩 추가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240435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7630893B-6DAA-F990-BD4E-B2F6464CE9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566" y="75349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관리자 메모</a:t>
            </a:r>
            <a:r>
              <a:rPr lang="en-US" altLang="ko-KR" sz="900" dirty="0"/>
              <a:t>*</a:t>
            </a:r>
            <a:endParaRPr lang="ko-KR" altLang="en-US" sz="900" dirty="0"/>
          </a:p>
        </p:txBody>
      </p:sp>
      <p:cxnSp>
        <p:nvCxnSpPr>
          <p:cNvPr id="36" name="Line">
            <a:extLst>
              <a:ext uri="{FF2B5EF4-FFF2-40B4-BE49-F238E27FC236}">
                <a16:creationId xmlns:a16="http://schemas.microsoft.com/office/drawing/2014/main" id="{2363F76F-D150-D975-DF41-E87C6D700A2C}"/>
              </a:ext>
            </a:extLst>
          </p:cNvPr>
          <p:cNvCxnSpPr>
            <a:cxnSpLocks/>
          </p:cNvCxnSpPr>
          <p:nvPr/>
        </p:nvCxnSpPr>
        <p:spPr bwMode="auto">
          <a:xfrm>
            <a:off x="550066" y="1056648"/>
            <a:ext cx="722886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CB10A2F4-8836-3FDC-CD04-1A7446BC40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4196865"/>
              </p:ext>
            </p:extLst>
          </p:nvPr>
        </p:nvGraphicFramePr>
        <p:xfrm>
          <a:off x="550875" y="1163497"/>
          <a:ext cx="7228058" cy="14359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34189">
                  <a:extLst>
                    <a:ext uri="{9D8B030D-6E8A-4147-A177-3AD203B41FA5}">
                      <a16:colId xmlns:a16="http://schemas.microsoft.com/office/drawing/2014/main" val="2511462850"/>
                    </a:ext>
                  </a:extLst>
                </a:gridCol>
                <a:gridCol w="1056443">
                  <a:extLst>
                    <a:ext uri="{9D8B030D-6E8A-4147-A177-3AD203B41FA5}">
                      <a16:colId xmlns:a16="http://schemas.microsoft.com/office/drawing/2014/main" val="2812314004"/>
                    </a:ext>
                  </a:extLst>
                </a:gridCol>
                <a:gridCol w="958788">
                  <a:extLst>
                    <a:ext uri="{9D8B030D-6E8A-4147-A177-3AD203B41FA5}">
                      <a16:colId xmlns:a16="http://schemas.microsoft.com/office/drawing/2014/main" val="437962750"/>
                    </a:ext>
                  </a:extLst>
                </a:gridCol>
                <a:gridCol w="978638">
                  <a:extLst>
                    <a:ext uri="{9D8B030D-6E8A-4147-A177-3AD203B41FA5}">
                      <a16:colId xmlns:a16="http://schemas.microsoft.com/office/drawing/2014/main" val="4266298258"/>
                    </a:ext>
                  </a:extLst>
                </a:gridCol>
              </a:tblGrid>
              <a:tr h="349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생성일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삭제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2024.08.01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937008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관리자 메모가 들어갑니다</a:t>
                      </a:r>
                      <a:r>
                        <a:rPr lang="en-US" altLang="ko-KR" sz="800" b="0" dirty="0"/>
                        <a:t>.</a:t>
                      </a: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6776"/>
                  </a:ext>
                </a:extLst>
              </a:tr>
            </a:tbl>
          </a:graphicData>
        </a:graphic>
      </p:graphicFrame>
      <p:sp>
        <p:nvSpPr>
          <p:cNvPr id="39" name="Button">
            <a:extLst>
              <a:ext uri="{FF2B5EF4-FFF2-40B4-BE49-F238E27FC236}">
                <a16:creationId xmlns:a16="http://schemas.microsoft.com/office/drawing/2014/main" id="{08DB209B-7486-84D7-226B-1EECB4F7DA01}"/>
              </a:ext>
            </a:extLst>
          </p:cNvPr>
          <p:cNvSpPr>
            <a:spLocks/>
          </p:cNvSpPr>
          <p:nvPr/>
        </p:nvSpPr>
        <p:spPr bwMode="auto">
          <a:xfrm>
            <a:off x="7067979" y="73631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84DEE2EB-101C-6BA5-2EA2-A53C87090A8F}"/>
              </a:ext>
            </a:extLst>
          </p:cNvPr>
          <p:cNvGrpSpPr/>
          <p:nvPr/>
        </p:nvGrpSpPr>
        <p:grpSpPr>
          <a:xfrm>
            <a:off x="4997978" y="1665850"/>
            <a:ext cx="679796" cy="210314"/>
            <a:chOff x="-4112816" y="2896922"/>
            <a:chExt cx="1687736" cy="224496"/>
          </a:xfrm>
        </p:grpSpPr>
        <p:sp>
          <p:nvSpPr>
            <p:cNvPr id="43" name="Text Box">
              <a:extLst>
                <a:ext uri="{FF2B5EF4-FFF2-40B4-BE49-F238E27FC236}">
                  <a16:creationId xmlns:a16="http://schemas.microsoft.com/office/drawing/2014/main" id="{0484A8AA-8399-C38B-30D9-6D1D8C612297}"/>
                </a:ext>
              </a:extLst>
            </p:cNvPr>
            <p:cNvSpPr/>
            <p:nvPr/>
          </p:nvSpPr>
          <p:spPr>
            <a:xfrm>
              <a:off x="-4112816" y="2896922"/>
              <a:ext cx="1687736" cy="22449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700" b="0" dirty="0">
                  <a:solidFill>
                    <a:schemeClr val="tx1"/>
                  </a:solidFill>
                </a:rPr>
                <a:t>2024.11.07</a:t>
              </a:r>
              <a:endParaRPr lang="ko-KR" altLang="en-US" sz="700" u="none" dirty="0">
                <a:solidFill>
                  <a:schemeClr val="tx1"/>
                </a:solidFill>
              </a:endParaRPr>
            </a:p>
          </p:txBody>
        </p:sp>
        <p:sp>
          <p:nvSpPr>
            <p:cNvPr id="46" name="Calendar">
              <a:extLst>
                <a:ext uri="{FF2B5EF4-FFF2-40B4-BE49-F238E27FC236}">
                  <a16:creationId xmlns:a16="http://schemas.microsoft.com/office/drawing/2014/main" id="{993AB80E-96E4-D75D-B131-27EB892D35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742079" y="2938153"/>
              <a:ext cx="256029" cy="142042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Button">
            <a:extLst>
              <a:ext uri="{FF2B5EF4-FFF2-40B4-BE49-F238E27FC236}">
                <a16:creationId xmlns:a16="http://schemas.microsoft.com/office/drawing/2014/main" id="{A3ABEE62-2F07-D6D7-86F7-EA5735602F3E}"/>
              </a:ext>
            </a:extLst>
          </p:cNvPr>
          <p:cNvSpPr>
            <a:spLocks/>
          </p:cNvSpPr>
          <p:nvPr/>
        </p:nvSpPr>
        <p:spPr bwMode="auto">
          <a:xfrm>
            <a:off x="6080381" y="1658076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Panel">
            <a:extLst>
              <a:ext uri="{FF2B5EF4-FFF2-40B4-BE49-F238E27FC236}">
                <a16:creationId xmlns:a16="http://schemas.microsoft.com/office/drawing/2014/main" id="{520A3AC1-D46F-F665-8BBB-713E851D103A}"/>
              </a:ext>
            </a:extLst>
          </p:cNvPr>
          <p:cNvSpPr/>
          <p:nvPr/>
        </p:nvSpPr>
        <p:spPr>
          <a:xfrm>
            <a:off x="644989" y="1574588"/>
            <a:ext cx="4015788" cy="41574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9" name="Button">
            <a:extLst>
              <a:ext uri="{FF2B5EF4-FFF2-40B4-BE49-F238E27FC236}">
                <a16:creationId xmlns:a16="http://schemas.microsoft.com/office/drawing/2014/main" id="{668A8441-E1F9-3CCB-A42F-F86DEAD5B238}"/>
              </a:ext>
            </a:extLst>
          </p:cNvPr>
          <p:cNvSpPr>
            <a:spLocks/>
          </p:cNvSpPr>
          <p:nvPr/>
        </p:nvSpPr>
        <p:spPr bwMode="auto">
          <a:xfrm>
            <a:off x="6103593" y="2205950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수정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" name="Button">
            <a:extLst>
              <a:ext uri="{FF2B5EF4-FFF2-40B4-BE49-F238E27FC236}">
                <a16:creationId xmlns:a16="http://schemas.microsoft.com/office/drawing/2014/main" id="{8B5328C0-2913-3656-E134-4ACEC9DBDC39}"/>
              </a:ext>
            </a:extLst>
          </p:cNvPr>
          <p:cNvSpPr>
            <a:spLocks/>
          </p:cNvSpPr>
          <p:nvPr/>
        </p:nvSpPr>
        <p:spPr bwMode="auto">
          <a:xfrm>
            <a:off x="7081050" y="2205950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E9C11C2-CF18-53D8-47CF-234677291F1D}"/>
              </a:ext>
            </a:extLst>
          </p:cNvPr>
          <p:cNvSpPr/>
          <p:nvPr/>
        </p:nvSpPr>
        <p:spPr>
          <a:xfrm>
            <a:off x="249682" y="81525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29271404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EB6EB0-FCE0-91F9-116F-092FE1F243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0A3E2EE-01BA-B4B8-9867-50E17C4259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1329307"/>
              </p:ext>
            </p:extLst>
          </p:nvPr>
        </p:nvGraphicFramePr>
        <p:xfrm>
          <a:off x="114300" y="2696308"/>
          <a:ext cx="9488434" cy="26781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8050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759098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648786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416196">
                  <a:extLst>
                    <a:ext uri="{9D8B030D-6E8A-4147-A177-3AD203B41FA5}">
                      <a16:colId xmlns:a16="http://schemas.microsoft.com/office/drawing/2014/main" val="247998166"/>
                    </a:ext>
                  </a:extLst>
                </a:gridCol>
                <a:gridCol w="1159928">
                  <a:extLst>
                    <a:ext uri="{9D8B030D-6E8A-4147-A177-3AD203B41FA5}">
                      <a16:colId xmlns:a16="http://schemas.microsoft.com/office/drawing/2014/main" val="2530922585"/>
                    </a:ext>
                  </a:extLst>
                </a:gridCol>
                <a:gridCol w="973001">
                  <a:extLst>
                    <a:ext uri="{9D8B030D-6E8A-4147-A177-3AD203B41FA5}">
                      <a16:colId xmlns:a16="http://schemas.microsoft.com/office/drawing/2014/main" val="2434627605"/>
                    </a:ext>
                  </a:extLst>
                </a:gridCol>
                <a:gridCol w="720950">
                  <a:extLst>
                    <a:ext uri="{9D8B030D-6E8A-4147-A177-3AD203B41FA5}">
                      <a16:colId xmlns:a16="http://schemas.microsoft.com/office/drawing/2014/main" val="1780531441"/>
                    </a:ext>
                  </a:extLst>
                </a:gridCol>
                <a:gridCol w="966159">
                  <a:extLst>
                    <a:ext uri="{9D8B030D-6E8A-4147-A177-3AD203B41FA5}">
                      <a16:colId xmlns:a16="http://schemas.microsoft.com/office/drawing/2014/main" val="901942412"/>
                    </a:ext>
                  </a:extLst>
                </a:gridCol>
                <a:gridCol w="1416266">
                  <a:extLst>
                    <a:ext uri="{9D8B030D-6E8A-4147-A177-3AD203B41FA5}">
                      <a16:colId xmlns:a16="http://schemas.microsoft.com/office/drawing/2014/main" val="3752409949"/>
                    </a:ext>
                  </a:extLst>
                </a:gridCol>
              </a:tblGrid>
              <a:tr h="39212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공간명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대여료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이용등급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노출 여부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순번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latin typeface="+mn-lt"/>
                        </a:rPr>
                        <a:t>미디어카페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초급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N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2024.10.05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드론체험실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20,000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초급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N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1165178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VR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체험실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15,000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초급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N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78712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오디오 스튜디오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151846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오픈스튜디오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15,000</a:t>
                      </a: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중급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2024.10.05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341784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270B4F93-E5FF-8695-FB3E-270CF0D209B7}"/>
              </a:ext>
            </a:extLst>
          </p:cNvPr>
          <p:cNvSpPr txBox="1"/>
          <p:nvPr/>
        </p:nvSpPr>
        <p:spPr>
          <a:xfrm>
            <a:off x="-1418" y="1205986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공간 리스트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D81EDA5-A35F-49FB-C1AE-2D021A4C4218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sp>
        <p:nvSpPr>
          <p:cNvPr id="80" name="Button">
            <a:extLst>
              <a:ext uri="{FF2B5EF4-FFF2-40B4-BE49-F238E27FC236}">
                <a16:creationId xmlns:a16="http://schemas.microsoft.com/office/drawing/2014/main" id="{FD487442-6D73-93B1-12D4-C36B01894D1F}"/>
              </a:ext>
            </a:extLst>
          </p:cNvPr>
          <p:cNvSpPr>
            <a:spLocks/>
          </p:cNvSpPr>
          <p:nvPr/>
        </p:nvSpPr>
        <p:spPr bwMode="auto">
          <a:xfrm>
            <a:off x="8115569" y="5436507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DB74BC39-152D-CA70-946A-818E04005040}"/>
              </a:ext>
            </a:extLst>
          </p:cNvPr>
          <p:cNvSpPr>
            <a:spLocks/>
          </p:cNvSpPr>
          <p:nvPr/>
        </p:nvSpPr>
        <p:spPr bwMode="auto">
          <a:xfrm>
            <a:off x="8920519" y="5436507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E5C31B5E-8114-2EC3-06AB-41AEB910C7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1750212"/>
              </p:ext>
            </p:extLst>
          </p:nvPr>
        </p:nvGraphicFramePr>
        <p:xfrm>
          <a:off x="71755" y="1493324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공간명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5358282-3263-41B5-D12A-1E7F38D604F1}"/>
              </a:ext>
            </a:extLst>
          </p:cNvPr>
          <p:cNvSpPr/>
          <p:nvPr/>
        </p:nvSpPr>
        <p:spPr>
          <a:xfrm>
            <a:off x="5085031" y="1540923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04" name="Text Box">
            <a:extLst>
              <a:ext uri="{FF2B5EF4-FFF2-40B4-BE49-F238E27FC236}">
                <a16:creationId xmlns:a16="http://schemas.microsoft.com/office/drawing/2014/main" id="{E7AD7EA9-A347-9BF1-D0C6-8718536343B5}"/>
              </a:ext>
            </a:extLst>
          </p:cNvPr>
          <p:cNvSpPr/>
          <p:nvPr/>
        </p:nvSpPr>
        <p:spPr>
          <a:xfrm>
            <a:off x="1521221" y="1533602"/>
            <a:ext cx="3510948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3C1C2086-4DB3-E674-88D1-AC46A07F2A62}"/>
              </a:ext>
            </a:extLst>
          </p:cNvPr>
          <p:cNvGrpSpPr/>
          <p:nvPr/>
        </p:nvGrpSpPr>
        <p:grpSpPr>
          <a:xfrm>
            <a:off x="1521221" y="1896342"/>
            <a:ext cx="1510731" cy="249177"/>
            <a:chOff x="1846644" y="2900860"/>
            <a:chExt cx="1687736" cy="241092"/>
          </a:xfrm>
        </p:grpSpPr>
        <p:sp>
          <p:nvSpPr>
            <p:cNvPr id="109" name="Text Box">
              <a:extLst>
                <a:ext uri="{FF2B5EF4-FFF2-40B4-BE49-F238E27FC236}">
                  <a16:creationId xmlns:a16="http://schemas.microsoft.com/office/drawing/2014/main" id="{1EE3C82A-96BA-D610-CDA5-9FBE93316B32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110" name="Calendar">
              <a:extLst>
                <a:ext uri="{FF2B5EF4-FFF2-40B4-BE49-F238E27FC236}">
                  <a16:creationId xmlns:a16="http://schemas.microsoft.com/office/drawing/2014/main" id="{EE079844-BE95-A4FC-8C48-3AD6803E22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C4A89AD-A0FC-8C3E-13CE-ECB058E7A068}"/>
              </a:ext>
            </a:extLst>
          </p:cNvPr>
          <p:cNvGrpSpPr/>
          <p:nvPr/>
        </p:nvGrpSpPr>
        <p:grpSpPr>
          <a:xfrm>
            <a:off x="3521438" y="1894758"/>
            <a:ext cx="1510731" cy="249177"/>
            <a:chOff x="1846644" y="2900860"/>
            <a:chExt cx="1687736" cy="241092"/>
          </a:xfrm>
        </p:grpSpPr>
        <p:sp>
          <p:nvSpPr>
            <p:cNvPr id="112" name="Text Box">
              <a:extLst>
                <a:ext uri="{FF2B5EF4-FFF2-40B4-BE49-F238E27FC236}">
                  <a16:creationId xmlns:a16="http://schemas.microsoft.com/office/drawing/2014/main" id="{CEDF8685-9A40-A8EC-FABC-EDABB9A1810F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113" name="Calendar">
              <a:extLst>
                <a:ext uri="{FF2B5EF4-FFF2-40B4-BE49-F238E27FC236}">
                  <a16:creationId xmlns:a16="http://schemas.microsoft.com/office/drawing/2014/main" id="{EA7FCD3B-3348-9F15-BE59-58625B409A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4" name="TextBox 30">
            <a:extLst>
              <a:ext uri="{FF2B5EF4-FFF2-40B4-BE49-F238E27FC236}">
                <a16:creationId xmlns:a16="http://schemas.microsoft.com/office/drawing/2014/main" id="{4C4BA916-875E-21F0-A6E2-C4DFDD98B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5605" y="1889765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E1B2BC8F-5650-0164-152F-3FF47B64ADC9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Pagination">
            <a:extLst>
              <a:ext uri="{FF2B5EF4-FFF2-40B4-BE49-F238E27FC236}">
                <a16:creationId xmlns:a16="http://schemas.microsoft.com/office/drawing/2014/main" id="{64FFAE4E-E2EB-6AEF-85D9-26376CA79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5731665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B2CF5DD-E485-C8B9-2DEC-5C80A656EC3C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공간 리스트</a:t>
            </a:r>
          </a:p>
        </p:txBody>
      </p:sp>
      <p:sp>
        <p:nvSpPr>
          <p:cNvPr id="17" name="TextBox 30">
            <a:extLst>
              <a:ext uri="{FF2B5EF4-FFF2-40B4-BE49-F238E27FC236}">
                <a16:creationId xmlns:a16="http://schemas.microsoft.com/office/drawing/2014/main" id="{53A1ABB0-DC90-4B1C-5993-F5B1B05D4E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공간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공간 리스트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4B7FD0E-D33F-7346-E326-472B71641FCA}"/>
              </a:ext>
            </a:extLst>
          </p:cNvPr>
          <p:cNvSpPr/>
          <p:nvPr/>
        </p:nvSpPr>
        <p:spPr>
          <a:xfrm>
            <a:off x="738128" y="124375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ACF719E-774E-A7E8-D798-DA5D6AB90287}"/>
              </a:ext>
            </a:extLst>
          </p:cNvPr>
          <p:cNvSpPr/>
          <p:nvPr/>
        </p:nvSpPr>
        <p:spPr>
          <a:xfrm>
            <a:off x="8756909" y="299535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F531A1D-DACE-52F9-A73C-C9B057780233}"/>
              </a:ext>
            </a:extLst>
          </p:cNvPr>
          <p:cNvSpPr/>
          <p:nvPr/>
        </p:nvSpPr>
        <p:spPr>
          <a:xfrm>
            <a:off x="8132831" y="529968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CE169F-2B68-2511-BDFB-B4706E538301}"/>
              </a:ext>
            </a:extLst>
          </p:cNvPr>
          <p:cNvGrpSpPr/>
          <p:nvPr/>
        </p:nvGrpSpPr>
        <p:grpSpPr>
          <a:xfrm>
            <a:off x="8509536" y="2361319"/>
            <a:ext cx="1269654" cy="252577"/>
            <a:chOff x="8363497" y="1823453"/>
            <a:chExt cx="1269654" cy="252577"/>
          </a:xfrm>
        </p:grpSpPr>
        <p:sp>
          <p:nvSpPr>
            <p:cNvPr id="26" name="Text Box">
              <a:extLst>
                <a:ext uri="{FF2B5EF4-FFF2-40B4-BE49-F238E27FC236}">
                  <a16:creationId xmlns:a16="http://schemas.microsoft.com/office/drawing/2014/main" id="{BBA723F7-9021-9FDD-9767-54324DDC5F51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" name="Chevron Down">
              <a:extLst>
                <a:ext uri="{FF2B5EF4-FFF2-40B4-BE49-F238E27FC236}">
                  <a16:creationId xmlns:a16="http://schemas.microsoft.com/office/drawing/2014/main" id="{C3EA5ADD-C13D-C9FB-4DE2-A84A93F5F0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" name="TextBox 30">
              <a:extLst>
                <a:ext uri="{FF2B5EF4-FFF2-40B4-BE49-F238E27FC236}">
                  <a16:creationId xmlns:a16="http://schemas.microsoft.com/office/drawing/2014/main" id="{14E2C219-4BA5-04CF-756A-91EF936C5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30" name="TextBox 30">
              <a:extLst>
                <a:ext uri="{FF2B5EF4-FFF2-40B4-BE49-F238E27FC236}">
                  <a16:creationId xmlns:a16="http://schemas.microsoft.com/office/drawing/2014/main" id="{26162D94-285C-7DCD-45E8-A58A23A833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pic>
        <p:nvPicPr>
          <p:cNvPr id="31" name="그림 30">
            <a:extLst>
              <a:ext uri="{FF2B5EF4-FFF2-40B4-BE49-F238E27FC236}">
                <a16:creationId xmlns:a16="http://schemas.microsoft.com/office/drawing/2014/main" id="{4D17E683-525B-5131-EA58-178D5E655A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16738" y="2360814"/>
            <a:ext cx="1047750" cy="228600"/>
          </a:xfrm>
          <a:prstGeom prst="rect">
            <a:avLst/>
          </a:prstGeom>
        </p:spPr>
      </p:pic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CF97D91-59A8-2B60-E581-247EFBEF3B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6799637"/>
              </p:ext>
            </p:extLst>
          </p:nvPr>
        </p:nvGraphicFramePr>
        <p:xfrm>
          <a:off x="9693985" y="295164"/>
          <a:ext cx="2498015" cy="408582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공간 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공간 등록 및 수정할 수 있는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공간명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복사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복사하기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spc="0" normalizeH="0" baseline="0" noProof="0" dirty="0" err="1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복사하시겠습니까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표출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제일 상단으로 리스트를 생성됨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" name="그룹 8">
            <a:extLst>
              <a:ext uri="{FF2B5EF4-FFF2-40B4-BE49-F238E27FC236}">
                <a16:creationId xmlns:a16="http://schemas.microsoft.com/office/drawing/2014/main" id="{4AF60314-AC70-C9BF-6F61-A24BC8562C24}"/>
              </a:ext>
            </a:extLst>
          </p:cNvPr>
          <p:cNvGrpSpPr/>
          <p:nvPr/>
        </p:nvGrpSpPr>
        <p:grpSpPr>
          <a:xfrm>
            <a:off x="8249823" y="3179122"/>
            <a:ext cx="1303656" cy="249878"/>
            <a:chOff x="8103065" y="3245809"/>
            <a:chExt cx="1303656" cy="249878"/>
          </a:xfrm>
        </p:grpSpPr>
        <p:sp>
          <p:nvSpPr>
            <p:cNvPr id="22" name="Button">
              <a:extLst>
                <a:ext uri="{FF2B5EF4-FFF2-40B4-BE49-F238E27FC236}">
                  <a16:creationId xmlns:a16="http://schemas.microsoft.com/office/drawing/2014/main" id="{756218A6-DEA6-CA08-02D6-ED8B1DD06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Button">
              <a:extLst>
                <a:ext uri="{FF2B5EF4-FFF2-40B4-BE49-F238E27FC236}">
                  <a16:creationId xmlns:a16="http://schemas.microsoft.com/office/drawing/2014/main" id="{A46E863C-8E40-BD85-84AA-E01C800CC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D236AF52-DDF1-0B2B-A4B5-3F67CBB89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86ED977A-4AA3-ABE7-5337-F7D653557274}"/>
              </a:ext>
            </a:extLst>
          </p:cNvPr>
          <p:cNvGrpSpPr/>
          <p:nvPr/>
        </p:nvGrpSpPr>
        <p:grpSpPr>
          <a:xfrm>
            <a:off x="8245607" y="3636414"/>
            <a:ext cx="1303656" cy="249878"/>
            <a:chOff x="8103065" y="3245809"/>
            <a:chExt cx="1303656" cy="249878"/>
          </a:xfrm>
        </p:grpSpPr>
        <p:sp>
          <p:nvSpPr>
            <p:cNvPr id="35" name="Button">
              <a:extLst>
                <a:ext uri="{FF2B5EF4-FFF2-40B4-BE49-F238E27FC236}">
                  <a16:creationId xmlns:a16="http://schemas.microsoft.com/office/drawing/2014/main" id="{4EC51081-72DC-405E-D429-EBE4BE98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Button">
              <a:extLst>
                <a:ext uri="{FF2B5EF4-FFF2-40B4-BE49-F238E27FC236}">
                  <a16:creationId xmlns:a16="http://schemas.microsoft.com/office/drawing/2014/main" id="{962CE0DC-D210-B376-95BE-166C7CA5D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Button">
              <a:extLst>
                <a:ext uri="{FF2B5EF4-FFF2-40B4-BE49-F238E27FC236}">
                  <a16:creationId xmlns:a16="http://schemas.microsoft.com/office/drawing/2014/main" id="{39397D0B-552A-3BAA-69B6-2DA8D9432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C39544A-9DD6-167F-2A7A-0E6467780938}"/>
              </a:ext>
            </a:extLst>
          </p:cNvPr>
          <p:cNvGrpSpPr/>
          <p:nvPr/>
        </p:nvGrpSpPr>
        <p:grpSpPr>
          <a:xfrm>
            <a:off x="8245607" y="4100348"/>
            <a:ext cx="1303656" cy="249878"/>
            <a:chOff x="8103065" y="3245809"/>
            <a:chExt cx="1303656" cy="249878"/>
          </a:xfrm>
        </p:grpSpPr>
        <p:sp>
          <p:nvSpPr>
            <p:cNvPr id="39" name="Button">
              <a:extLst>
                <a:ext uri="{FF2B5EF4-FFF2-40B4-BE49-F238E27FC236}">
                  <a16:creationId xmlns:a16="http://schemas.microsoft.com/office/drawing/2014/main" id="{C09ACEEC-A799-D761-0ADD-6B42F1841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Button">
              <a:extLst>
                <a:ext uri="{FF2B5EF4-FFF2-40B4-BE49-F238E27FC236}">
                  <a16:creationId xmlns:a16="http://schemas.microsoft.com/office/drawing/2014/main" id="{1587ECF9-9980-C071-3293-31DF9CC0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Button">
              <a:extLst>
                <a:ext uri="{FF2B5EF4-FFF2-40B4-BE49-F238E27FC236}">
                  <a16:creationId xmlns:a16="http://schemas.microsoft.com/office/drawing/2014/main" id="{B1DD540A-4382-A915-95ED-844665DA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FC228C3D-531D-425D-9A89-D9DA72CE2D86}"/>
              </a:ext>
            </a:extLst>
          </p:cNvPr>
          <p:cNvGrpSpPr/>
          <p:nvPr/>
        </p:nvGrpSpPr>
        <p:grpSpPr>
          <a:xfrm>
            <a:off x="8245607" y="4552375"/>
            <a:ext cx="1303656" cy="249878"/>
            <a:chOff x="8103065" y="3245809"/>
            <a:chExt cx="1303656" cy="249878"/>
          </a:xfrm>
        </p:grpSpPr>
        <p:sp>
          <p:nvSpPr>
            <p:cNvPr id="46" name="Button">
              <a:extLst>
                <a:ext uri="{FF2B5EF4-FFF2-40B4-BE49-F238E27FC236}">
                  <a16:creationId xmlns:a16="http://schemas.microsoft.com/office/drawing/2014/main" id="{B00541CF-AFFB-E861-9047-EC71246D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Button">
              <a:extLst>
                <a:ext uri="{FF2B5EF4-FFF2-40B4-BE49-F238E27FC236}">
                  <a16:creationId xmlns:a16="http://schemas.microsoft.com/office/drawing/2014/main" id="{D83AC5F0-AB0A-7075-451F-139AC7F8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Button">
              <a:extLst>
                <a:ext uri="{FF2B5EF4-FFF2-40B4-BE49-F238E27FC236}">
                  <a16:creationId xmlns:a16="http://schemas.microsoft.com/office/drawing/2014/main" id="{B6C51FFB-5B23-BF51-0CA0-C3BAAECB5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1C8BD67D-BE5C-D43A-5F23-DCFBFBABA8C8}"/>
              </a:ext>
            </a:extLst>
          </p:cNvPr>
          <p:cNvGrpSpPr/>
          <p:nvPr/>
        </p:nvGrpSpPr>
        <p:grpSpPr>
          <a:xfrm>
            <a:off x="8245607" y="5016162"/>
            <a:ext cx="1303656" cy="249878"/>
            <a:chOff x="8103065" y="3245809"/>
            <a:chExt cx="1303656" cy="249878"/>
          </a:xfrm>
        </p:grpSpPr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45C2B6A8-1DBE-F4A3-BDDB-C213523D3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Button">
              <a:extLst>
                <a:ext uri="{FF2B5EF4-FFF2-40B4-BE49-F238E27FC236}">
                  <a16:creationId xmlns:a16="http://schemas.microsoft.com/office/drawing/2014/main" id="{8662627F-2763-355F-037F-A73CD4CF8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Button">
              <a:extLst>
                <a:ext uri="{FF2B5EF4-FFF2-40B4-BE49-F238E27FC236}">
                  <a16:creationId xmlns:a16="http://schemas.microsoft.com/office/drawing/2014/main" id="{B8283ACA-9B4D-34ED-A8A4-B61A4331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4251264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1D0324-0DA0-18D5-31B9-037AC98FAC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34E6626-E1DF-0FEB-BEDC-3FDCEF8918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0576089"/>
              </p:ext>
            </p:extLst>
          </p:nvPr>
        </p:nvGraphicFramePr>
        <p:xfrm>
          <a:off x="9693985" y="295164"/>
          <a:ext cx="2498015" cy="5501099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공간을 신규등록 및 등록된 공간을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공간등록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대여료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&lt;text&gt;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이용등급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등급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 :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 초급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중급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고급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정원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기간을 기준으로 우선적으로 사용자페이지에 노출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노출 여부 설정 필요 시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선택 시 신청시간에 해당하더라도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미노출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처리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사용자 페이지에서 썸네일로 노출됨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이미지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첨부한 순서대로 슬라이드로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보여짐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삭제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이미지를 삭제 기능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순번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보여지는 순서를 작성하여 순서를 지정하는 기능입니다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412456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등록일로부터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45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이내까지만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084049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98852A2-80C0-6599-8E5A-2DABFB9515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27716"/>
              </p:ext>
            </p:extLst>
          </p:nvPr>
        </p:nvGraphicFramePr>
        <p:xfrm>
          <a:off x="610056" y="1252068"/>
          <a:ext cx="7397170" cy="43927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3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3550">
                  <a:extLst>
                    <a:ext uri="{9D8B030D-6E8A-4147-A177-3AD203B41FA5}">
                      <a16:colId xmlns:a16="http://schemas.microsoft.com/office/drawing/2014/main" val="2236403636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공간명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6682960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설명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9722576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대관료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                                        </a:t>
                      </a:r>
                      <a:r>
                        <a:rPr lang="ko-KR" altLang="en-US" sz="800" b="0" dirty="0"/>
                        <a:t>원</a:t>
                      </a:r>
                      <a:r>
                        <a:rPr lang="en-US" altLang="ko-KR" sz="800" b="0" dirty="0"/>
                        <a:t>/ 1</a:t>
                      </a:r>
                      <a:r>
                        <a:rPr lang="ko-KR" altLang="en-US" sz="800" b="0" dirty="0"/>
                        <a:t>시간 기준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970288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이용등급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9161018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정원*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0954609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노출 여부*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8990950"/>
                  </a:ext>
                </a:extLst>
              </a:tr>
              <a:tr h="313768"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이미지*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대표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6917104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이미지</a:t>
                      </a:r>
                      <a:r>
                        <a:rPr lang="en-US" altLang="ko-KR" sz="800" b="0" dirty="0"/>
                        <a:t>1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7317353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이미지</a:t>
                      </a:r>
                      <a:r>
                        <a:rPr lang="en-US" altLang="ko-KR" sz="800" b="0" dirty="0"/>
                        <a:t>2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6242045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이미지</a:t>
                      </a:r>
                      <a:r>
                        <a:rPr lang="en-US" altLang="ko-KR" sz="800" b="0" dirty="0"/>
                        <a:t>3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0656771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이미지</a:t>
                      </a:r>
                      <a:r>
                        <a:rPr lang="en-US" altLang="ko-KR" sz="800" b="0" dirty="0"/>
                        <a:t>4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1247409"/>
                  </a:ext>
                </a:extLst>
              </a:tr>
              <a:tr h="313768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이미지</a:t>
                      </a:r>
                      <a:r>
                        <a:rPr lang="en-US" altLang="ko-KR" sz="800" b="0" dirty="0"/>
                        <a:t>5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7655766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순번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                      </a:t>
                      </a:r>
                      <a:r>
                        <a:rPr lang="ko-KR" altLang="en-US" sz="800" b="0" dirty="0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숫자가 높을수록 위쪽에 정렬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586289"/>
                  </a:ext>
                </a:extLst>
              </a:tr>
              <a:tr h="31376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 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73279"/>
                  </a:ext>
                </a:extLst>
              </a:tr>
            </a:tbl>
          </a:graphicData>
        </a:graphic>
      </p:graphicFrame>
      <p:sp>
        <p:nvSpPr>
          <p:cNvPr id="47" name="Button">
            <a:extLst>
              <a:ext uri="{FF2B5EF4-FFF2-40B4-BE49-F238E27FC236}">
                <a16:creationId xmlns:a16="http://schemas.microsoft.com/office/drawing/2014/main" id="{CCAF25C2-EAED-9F63-E20B-EA7174FA5EC3}"/>
              </a:ext>
            </a:extLst>
          </p:cNvPr>
          <p:cNvSpPr>
            <a:spLocks/>
          </p:cNvSpPr>
          <p:nvPr/>
        </p:nvSpPr>
        <p:spPr bwMode="auto">
          <a:xfrm>
            <a:off x="2193424" y="34721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파일첨부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9A97EC6-2740-8FB9-612A-473506A29002}"/>
              </a:ext>
            </a:extLst>
          </p:cNvPr>
          <p:cNvSpPr/>
          <p:nvPr/>
        </p:nvSpPr>
        <p:spPr>
          <a:xfrm>
            <a:off x="400624" y="1311531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373A31B9-D36D-1E6C-8242-6A64AE0C9305}"/>
              </a:ext>
            </a:extLst>
          </p:cNvPr>
          <p:cNvGrpSpPr/>
          <p:nvPr/>
        </p:nvGrpSpPr>
        <p:grpSpPr>
          <a:xfrm>
            <a:off x="2193424" y="3176150"/>
            <a:ext cx="804046" cy="212366"/>
            <a:chOff x="2180902" y="4444471"/>
            <a:chExt cx="804046" cy="212366"/>
          </a:xfrm>
        </p:grpSpPr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FF20A19D-B887-9BF5-3C00-38741ACDAF48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52" name="Circle">
                <a:extLst>
                  <a:ext uri="{FF2B5EF4-FFF2-40B4-BE49-F238E27FC236}">
                    <a16:creationId xmlns:a16="http://schemas.microsoft.com/office/drawing/2014/main" id="{9615C328-A68C-DB04-6134-FA27E9F9D6BB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3" name="Label">
                <a:extLst>
                  <a:ext uri="{FF2B5EF4-FFF2-40B4-BE49-F238E27FC236}">
                    <a16:creationId xmlns:a16="http://schemas.microsoft.com/office/drawing/2014/main" id="{C59A0FC8-4AD8-0697-471C-92A2A75FE435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4" name="그룹 53">
                <a:extLst>
                  <a:ext uri="{FF2B5EF4-FFF2-40B4-BE49-F238E27FC236}">
                    <a16:creationId xmlns:a16="http://schemas.microsoft.com/office/drawing/2014/main" id="{DBD8A575-140F-7A34-65D4-2597F903280D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55" name="Circle">
                  <a:extLst>
                    <a:ext uri="{FF2B5EF4-FFF2-40B4-BE49-F238E27FC236}">
                      <a16:creationId xmlns:a16="http://schemas.microsoft.com/office/drawing/2014/main" id="{80FBEAF2-5991-CDC9-53F4-89BEFCF26BC2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Check" hidden="1">
                  <a:extLst>
                    <a:ext uri="{FF2B5EF4-FFF2-40B4-BE49-F238E27FC236}">
                      <a16:creationId xmlns:a16="http://schemas.microsoft.com/office/drawing/2014/main" id="{0F844D4B-20F6-4922-4882-DB2109FEA05D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Label">
                  <a:extLst>
                    <a:ext uri="{FF2B5EF4-FFF2-40B4-BE49-F238E27FC236}">
                      <a16:creationId xmlns:a16="http://schemas.microsoft.com/office/drawing/2014/main" id="{CC624277-10FD-F8CB-EB02-243749CFC0A2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51" name="Check">
              <a:extLst>
                <a:ext uri="{FF2B5EF4-FFF2-40B4-BE49-F238E27FC236}">
                  <a16:creationId xmlns:a16="http://schemas.microsoft.com/office/drawing/2014/main" id="{04AD8096-B246-03AE-8F57-9C25298D5FEF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939D5ECF-E393-5F4A-1D04-4B74DBE9A9B5}"/>
              </a:ext>
            </a:extLst>
          </p:cNvPr>
          <p:cNvGrpSpPr/>
          <p:nvPr/>
        </p:nvGrpSpPr>
        <p:grpSpPr>
          <a:xfrm>
            <a:off x="2193425" y="2192731"/>
            <a:ext cx="1016704" cy="241092"/>
            <a:chOff x="2142872" y="1285558"/>
            <a:chExt cx="1016704" cy="241092"/>
          </a:xfrm>
        </p:grpSpPr>
        <p:sp>
          <p:nvSpPr>
            <p:cNvPr id="63" name="Text Box">
              <a:extLst>
                <a:ext uri="{FF2B5EF4-FFF2-40B4-BE49-F238E27FC236}">
                  <a16:creationId xmlns:a16="http://schemas.microsoft.com/office/drawing/2014/main" id="{9B9CBE81-A1BA-CCDE-F5A0-543025CCCA36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D149A6-C7CC-6CCA-B7A4-E929D09D9B4F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98ADDEF-CE35-3F40-69D8-B20DDB5081A7}"/>
              </a:ext>
            </a:extLst>
          </p:cNvPr>
          <p:cNvSpPr/>
          <p:nvPr/>
        </p:nvSpPr>
        <p:spPr>
          <a:xfrm>
            <a:off x="2181109" y="1892910"/>
            <a:ext cx="1476148" cy="21459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5B0AA8BD-83D8-F297-10AC-E2370186E97A}"/>
              </a:ext>
            </a:extLst>
          </p:cNvPr>
          <p:cNvSpPr/>
          <p:nvPr/>
        </p:nvSpPr>
        <p:spPr>
          <a:xfrm>
            <a:off x="2181109" y="1297266"/>
            <a:ext cx="3241667" cy="21500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3140CFAA-5E62-9EE2-92B5-617AACD6A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0319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공간 등록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82248A9-6E39-520F-0A37-D0C2CFC017AE}"/>
              </a:ext>
            </a:extLst>
          </p:cNvPr>
          <p:cNvSpPr txBox="1"/>
          <p:nvPr/>
        </p:nvSpPr>
        <p:spPr>
          <a:xfrm>
            <a:off x="2899339" y="3485196"/>
            <a:ext cx="102629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900" b="0" u="sng" dirty="0">
                <a:solidFill>
                  <a:srgbClr val="0070C0"/>
                </a:solidFill>
              </a:rPr>
              <a:t>첨부파일</a:t>
            </a:r>
            <a:r>
              <a:rPr lang="en-US" altLang="ko-KR" sz="900" b="0" u="sng" dirty="0">
                <a:solidFill>
                  <a:srgbClr val="0070C0"/>
                </a:solidFill>
              </a:rPr>
              <a:t>.jpg</a:t>
            </a:r>
            <a:endParaRPr lang="ko-KR" altLang="en-US" sz="900" b="0" u="sng" dirty="0">
              <a:solidFill>
                <a:srgbClr val="0070C0"/>
              </a:solidFill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AC80CB-42B4-4AC8-A4F3-CD673B41A7AB}"/>
              </a:ext>
            </a:extLst>
          </p:cNvPr>
          <p:cNvGrpSpPr/>
          <p:nvPr/>
        </p:nvGrpSpPr>
        <p:grpSpPr>
          <a:xfrm>
            <a:off x="2193424" y="3779161"/>
            <a:ext cx="1190636" cy="241995"/>
            <a:chOff x="2156100" y="3799294"/>
            <a:chExt cx="1190636" cy="241995"/>
          </a:xfrm>
        </p:grpSpPr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3B7A2A97-3924-9736-8BAF-C98D3CDB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3807360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Button">
              <a:extLst>
                <a:ext uri="{FF2B5EF4-FFF2-40B4-BE49-F238E27FC236}">
                  <a16:creationId xmlns:a16="http://schemas.microsoft.com/office/drawing/2014/main" id="{185A8646-528C-1370-A7B4-D8744604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37992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CD71445-C8C3-D245-B43B-98939CC535E4}"/>
              </a:ext>
            </a:extLst>
          </p:cNvPr>
          <p:cNvGrpSpPr/>
          <p:nvPr/>
        </p:nvGrpSpPr>
        <p:grpSpPr>
          <a:xfrm>
            <a:off x="2193424" y="2502977"/>
            <a:ext cx="1016704" cy="241092"/>
            <a:chOff x="2142872" y="1285558"/>
            <a:chExt cx="1016704" cy="241092"/>
          </a:xfrm>
        </p:grpSpPr>
        <p:sp>
          <p:nvSpPr>
            <p:cNvPr id="75" name="Text Box">
              <a:extLst>
                <a:ext uri="{FF2B5EF4-FFF2-40B4-BE49-F238E27FC236}">
                  <a16:creationId xmlns:a16="http://schemas.microsoft.com/office/drawing/2014/main" id="{21EB87F2-B176-A401-D9ED-5043E2E32F53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2DB46B-C871-9F0A-89B6-7A50469A4CE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92E524FB-888D-E709-0154-70C9DEB1FA3B}"/>
              </a:ext>
            </a:extLst>
          </p:cNvPr>
          <p:cNvGrpSpPr/>
          <p:nvPr/>
        </p:nvGrpSpPr>
        <p:grpSpPr>
          <a:xfrm>
            <a:off x="2193424" y="4085773"/>
            <a:ext cx="1190636" cy="241995"/>
            <a:chOff x="2156100" y="4105906"/>
            <a:chExt cx="1190636" cy="241995"/>
          </a:xfrm>
        </p:grpSpPr>
        <p:sp>
          <p:nvSpPr>
            <p:cNvPr id="78" name="Button">
              <a:extLst>
                <a:ext uri="{FF2B5EF4-FFF2-40B4-BE49-F238E27FC236}">
                  <a16:creationId xmlns:a16="http://schemas.microsoft.com/office/drawing/2014/main" id="{2D9B9E39-FB93-6EE9-20F6-4E695A2C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9" name="Button">
              <a:extLst>
                <a:ext uri="{FF2B5EF4-FFF2-40B4-BE49-F238E27FC236}">
                  <a16:creationId xmlns:a16="http://schemas.microsoft.com/office/drawing/2014/main" id="{B4A71B65-1249-898A-1E2F-AAB2D0FFB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64A38249-908C-B2B5-E9DA-67D4518F6F3E}"/>
              </a:ext>
            </a:extLst>
          </p:cNvPr>
          <p:cNvGrpSpPr/>
          <p:nvPr/>
        </p:nvGrpSpPr>
        <p:grpSpPr>
          <a:xfrm>
            <a:off x="2193424" y="4403804"/>
            <a:ext cx="1190636" cy="241995"/>
            <a:chOff x="2156100" y="4105906"/>
            <a:chExt cx="1190636" cy="241995"/>
          </a:xfrm>
        </p:grpSpPr>
        <p:sp>
          <p:nvSpPr>
            <p:cNvPr id="81" name="Button">
              <a:extLst>
                <a:ext uri="{FF2B5EF4-FFF2-40B4-BE49-F238E27FC236}">
                  <a16:creationId xmlns:a16="http://schemas.microsoft.com/office/drawing/2014/main" id="{38E146FB-FB91-23B0-1E5F-1943099B5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Button">
              <a:extLst>
                <a:ext uri="{FF2B5EF4-FFF2-40B4-BE49-F238E27FC236}">
                  <a16:creationId xmlns:a16="http://schemas.microsoft.com/office/drawing/2014/main" id="{D2040C5F-FB8A-93CC-D508-2D9D0084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281E57ED-F8C1-E2B1-3417-2D0DEACF93C2}"/>
              </a:ext>
            </a:extLst>
          </p:cNvPr>
          <p:cNvGrpSpPr/>
          <p:nvPr/>
        </p:nvGrpSpPr>
        <p:grpSpPr>
          <a:xfrm>
            <a:off x="2193424" y="4711176"/>
            <a:ext cx="1190636" cy="241995"/>
            <a:chOff x="2156100" y="4105906"/>
            <a:chExt cx="1190636" cy="241995"/>
          </a:xfrm>
        </p:grpSpPr>
        <p:sp>
          <p:nvSpPr>
            <p:cNvPr id="84" name="Button">
              <a:extLst>
                <a:ext uri="{FF2B5EF4-FFF2-40B4-BE49-F238E27FC236}">
                  <a16:creationId xmlns:a16="http://schemas.microsoft.com/office/drawing/2014/main" id="{63C0FFEB-EFD6-3C4E-83E7-37E0D85F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100" y="4113972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파일첨부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5" name="Button">
              <a:extLst>
                <a:ext uri="{FF2B5EF4-FFF2-40B4-BE49-F238E27FC236}">
                  <a16:creationId xmlns:a16="http://schemas.microsoft.com/office/drawing/2014/main" id="{FB8E4176-BFC7-6C7A-0290-81D13B78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183" y="410590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F529F6F-B65B-3872-004E-A3B9CD2C41E7}"/>
              </a:ext>
            </a:extLst>
          </p:cNvPr>
          <p:cNvSpPr/>
          <p:nvPr/>
        </p:nvSpPr>
        <p:spPr>
          <a:xfrm>
            <a:off x="2173751" y="5041262"/>
            <a:ext cx="804045" cy="214593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1295FA1-4A99-06B6-652F-5FDF27C0523C}"/>
              </a:ext>
            </a:extLst>
          </p:cNvPr>
          <p:cNvSpPr/>
          <p:nvPr/>
        </p:nvSpPr>
        <p:spPr>
          <a:xfrm>
            <a:off x="400624" y="2852754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2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A06CE9E-7816-CC2C-8221-352FCDB471E0}"/>
              </a:ext>
            </a:extLst>
          </p:cNvPr>
          <p:cNvSpPr/>
          <p:nvPr/>
        </p:nvSpPr>
        <p:spPr>
          <a:xfrm>
            <a:off x="400624" y="3699548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3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8" name="TextBox 30">
            <a:extLst>
              <a:ext uri="{FF2B5EF4-FFF2-40B4-BE49-F238E27FC236}">
                <a16:creationId xmlns:a16="http://schemas.microsoft.com/office/drawing/2014/main" id="{9FE4BE0E-7C66-5501-48E9-E686FB985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공간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공간 리스트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FC4C7C5-BA9E-BD7C-9F99-987794F8025C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공간 리스트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 (1/1)</a:t>
            </a:r>
            <a:endParaRPr lang="ko-KR" altLang="en-US" sz="900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459C9-A9A8-89BD-B2E0-1688EE8FC812}"/>
              </a:ext>
            </a:extLst>
          </p:cNvPr>
          <p:cNvSpPr/>
          <p:nvPr/>
        </p:nvSpPr>
        <p:spPr>
          <a:xfrm>
            <a:off x="427495" y="5057904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5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064E6DA-496C-0886-4F4F-3A551B337BD3}"/>
              </a:ext>
            </a:extLst>
          </p:cNvPr>
          <p:cNvSpPr/>
          <p:nvPr/>
        </p:nvSpPr>
        <p:spPr>
          <a:xfrm>
            <a:off x="400624" y="4703830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4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B408253-5835-9434-BBF9-BAF54727A182}"/>
              </a:ext>
            </a:extLst>
          </p:cNvPr>
          <p:cNvGrpSpPr/>
          <p:nvPr/>
        </p:nvGrpSpPr>
        <p:grpSpPr>
          <a:xfrm>
            <a:off x="2193423" y="2843615"/>
            <a:ext cx="1510731" cy="241092"/>
            <a:chOff x="2142872" y="1285558"/>
            <a:chExt cx="1016704" cy="241092"/>
          </a:xfrm>
        </p:grpSpPr>
        <p:sp>
          <p:nvSpPr>
            <p:cNvPr id="23" name="Text Box">
              <a:extLst>
                <a:ext uri="{FF2B5EF4-FFF2-40B4-BE49-F238E27FC236}">
                  <a16:creationId xmlns:a16="http://schemas.microsoft.com/office/drawing/2014/main" id="{0D3F0242-33EC-7DE7-937A-DCE0AF966776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D5D7F6F-7F44-354F-5E20-368A430956C9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" name="TextBox 30">
            <a:extLst>
              <a:ext uri="{FF2B5EF4-FFF2-40B4-BE49-F238E27FC236}">
                <a16:creationId xmlns:a16="http://schemas.microsoft.com/office/drawing/2014/main" id="{1709C817-ED1D-5F9B-593F-069D3B6C3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9368" y="2843615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AE6135C-E440-6D70-DC18-F348BF90AD45}"/>
              </a:ext>
            </a:extLst>
          </p:cNvPr>
          <p:cNvGrpSpPr/>
          <p:nvPr/>
        </p:nvGrpSpPr>
        <p:grpSpPr>
          <a:xfrm>
            <a:off x="4085388" y="2836371"/>
            <a:ext cx="1510731" cy="241092"/>
            <a:chOff x="2142872" y="1285558"/>
            <a:chExt cx="1016704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D4B897DE-22F3-5FB7-F5EE-F6D3E9DB008A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0F2BE9-5B3F-C257-AB26-4A22DD7692F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EAB725-1F62-98A5-A23B-2C0ED77A6B4A}"/>
              </a:ext>
            </a:extLst>
          </p:cNvPr>
          <p:cNvSpPr/>
          <p:nvPr/>
        </p:nvSpPr>
        <p:spPr>
          <a:xfrm>
            <a:off x="2168534" y="1589436"/>
            <a:ext cx="5673716" cy="21500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00571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71999A-2D1D-FE07-7340-C075E25D18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Button">
            <a:extLst>
              <a:ext uri="{FF2B5EF4-FFF2-40B4-BE49-F238E27FC236}">
                <a16:creationId xmlns:a16="http://schemas.microsoft.com/office/drawing/2014/main" id="{78A5C0C1-8AD3-5BCB-2628-FD21B9420609}"/>
              </a:ext>
            </a:extLst>
          </p:cNvPr>
          <p:cNvSpPr>
            <a:spLocks/>
          </p:cNvSpPr>
          <p:nvPr/>
        </p:nvSpPr>
        <p:spPr bwMode="auto">
          <a:xfrm>
            <a:off x="6520063" y="507476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Button">
            <a:extLst>
              <a:ext uri="{FF2B5EF4-FFF2-40B4-BE49-F238E27FC236}">
                <a16:creationId xmlns:a16="http://schemas.microsoft.com/office/drawing/2014/main" id="{A43C015C-00AC-6AFB-7BD7-88021111E109}"/>
              </a:ext>
            </a:extLst>
          </p:cNvPr>
          <p:cNvSpPr>
            <a:spLocks/>
          </p:cNvSpPr>
          <p:nvPr/>
        </p:nvSpPr>
        <p:spPr bwMode="auto">
          <a:xfrm>
            <a:off x="7325013" y="507476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Button">
            <a:extLst>
              <a:ext uri="{FF2B5EF4-FFF2-40B4-BE49-F238E27FC236}">
                <a16:creationId xmlns:a16="http://schemas.microsoft.com/office/drawing/2014/main" id="{562FCF88-300B-BE15-8313-C48BBA6EBDAD}"/>
              </a:ext>
            </a:extLst>
          </p:cNvPr>
          <p:cNvSpPr>
            <a:spLocks/>
          </p:cNvSpPr>
          <p:nvPr/>
        </p:nvSpPr>
        <p:spPr bwMode="auto">
          <a:xfrm>
            <a:off x="610056" y="506951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28C2F19B-C5C1-B203-A9FD-8C8FF4C403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1511645"/>
              </p:ext>
            </p:extLst>
          </p:nvPr>
        </p:nvGraphicFramePr>
        <p:xfrm>
          <a:off x="610056" y="941515"/>
          <a:ext cx="7397170" cy="40547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51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이용안내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1351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상세정보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065342"/>
                  </a:ext>
                </a:extLst>
              </a:tr>
              <a:tr h="1351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유의사항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5047238"/>
                  </a:ext>
                </a:extLst>
              </a:tr>
            </a:tbl>
          </a:graphicData>
        </a:graphic>
      </p:graphicFrame>
      <p:sp>
        <p:nvSpPr>
          <p:cNvPr id="60" name="Panel">
            <a:extLst>
              <a:ext uri="{FF2B5EF4-FFF2-40B4-BE49-F238E27FC236}">
                <a16:creationId xmlns:a16="http://schemas.microsoft.com/office/drawing/2014/main" id="{57B01632-C38A-D5C8-1096-9495B0ABB2D1}"/>
              </a:ext>
            </a:extLst>
          </p:cNvPr>
          <p:cNvSpPr/>
          <p:nvPr/>
        </p:nvSpPr>
        <p:spPr>
          <a:xfrm>
            <a:off x="2198451" y="1029753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61" name="그림 60">
            <a:extLst>
              <a:ext uri="{FF2B5EF4-FFF2-40B4-BE49-F238E27FC236}">
                <a16:creationId xmlns:a16="http://schemas.microsoft.com/office/drawing/2014/main" id="{2EF6D476-EE0B-ED6C-BE1F-67388B7DDE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04990" y="1047004"/>
            <a:ext cx="5714789" cy="311939"/>
          </a:xfrm>
          <a:prstGeom prst="rect">
            <a:avLst/>
          </a:prstGeom>
        </p:spPr>
      </p:pic>
      <p:sp>
        <p:nvSpPr>
          <p:cNvPr id="62" name="Panel">
            <a:extLst>
              <a:ext uri="{FF2B5EF4-FFF2-40B4-BE49-F238E27FC236}">
                <a16:creationId xmlns:a16="http://schemas.microsoft.com/office/drawing/2014/main" id="{B1494948-C1C4-8E35-7D03-4A36D2CEE19D}"/>
              </a:ext>
            </a:extLst>
          </p:cNvPr>
          <p:cNvSpPr/>
          <p:nvPr/>
        </p:nvSpPr>
        <p:spPr>
          <a:xfrm>
            <a:off x="2204990" y="2375893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63" name="그림 62">
            <a:extLst>
              <a:ext uri="{FF2B5EF4-FFF2-40B4-BE49-F238E27FC236}">
                <a16:creationId xmlns:a16="http://schemas.microsoft.com/office/drawing/2014/main" id="{3BB2EEF8-C762-EDC8-A591-115C86398F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18068" y="2393144"/>
            <a:ext cx="5708250" cy="311939"/>
          </a:xfrm>
          <a:prstGeom prst="rect">
            <a:avLst/>
          </a:prstGeom>
        </p:spPr>
      </p:pic>
      <p:sp>
        <p:nvSpPr>
          <p:cNvPr id="64" name="Panel">
            <a:extLst>
              <a:ext uri="{FF2B5EF4-FFF2-40B4-BE49-F238E27FC236}">
                <a16:creationId xmlns:a16="http://schemas.microsoft.com/office/drawing/2014/main" id="{EC1E6BDB-E2CF-0AA6-5AB3-2B33C7129DBC}"/>
              </a:ext>
            </a:extLst>
          </p:cNvPr>
          <p:cNvSpPr/>
          <p:nvPr/>
        </p:nvSpPr>
        <p:spPr>
          <a:xfrm>
            <a:off x="2211529" y="3727047"/>
            <a:ext cx="5721328" cy="116998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055CD485-391B-A650-C0B4-A0CEE8B6F4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18068" y="3744298"/>
            <a:ext cx="5714789" cy="311939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49E496AE-01B0-2D9F-D107-1D4D75E9AE24}"/>
              </a:ext>
            </a:extLst>
          </p:cNvPr>
          <p:cNvSpPr/>
          <p:nvPr/>
        </p:nvSpPr>
        <p:spPr>
          <a:xfrm>
            <a:off x="610056" y="4899862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5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E7F624-8010-4F37-2CD9-B06248F5D924}"/>
              </a:ext>
            </a:extLst>
          </p:cNvPr>
          <p:cNvSpPr/>
          <p:nvPr/>
        </p:nvSpPr>
        <p:spPr>
          <a:xfrm>
            <a:off x="7124169" y="4887677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6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A9564EAF-0C51-FEBD-1607-66569A8110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575577"/>
              </p:ext>
            </p:extLst>
          </p:nvPr>
        </p:nvGraphicFramePr>
        <p:xfrm>
          <a:off x="9696037" y="291622"/>
          <a:ext cx="2498015" cy="23719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공간을 신규등록 및 등록된 공간을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5. </a:t>
                      </a:r>
                      <a:r>
                        <a:rPr lang="ko-KR" altLang="en-US" sz="800" b="1" dirty="0"/>
                        <a:t>목록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097747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6. </a:t>
                      </a:r>
                      <a:r>
                        <a:rPr lang="ko-KR" altLang="en-US" sz="800" b="1" dirty="0"/>
                        <a:t>저장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취소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등록 후 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3248365"/>
                  </a:ext>
                </a:extLst>
              </a:tr>
            </a:tbl>
          </a:graphicData>
        </a:graphic>
      </p:graphicFrame>
      <p:sp>
        <p:nvSpPr>
          <p:cNvPr id="2" name="TextBox 30">
            <a:extLst>
              <a:ext uri="{FF2B5EF4-FFF2-40B4-BE49-F238E27FC236}">
                <a16:creationId xmlns:a16="http://schemas.microsoft.com/office/drawing/2014/main" id="{619A157C-2F13-90B7-1D59-613C6E9324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공간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공간 리스트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9C28A50-6986-D684-9A86-6382FE0EF43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공간 리스트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 (1/2)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101554688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162F676-3688-458E-B720-A203BE2DD7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51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08.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상영회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949238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78D645-FA6C-F5D7-F33E-DEA069FD1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2C4BFC09-A12F-6E95-7292-B163DF1DD08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상영회 신청자 리스트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3BFED945-1860-00EE-7F7A-311ED950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상영회관리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상영회 신청자 리스트</a:t>
            </a:r>
            <a:endParaRPr lang="en-US" altLang="ko-KR" sz="9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5DDCA64-5E38-0A3A-EBC5-1E2E3AF3F9B0}"/>
              </a:ext>
            </a:extLst>
          </p:cNvPr>
          <p:cNvSpPr txBox="1"/>
          <p:nvPr/>
        </p:nvSpPr>
        <p:spPr>
          <a:xfrm>
            <a:off x="-6954" y="2675207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C9FE9D9D-D28D-AD48-D612-82DA13C88B55}"/>
              </a:ext>
            </a:extLst>
          </p:cNvPr>
          <p:cNvGrpSpPr/>
          <p:nvPr/>
        </p:nvGrpSpPr>
        <p:grpSpPr>
          <a:xfrm>
            <a:off x="8492668" y="2556068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CE0EC037-053B-14B1-E8E7-6957AFF2363A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49161560-3038-BCB0-B5CD-370D45A3F0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49FC6D22-9D05-75A4-37E5-557523E28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4EFF2774-B72D-1BC2-59B5-BC1D8370D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2AA2E4B-8DD2-0ED4-85E0-85A41B8D7E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1157555"/>
              </p:ext>
            </p:extLst>
          </p:nvPr>
        </p:nvGraphicFramePr>
        <p:xfrm>
          <a:off x="59207" y="2401677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BC82F91D-76A2-05BA-76CE-047B0A2FE1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6478939"/>
              </p:ext>
            </p:extLst>
          </p:nvPr>
        </p:nvGraphicFramePr>
        <p:xfrm>
          <a:off x="2364769" y="2392799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대기자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6306C2EE-76D0-1999-0494-AE15D2F305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1873696"/>
              </p:ext>
            </p:extLst>
          </p:nvPr>
        </p:nvGraphicFramePr>
        <p:xfrm>
          <a:off x="3491699" y="2392799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B4192383-15E9-5520-61D5-5F976D5D15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993317"/>
              </p:ext>
            </p:extLst>
          </p:nvPr>
        </p:nvGraphicFramePr>
        <p:xfrm>
          <a:off x="1172619" y="2401677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신청완료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pic>
        <p:nvPicPr>
          <p:cNvPr id="39" name="그림 38">
            <a:extLst>
              <a:ext uri="{FF2B5EF4-FFF2-40B4-BE49-F238E27FC236}">
                <a16:creationId xmlns:a16="http://schemas.microsoft.com/office/drawing/2014/main" id="{8D71B838-0A53-A073-2C7F-278DF9AB77A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26677" y="2567164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0E60C212-0C61-DCEB-65ED-B52E331C3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6206332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B38ED1-7EB6-4714-4B96-D76FBF34C842}"/>
              </a:ext>
            </a:extLst>
          </p:cNvPr>
          <p:cNvSpPr/>
          <p:nvPr/>
        </p:nvSpPr>
        <p:spPr>
          <a:xfrm>
            <a:off x="1172619" y="62122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9FBC4155-6690-D483-EE59-F1FCE940AF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460087"/>
              </p:ext>
            </p:extLst>
          </p:nvPr>
        </p:nvGraphicFramePr>
        <p:xfrm>
          <a:off x="64808" y="815213"/>
          <a:ext cx="6189688" cy="9657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회원 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38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26FE7A9F-CE63-9D3A-36D7-34B2F6A59FB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853457"/>
            <a:ext cx="1202158" cy="241092"/>
            <a:chOff x="619164" y="1510606"/>
            <a:chExt cx="1202158" cy="241092"/>
          </a:xfrm>
          <a:solidFill>
            <a:srgbClr val="FFFFFF"/>
          </a:solidFill>
        </p:grpSpPr>
        <p:sp>
          <p:nvSpPr>
            <p:cNvPr id="55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290C0DB-95BD-BCBB-E3DC-3DB1DC468FA7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619164" y="151060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514FBB5-C9E0-3EDA-ECA8-FB6B955D29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7" name="Text Box">
            <a:extLst>
              <a:ext uri="{FF2B5EF4-FFF2-40B4-BE49-F238E27FC236}">
                <a16:creationId xmlns:a16="http://schemas.microsoft.com/office/drawing/2014/main" id="{1F7128AA-142E-82CF-4F93-C0B174F6B83D}"/>
              </a:ext>
            </a:extLst>
          </p:cNvPr>
          <p:cNvSpPr/>
          <p:nvPr/>
        </p:nvSpPr>
        <p:spPr>
          <a:xfrm>
            <a:off x="2681167" y="1503440"/>
            <a:ext cx="2401616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B3868BD-30A3-F9B1-E66B-FCC14CF2AA96}"/>
              </a:ext>
            </a:extLst>
          </p:cNvPr>
          <p:cNvGrpSpPr/>
          <p:nvPr/>
        </p:nvGrpSpPr>
        <p:grpSpPr>
          <a:xfrm>
            <a:off x="1587029" y="1503209"/>
            <a:ext cx="1057305" cy="241092"/>
            <a:chOff x="1644613" y="1688753"/>
            <a:chExt cx="1057305" cy="241092"/>
          </a:xfrm>
        </p:grpSpPr>
        <p:sp>
          <p:nvSpPr>
            <p:cNvPr id="89" name="Text Box">
              <a:extLst>
                <a:ext uri="{FF2B5EF4-FFF2-40B4-BE49-F238E27FC236}">
                  <a16:creationId xmlns:a16="http://schemas.microsoft.com/office/drawing/2014/main" id="{4FDBA37A-9EA4-C9D7-E8DD-C3938A9DB6F8}"/>
                </a:ext>
              </a:extLst>
            </p:cNvPr>
            <p:cNvSpPr/>
            <p:nvPr/>
          </p:nvSpPr>
          <p:spPr>
            <a:xfrm>
              <a:off x="1644613" y="1688753"/>
              <a:ext cx="1057305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6C4BFB4-1CD2-58E6-A517-CFC895DE2BA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2565545" y="1800983"/>
              <a:ext cx="61759" cy="25732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CA782C29-EE03-D85A-F6C9-1705FFDFBEE1}"/>
              </a:ext>
            </a:extLst>
          </p:cNvPr>
          <p:cNvSpPr/>
          <p:nvPr/>
        </p:nvSpPr>
        <p:spPr>
          <a:xfrm>
            <a:off x="5277699" y="840043"/>
            <a:ext cx="932000" cy="9111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3AF2868-68F0-7B66-2628-3C474F282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7174187"/>
              </p:ext>
            </p:extLst>
          </p:nvPr>
        </p:nvGraphicFramePr>
        <p:xfrm>
          <a:off x="59207" y="2890320"/>
          <a:ext cx="9541053" cy="29337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789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1085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537420">
                  <a:extLst>
                    <a:ext uri="{9D8B030D-6E8A-4147-A177-3AD203B41FA5}">
                      <a16:colId xmlns:a16="http://schemas.microsoft.com/office/drawing/2014/main" val="780298808"/>
                    </a:ext>
                  </a:extLst>
                </a:gridCol>
                <a:gridCol w="888137">
                  <a:extLst>
                    <a:ext uri="{9D8B030D-6E8A-4147-A177-3AD203B41FA5}">
                      <a16:colId xmlns:a16="http://schemas.microsoft.com/office/drawing/2014/main" val="1525205412"/>
                    </a:ext>
                  </a:extLst>
                </a:gridCol>
                <a:gridCol w="788161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949910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739947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10777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1131516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751091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77792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61382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006171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54650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접수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상영회명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</a:rPr>
                        <a:t>슈팅걸스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소은이의 무릎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신청대기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슈팅걸스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대기자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슈팅걸스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FE505470-E0D1-27C9-3BF7-5A0C7714F934}"/>
              </a:ext>
            </a:extLst>
          </p:cNvPr>
          <p:cNvGrpSpPr/>
          <p:nvPr/>
        </p:nvGrpSpPr>
        <p:grpSpPr>
          <a:xfrm>
            <a:off x="8729223" y="3638222"/>
            <a:ext cx="831679" cy="222794"/>
            <a:chOff x="8483974" y="2715793"/>
            <a:chExt cx="903358" cy="241996"/>
          </a:xfrm>
        </p:grpSpPr>
        <p:sp>
          <p:nvSpPr>
            <p:cNvPr id="14" name="Button">
              <a:extLst>
                <a:ext uri="{FF2B5EF4-FFF2-40B4-BE49-F238E27FC236}">
                  <a16:creationId xmlns:a16="http://schemas.microsoft.com/office/drawing/2014/main" id="{8D183249-2CC5-721B-8287-C4936D27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246AC62D-4BD5-49AD-4E5A-0A5554F5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78FB51AE-F50B-4D33-9908-3C7F9F086648}"/>
              </a:ext>
            </a:extLst>
          </p:cNvPr>
          <p:cNvGrpSpPr/>
          <p:nvPr/>
        </p:nvGrpSpPr>
        <p:grpSpPr>
          <a:xfrm>
            <a:off x="8729223" y="4321384"/>
            <a:ext cx="831679" cy="222794"/>
            <a:chOff x="8483974" y="2715793"/>
            <a:chExt cx="903358" cy="241996"/>
          </a:xfrm>
        </p:grpSpPr>
        <p:sp>
          <p:nvSpPr>
            <p:cNvPr id="17" name="Button">
              <a:extLst>
                <a:ext uri="{FF2B5EF4-FFF2-40B4-BE49-F238E27FC236}">
                  <a16:creationId xmlns:a16="http://schemas.microsoft.com/office/drawing/2014/main" id="{CD49FA39-B4B8-B577-9232-DEEA2C21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Button">
              <a:extLst>
                <a:ext uri="{FF2B5EF4-FFF2-40B4-BE49-F238E27FC236}">
                  <a16:creationId xmlns:a16="http://schemas.microsoft.com/office/drawing/2014/main" id="{B6464838-8A79-6F7F-2193-681332B4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79471715-BC77-1721-B28C-300D69FB6E14}"/>
              </a:ext>
            </a:extLst>
          </p:cNvPr>
          <p:cNvGrpSpPr/>
          <p:nvPr/>
        </p:nvGrpSpPr>
        <p:grpSpPr>
          <a:xfrm>
            <a:off x="8729223" y="4912129"/>
            <a:ext cx="831679" cy="222794"/>
            <a:chOff x="8483974" y="2715793"/>
            <a:chExt cx="903358" cy="241996"/>
          </a:xfrm>
        </p:grpSpPr>
        <p:sp>
          <p:nvSpPr>
            <p:cNvPr id="20" name="Button">
              <a:extLst>
                <a:ext uri="{FF2B5EF4-FFF2-40B4-BE49-F238E27FC236}">
                  <a16:creationId xmlns:a16="http://schemas.microsoft.com/office/drawing/2014/main" id="{8C2D53A8-8C92-D290-B6A3-9A92B336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Button">
              <a:extLst>
                <a:ext uri="{FF2B5EF4-FFF2-40B4-BE49-F238E27FC236}">
                  <a16:creationId xmlns:a16="http://schemas.microsoft.com/office/drawing/2014/main" id="{9150886C-4ACE-F71A-E697-CE018826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CD05E46-2BD4-6AD4-D2F1-FD9025323551}"/>
              </a:ext>
            </a:extLst>
          </p:cNvPr>
          <p:cNvGrpSpPr/>
          <p:nvPr/>
        </p:nvGrpSpPr>
        <p:grpSpPr>
          <a:xfrm>
            <a:off x="8729223" y="5452340"/>
            <a:ext cx="831679" cy="222794"/>
            <a:chOff x="8483974" y="2715793"/>
            <a:chExt cx="903358" cy="241996"/>
          </a:xfrm>
        </p:grpSpPr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B62DD354-D76F-4253-10EC-1A33F82C9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Button">
              <a:extLst>
                <a:ext uri="{FF2B5EF4-FFF2-40B4-BE49-F238E27FC236}">
                  <a16:creationId xmlns:a16="http://schemas.microsoft.com/office/drawing/2014/main" id="{27ACA85E-93B8-97A5-FC70-DABF867D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320EE35-E030-2405-E26D-56A5FA4E4A0C}"/>
              </a:ext>
            </a:extLst>
          </p:cNvPr>
          <p:cNvSpPr/>
          <p:nvPr/>
        </p:nvSpPr>
        <p:spPr>
          <a:xfrm>
            <a:off x="457455" y="286952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645C2F47-B1A7-CEC0-B6D7-D08736B8C339}"/>
              </a:ext>
            </a:extLst>
          </p:cNvPr>
          <p:cNvGrpSpPr/>
          <p:nvPr/>
        </p:nvGrpSpPr>
        <p:grpSpPr>
          <a:xfrm>
            <a:off x="59207" y="5905286"/>
            <a:ext cx="3597866" cy="225862"/>
            <a:chOff x="147104" y="5976221"/>
            <a:chExt cx="3597866" cy="225862"/>
          </a:xfrm>
        </p:grpSpPr>
        <p:sp>
          <p:nvSpPr>
            <p:cNvPr id="53" name="Button">
              <a:extLst>
                <a:ext uri="{FF2B5EF4-FFF2-40B4-BE49-F238E27FC236}">
                  <a16:creationId xmlns:a16="http://schemas.microsoft.com/office/drawing/2014/main" id="{1828849F-E9D3-4BF4-5DD1-985BF389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04" y="5976221"/>
              <a:ext cx="718783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문자발송</a:t>
              </a:r>
            </a:p>
          </p:txBody>
        </p:sp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F159F484-CBC4-F667-5F61-F2C64891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397" y="5976221"/>
              <a:ext cx="709910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 err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이메일발송</a:t>
              </a:r>
              <a:endPara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AA6E9DB0-B54B-B40F-38A7-81A278C5A087}"/>
                </a:ext>
              </a:extLst>
            </p:cNvPr>
            <p:cNvGrpSpPr/>
            <p:nvPr/>
          </p:nvGrpSpPr>
          <p:grpSpPr>
            <a:xfrm>
              <a:off x="899211" y="5989011"/>
              <a:ext cx="1016704" cy="213072"/>
              <a:chOff x="2183209" y="923183"/>
              <a:chExt cx="1016704" cy="241092"/>
            </a:xfrm>
          </p:grpSpPr>
          <p:sp>
            <p:nvSpPr>
              <p:cNvPr id="61" name="Text Box">
                <a:extLst>
                  <a:ext uri="{FF2B5EF4-FFF2-40B4-BE49-F238E27FC236}">
                    <a16:creationId xmlns:a16="http://schemas.microsoft.com/office/drawing/2014/main" id="{F24EDF08-DD30-7EC1-83D7-28CF5F9D0223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89D0B0B-BEAE-C80D-412D-895D9B657CFF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912470DC-1890-E0A9-2D22-E29E62255514}"/>
                </a:ext>
              </a:extLst>
            </p:cNvPr>
            <p:cNvGrpSpPr/>
            <p:nvPr/>
          </p:nvGrpSpPr>
          <p:grpSpPr>
            <a:xfrm>
              <a:off x="2728266" y="5976221"/>
              <a:ext cx="1016704" cy="213072"/>
              <a:chOff x="2183209" y="923183"/>
              <a:chExt cx="1016704" cy="241092"/>
            </a:xfrm>
          </p:grpSpPr>
          <p:sp>
            <p:nvSpPr>
              <p:cNvPr id="59" name="Text Box">
                <a:extLst>
                  <a:ext uri="{FF2B5EF4-FFF2-40B4-BE49-F238E27FC236}">
                    <a16:creationId xmlns:a16="http://schemas.microsoft.com/office/drawing/2014/main" id="{96790B0B-5499-ED25-61F2-70155EEE6651}"/>
                  </a:ext>
                </a:extLst>
              </p:cNvPr>
              <p:cNvSpPr/>
              <p:nvPr/>
            </p:nvSpPr>
            <p:spPr>
              <a:xfrm>
                <a:off x="2183209" y="923183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F9A86BB-0512-C46F-DDC0-1F63E94E5222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3025885" y="1034115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C3ACB53-5845-6224-42EF-52BB8B13BF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397622"/>
              </p:ext>
            </p:extLst>
          </p:nvPr>
        </p:nvGraphicFramePr>
        <p:xfrm>
          <a:off x="9714624" y="260995"/>
          <a:ext cx="2498015" cy="501960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상영회관리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상영회 신청 목록으로 신청자를 확인할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ko-KR" altLang="en-US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캘린더 보기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상영회 탭으로 정렬 된 캘린더가 팝업으로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7385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NO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'2024-01'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형식으로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 신청자 기준의 번호 부여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해가 바뀌면 연도가 알아서 바뀜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460913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접수번호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상영회별로 부여되는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두자리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숫자로 표기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:01, 02.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61567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5.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이름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회원 이름 클릭 시 상세페이지 이동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상세페이지에서 회원정보를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43499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6.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상영회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 상영회명 클릭 시 상세페이지 이동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상세페이지에서 교육정보를 확인 및 수정이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023690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60E4E7A9-F24E-3841-7897-91ED78EB933A}"/>
              </a:ext>
            </a:extLst>
          </p:cNvPr>
          <p:cNvSpPr txBox="1"/>
          <p:nvPr/>
        </p:nvSpPr>
        <p:spPr>
          <a:xfrm>
            <a:off x="-62145" y="605748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상영회 신청자 리스트</a:t>
            </a:r>
          </a:p>
        </p:txBody>
      </p:sp>
      <p:sp>
        <p:nvSpPr>
          <p:cNvPr id="22" name="Button">
            <a:extLst>
              <a:ext uri="{FF2B5EF4-FFF2-40B4-BE49-F238E27FC236}">
                <a16:creationId xmlns:a16="http://schemas.microsoft.com/office/drawing/2014/main" id="{2BBFF77F-E335-7CEC-ABCE-96008FBC5A87}"/>
              </a:ext>
            </a:extLst>
          </p:cNvPr>
          <p:cNvSpPr>
            <a:spLocks/>
          </p:cNvSpPr>
          <p:nvPr/>
        </p:nvSpPr>
        <p:spPr bwMode="auto">
          <a:xfrm>
            <a:off x="8113207" y="590528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" name="Button">
            <a:extLst>
              <a:ext uri="{FF2B5EF4-FFF2-40B4-BE49-F238E27FC236}">
                <a16:creationId xmlns:a16="http://schemas.microsoft.com/office/drawing/2014/main" id="{158AE65E-11B8-1BB4-364F-D450DA78883F}"/>
              </a:ext>
            </a:extLst>
          </p:cNvPr>
          <p:cNvSpPr/>
          <p:nvPr/>
        </p:nvSpPr>
        <p:spPr>
          <a:xfrm>
            <a:off x="8918269" y="5905286"/>
            <a:ext cx="68199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w="med" len="med"/>
            <a:tailEnd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/>
                <a:cs typeface="Segoe UI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/>
              <a:cs typeface="Segoe UI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FD66FD63-E92B-733B-A03D-2569BCC1A8F4}"/>
              </a:ext>
            </a:extLst>
          </p:cNvPr>
          <p:cNvGrpSpPr/>
          <p:nvPr/>
        </p:nvGrpSpPr>
        <p:grpSpPr>
          <a:xfrm>
            <a:off x="1587029" y="1169262"/>
            <a:ext cx="3415451" cy="259490"/>
            <a:chOff x="1587029" y="1169262"/>
            <a:chExt cx="3415451" cy="259490"/>
          </a:xfrm>
        </p:grpSpPr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20FCB4FE-96AC-8556-1EE4-5C578706F502}"/>
                </a:ext>
              </a:extLst>
            </p:cNvPr>
            <p:cNvGrpSpPr/>
            <p:nvPr/>
          </p:nvGrpSpPr>
          <p:grpSpPr>
            <a:xfrm>
              <a:off x="1587029" y="1179575"/>
              <a:ext cx="1510731" cy="249177"/>
              <a:chOff x="3721459" y="2580430"/>
              <a:chExt cx="1510731" cy="249177"/>
            </a:xfrm>
          </p:grpSpPr>
          <p:sp>
            <p:nvSpPr>
              <p:cNvPr id="85" name="Text Box">
                <a:extLst>
                  <a:ext uri="{FF2B5EF4-FFF2-40B4-BE49-F238E27FC236}">
                    <a16:creationId xmlns:a16="http://schemas.microsoft.com/office/drawing/2014/main" id="{504E635F-C999-F358-124F-C56E31D52696}"/>
                  </a:ext>
                </a:extLst>
              </p:cNvPr>
              <p:cNvSpPr/>
              <p:nvPr/>
            </p:nvSpPr>
            <p:spPr>
              <a:xfrm>
                <a:off x="3721459" y="2580430"/>
                <a:ext cx="1510731" cy="24917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atinLnBrk="1"/>
                <a:r>
                  <a:rPr lang="en-US" altLang="ko-KR" sz="9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2024.04.04</a:t>
                </a:r>
                <a:endParaRPr lang="ko-KR" altLang="en-US" sz="900" u="none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86" name="Calendar">
                <a:extLst>
                  <a:ext uri="{FF2B5EF4-FFF2-40B4-BE49-F238E27FC236}">
                    <a16:creationId xmlns:a16="http://schemas.microsoft.com/office/drawing/2014/main" id="{9D76B7E4-5DD9-A0AF-09B6-663BE360BE4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60595" y="2623714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EF81001D-F74F-0357-051D-3BC8F3FCDA7D}"/>
                </a:ext>
              </a:extLst>
            </p:cNvPr>
            <p:cNvGrpSpPr/>
            <p:nvPr/>
          </p:nvGrpSpPr>
          <p:grpSpPr>
            <a:xfrm>
              <a:off x="3491749" y="1174255"/>
              <a:ext cx="1510731" cy="249177"/>
              <a:chOff x="1846644" y="2900860"/>
              <a:chExt cx="1687736" cy="241092"/>
            </a:xfrm>
          </p:grpSpPr>
          <p:sp>
            <p:nvSpPr>
              <p:cNvPr id="40" name="Text Box">
                <a:extLst>
                  <a:ext uri="{FF2B5EF4-FFF2-40B4-BE49-F238E27FC236}">
                    <a16:creationId xmlns:a16="http://schemas.microsoft.com/office/drawing/2014/main" id="{9A81F302-7076-CC85-BBBC-6E70F1D67852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1" name="Calendar">
                <a:extLst>
                  <a:ext uri="{FF2B5EF4-FFF2-40B4-BE49-F238E27FC236}">
                    <a16:creationId xmlns:a16="http://schemas.microsoft.com/office/drawing/2014/main" id="{9FB1E6B5-8C25-8168-9B22-4FA23E03ADE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" name="TextBox 30">
              <a:extLst>
                <a:ext uri="{FF2B5EF4-FFF2-40B4-BE49-F238E27FC236}">
                  <a16:creationId xmlns:a16="http://schemas.microsoft.com/office/drawing/2014/main" id="{B4F22214-B452-80BA-0544-AC5C2BBA3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5916" y="1169262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45" name="Button">
            <a:extLst>
              <a:ext uri="{FF2B5EF4-FFF2-40B4-BE49-F238E27FC236}">
                <a16:creationId xmlns:a16="http://schemas.microsoft.com/office/drawing/2014/main" id="{C1C7276E-8010-4A44-81AD-452C000CB5AE}"/>
              </a:ext>
            </a:extLst>
          </p:cNvPr>
          <p:cNvSpPr>
            <a:spLocks/>
          </p:cNvSpPr>
          <p:nvPr/>
        </p:nvSpPr>
        <p:spPr bwMode="auto">
          <a:xfrm>
            <a:off x="69105" y="1904007"/>
            <a:ext cx="1297829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캘린더 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C5E778A-57A7-0750-CD96-44DE25E93651}"/>
              </a:ext>
            </a:extLst>
          </p:cNvPr>
          <p:cNvSpPr/>
          <p:nvPr/>
        </p:nvSpPr>
        <p:spPr>
          <a:xfrm>
            <a:off x="59207" y="179018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30B6D4B-614A-D0C7-8FB9-6B07C532E73E}"/>
              </a:ext>
            </a:extLst>
          </p:cNvPr>
          <p:cNvSpPr/>
          <p:nvPr/>
        </p:nvSpPr>
        <p:spPr>
          <a:xfrm>
            <a:off x="978261" y="285551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14E2EA8-9617-1C36-6C1D-F7FC124558C4}"/>
              </a:ext>
            </a:extLst>
          </p:cNvPr>
          <p:cNvSpPr/>
          <p:nvPr/>
        </p:nvSpPr>
        <p:spPr>
          <a:xfrm>
            <a:off x="1679379" y="350829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A501CA7-474A-B6A8-6AC2-5497755E30C1}"/>
              </a:ext>
            </a:extLst>
          </p:cNvPr>
          <p:cNvSpPr/>
          <p:nvPr/>
        </p:nvSpPr>
        <p:spPr>
          <a:xfrm>
            <a:off x="5839819" y="350140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81850248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37522D-7F52-2282-94DB-DA6ABA9FE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430108A0-EE3E-CF93-167D-C90BC8F666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9903471"/>
              </p:ext>
            </p:extLst>
          </p:nvPr>
        </p:nvGraphicFramePr>
        <p:xfrm>
          <a:off x="620930" y="1273252"/>
          <a:ext cx="7208619" cy="31019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8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39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602426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017680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생년월일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상영회명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0524834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신청상태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3346251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3486821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유입경로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페이스북</a:t>
                      </a:r>
                      <a:endParaRPr lang="en-US" altLang="ko-KR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9979767"/>
                  </a:ext>
                </a:extLst>
              </a:tr>
              <a:tr h="3101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7219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45F372AD-1B17-A449-3637-A0FB65C57B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119" y="1045067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신청정보</a:t>
            </a:r>
          </a:p>
        </p:txBody>
      </p:sp>
      <p:sp>
        <p:nvSpPr>
          <p:cNvPr id="7" name="Button">
            <a:extLst>
              <a:ext uri="{FF2B5EF4-FFF2-40B4-BE49-F238E27FC236}">
                <a16:creationId xmlns:a16="http://schemas.microsoft.com/office/drawing/2014/main" id="{5D63D6BB-8CE6-0AC5-0F02-5240F6C6B840}"/>
              </a:ext>
            </a:extLst>
          </p:cNvPr>
          <p:cNvSpPr>
            <a:spLocks/>
          </p:cNvSpPr>
          <p:nvPr/>
        </p:nvSpPr>
        <p:spPr bwMode="auto">
          <a:xfrm>
            <a:off x="6342386" y="457593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" name="Button">
            <a:extLst>
              <a:ext uri="{FF2B5EF4-FFF2-40B4-BE49-F238E27FC236}">
                <a16:creationId xmlns:a16="http://schemas.microsoft.com/office/drawing/2014/main" id="{B173668C-D167-1E1B-E868-D7A28BF315AA}"/>
              </a:ext>
            </a:extLst>
          </p:cNvPr>
          <p:cNvSpPr>
            <a:spLocks/>
          </p:cNvSpPr>
          <p:nvPr/>
        </p:nvSpPr>
        <p:spPr bwMode="auto">
          <a:xfrm>
            <a:off x="7147336" y="4575939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" name="Button">
            <a:extLst>
              <a:ext uri="{FF2B5EF4-FFF2-40B4-BE49-F238E27FC236}">
                <a16:creationId xmlns:a16="http://schemas.microsoft.com/office/drawing/2014/main" id="{2938A995-E548-C596-1E6B-AEB2F1F0DC25}"/>
              </a:ext>
            </a:extLst>
          </p:cNvPr>
          <p:cNvSpPr>
            <a:spLocks/>
          </p:cNvSpPr>
          <p:nvPr/>
        </p:nvSpPr>
        <p:spPr bwMode="auto">
          <a:xfrm>
            <a:off x="620930" y="4575939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76EB66C-40A9-F2A0-B5F6-FFF95E9CF55F}"/>
              </a:ext>
            </a:extLst>
          </p:cNvPr>
          <p:cNvSpPr/>
          <p:nvPr/>
        </p:nvSpPr>
        <p:spPr>
          <a:xfrm>
            <a:off x="2154114" y="1937467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5F33039-9B46-6C1D-5B77-D5EE32485AD0}"/>
              </a:ext>
            </a:extLst>
          </p:cNvPr>
          <p:cNvSpPr/>
          <p:nvPr/>
        </p:nvSpPr>
        <p:spPr>
          <a:xfrm>
            <a:off x="2154114" y="2244202"/>
            <a:ext cx="2107553" cy="211799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9796BE12-3F68-D5F6-5408-294FA6FD9A64}"/>
              </a:ext>
            </a:extLst>
          </p:cNvPr>
          <p:cNvGrpSpPr/>
          <p:nvPr/>
        </p:nvGrpSpPr>
        <p:grpSpPr>
          <a:xfrm>
            <a:off x="2154114" y="1301827"/>
            <a:ext cx="1016704" cy="241092"/>
            <a:chOff x="2183209" y="923183"/>
            <a:chExt cx="1016704" cy="241092"/>
          </a:xfrm>
        </p:grpSpPr>
        <p:sp>
          <p:nvSpPr>
            <p:cNvPr id="12" name="Text Box">
              <a:extLst>
                <a:ext uri="{FF2B5EF4-FFF2-40B4-BE49-F238E27FC236}">
                  <a16:creationId xmlns:a16="http://schemas.microsoft.com/office/drawing/2014/main" id="{68FA06D0-F5E4-B8CF-DDC6-54D17E516348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AC089D-5443-F387-3899-B5360EAE76D8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4D25394-03FA-61A5-B518-2EB96EEF19FB}"/>
              </a:ext>
            </a:extLst>
          </p:cNvPr>
          <p:cNvGrpSpPr/>
          <p:nvPr/>
        </p:nvGrpSpPr>
        <p:grpSpPr>
          <a:xfrm>
            <a:off x="2154114" y="1615824"/>
            <a:ext cx="2992157" cy="225862"/>
            <a:chOff x="2165309" y="1615824"/>
            <a:chExt cx="2992157" cy="225862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87AFB9F4-34C1-6603-155F-806CBD02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1615824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회원검색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A53B4EDB-36DD-83F8-6595-39FDDD3A4A4C}"/>
                </a:ext>
              </a:extLst>
            </p:cNvPr>
            <p:cNvSpPr/>
            <p:nvPr/>
          </p:nvSpPr>
          <p:spPr>
            <a:xfrm>
              <a:off x="2165309" y="1622856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E5848CF0-9CD4-C16B-16B9-5EDF84AD9CF2}"/>
              </a:ext>
            </a:extLst>
          </p:cNvPr>
          <p:cNvGrpSpPr/>
          <p:nvPr/>
        </p:nvGrpSpPr>
        <p:grpSpPr>
          <a:xfrm>
            <a:off x="2154114" y="2866021"/>
            <a:ext cx="2992157" cy="225862"/>
            <a:chOff x="2165309" y="2866021"/>
            <a:chExt cx="2992157" cy="225862"/>
          </a:xfrm>
        </p:grpSpPr>
        <p:sp>
          <p:nvSpPr>
            <p:cNvPr id="3" name="Button">
              <a:extLst>
                <a:ext uri="{FF2B5EF4-FFF2-40B4-BE49-F238E27FC236}">
                  <a16:creationId xmlns:a16="http://schemas.microsoft.com/office/drawing/2014/main" id="{906A00B7-2801-36C7-A9AE-9858762E3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79" y="2866021"/>
              <a:ext cx="826687" cy="225862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상영회검색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188870C9-70A8-8A4E-8BE1-71D1B0D68E12}"/>
                </a:ext>
              </a:extLst>
            </p:cNvPr>
            <p:cNvSpPr/>
            <p:nvPr/>
          </p:nvSpPr>
          <p:spPr>
            <a:xfrm>
              <a:off x="2165309" y="2873053"/>
              <a:ext cx="2107553" cy="211799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0C018E-B745-5086-FF76-0B48CCA2D63A}"/>
              </a:ext>
            </a:extLst>
          </p:cNvPr>
          <p:cNvSpPr/>
          <p:nvPr/>
        </p:nvSpPr>
        <p:spPr>
          <a:xfrm>
            <a:off x="2154114" y="2557100"/>
            <a:ext cx="1687843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90E2A4FA-BF1C-BC8C-51DB-04E0228AE06A}"/>
              </a:ext>
            </a:extLst>
          </p:cNvPr>
          <p:cNvGrpSpPr/>
          <p:nvPr/>
        </p:nvGrpSpPr>
        <p:grpSpPr>
          <a:xfrm>
            <a:off x="2154114" y="3162673"/>
            <a:ext cx="1016704" cy="241092"/>
            <a:chOff x="2183209" y="923183"/>
            <a:chExt cx="1016704" cy="241092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B05C07C5-3371-E92B-D43C-40386688E065}"/>
                </a:ext>
              </a:extLst>
            </p:cNvPr>
            <p:cNvSpPr/>
            <p:nvPr/>
          </p:nvSpPr>
          <p:spPr>
            <a:xfrm>
              <a:off x="2183209" y="923183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1FBD645-BFC5-23BA-7A44-84EAB857942F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25885" y="1034115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7C36F44-3D7B-1C2C-223B-8D4070CD40A6}"/>
              </a:ext>
            </a:extLst>
          </p:cNvPr>
          <p:cNvSpPr/>
          <p:nvPr/>
        </p:nvSpPr>
        <p:spPr>
          <a:xfrm>
            <a:off x="2154114" y="3492678"/>
            <a:ext cx="5463700" cy="215805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D0DB158-FDE5-CCC2-C6E6-65B5915418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9026313"/>
              </p:ext>
            </p:extLst>
          </p:nvPr>
        </p:nvGraphicFramePr>
        <p:xfrm>
          <a:off x="9696037" y="291622"/>
          <a:ext cx="2498015" cy="525025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상영회관리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상영회 신청 목록에서 신청자 추가 및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회원상태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휴먼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24043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신청자 정보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-ID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버튼을 클릭 시 회원목록에서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 연락처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상영회 정보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상영회 검색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 상영회 목록에서 불러오는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대기자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취소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비고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등록일은 등록하는 일자로 지정됩니다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교육</a:t>
                      </a:r>
                      <a:r>
                        <a:rPr lang="en-US" altLang="ko-KR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 신청 프로세스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신청완료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정원 안으로 신청 완료 시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신청대기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정원 초과 후 신청 완료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정원 내 신청완료한 사람이 취소할 경우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자동으로 신청완료 처리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완료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 완료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무통장 입금 확인 후 관리자 수기 처리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취소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사용자가 취소 처리 시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6175222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60659C6-0B29-2ECF-2FA1-55F409D80D7E}"/>
              </a:ext>
            </a:extLst>
          </p:cNvPr>
          <p:cNvSpPr/>
          <p:nvPr/>
        </p:nvSpPr>
        <p:spPr>
          <a:xfrm>
            <a:off x="437865" y="127325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056943E-FB73-C60F-5013-8FBCA91CEB1B}"/>
              </a:ext>
            </a:extLst>
          </p:cNvPr>
          <p:cNvSpPr/>
          <p:nvPr/>
        </p:nvSpPr>
        <p:spPr>
          <a:xfrm>
            <a:off x="437865" y="162285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B35380-6D92-63B8-2D48-A32CEF466FF5}"/>
              </a:ext>
            </a:extLst>
          </p:cNvPr>
          <p:cNvSpPr/>
          <p:nvPr/>
        </p:nvSpPr>
        <p:spPr>
          <a:xfrm>
            <a:off x="437865" y="284213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1391B03-F66D-0D37-97C9-680229A1E18E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상영회 신청자 리스트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26" name="TextBox 30">
            <a:extLst>
              <a:ext uri="{FF2B5EF4-FFF2-40B4-BE49-F238E27FC236}">
                <a16:creationId xmlns:a16="http://schemas.microsoft.com/office/drawing/2014/main" id="{8249D21A-2402-4023-302C-6EEB97F25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상영회관리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상영회 신청자 리스트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</p:spTree>
    <p:extLst>
      <p:ext uri="{BB962C8B-B14F-4D97-AF65-F5344CB8AC3E}">
        <p14:creationId xmlns:p14="http://schemas.microsoft.com/office/powerpoint/2010/main" val="339802476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37096C-0C7D-747F-F598-B2EA9F9DE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FB3759EC-81DB-2C03-47C6-2E8E4C89180D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상영회 리스트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955D46FE-761E-898F-1203-D93A8985D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1996" y="2918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상영회관리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상영회</a:t>
            </a:r>
            <a:r>
              <a:rPr lang="en-US" altLang="ko-KR" sz="900" dirty="0"/>
              <a:t> </a:t>
            </a:r>
            <a:r>
              <a:rPr lang="ko-KR" altLang="en-US" sz="900" dirty="0"/>
              <a:t>리스트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6CF15C2-8B64-41AC-87AF-A30280F0D6F7}"/>
              </a:ext>
            </a:extLst>
          </p:cNvPr>
          <p:cNvSpPr txBox="1"/>
          <p:nvPr/>
        </p:nvSpPr>
        <p:spPr>
          <a:xfrm>
            <a:off x="-1418" y="2796131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CBA6245B-37F5-31BF-CFDF-A1F335B787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5607507"/>
              </p:ext>
            </p:extLst>
          </p:nvPr>
        </p:nvGraphicFramePr>
        <p:xfrm>
          <a:off x="35918" y="3015491"/>
          <a:ext cx="9611700" cy="311600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27366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93403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258639">
                  <a:extLst>
                    <a:ext uri="{9D8B030D-6E8A-4147-A177-3AD203B41FA5}">
                      <a16:colId xmlns:a16="http://schemas.microsoft.com/office/drawing/2014/main" val="319685305"/>
                    </a:ext>
                  </a:extLst>
                </a:gridCol>
                <a:gridCol w="1258639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1135786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1011365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75823">
                  <a:extLst>
                    <a:ext uri="{9D8B030D-6E8A-4147-A177-3AD203B41FA5}">
                      <a16:colId xmlns:a16="http://schemas.microsoft.com/office/drawing/2014/main" val="334644096"/>
                    </a:ext>
                  </a:extLst>
                </a:gridCol>
                <a:gridCol w="613447">
                  <a:extLst>
                    <a:ext uri="{9D8B030D-6E8A-4147-A177-3AD203B41FA5}">
                      <a16:colId xmlns:a16="http://schemas.microsoft.com/office/drawing/2014/main" val="1238441542"/>
                    </a:ext>
                  </a:extLst>
                </a:gridCol>
                <a:gridCol w="973286">
                  <a:extLst>
                    <a:ext uri="{9D8B030D-6E8A-4147-A177-3AD203B41FA5}">
                      <a16:colId xmlns:a16="http://schemas.microsoft.com/office/drawing/2014/main" val="2711760928"/>
                    </a:ext>
                  </a:extLst>
                </a:gridCol>
                <a:gridCol w="1663946">
                  <a:extLst>
                    <a:ext uri="{9D8B030D-6E8A-4147-A177-3AD203B41FA5}">
                      <a16:colId xmlns:a16="http://schemas.microsoft.com/office/drawing/2014/main" val="3845748139"/>
                    </a:ext>
                  </a:extLst>
                </a:gridCol>
              </a:tblGrid>
              <a:tr h="39523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상영회명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접수기간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상영일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정원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대기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/>
                        <a:t>상영예정</a:t>
                      </a:r>
                      <a:endParaRPr lang="en-US" altLang="ko-KR" sz="90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dirty="0" err="1">
                          <a:solidFill>
                            <a:schemeClr val="tx1"/>
                          </a:solidFill>
                        </a:rPr>
                        <a:t>슈팅걸스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sng" dirty="0">
                          <a:solidFill>
                            <a:schemeClr val="tx1"/>
                          </a:solidFill>
                        </a:rPr>
                        <a:t>18</a:t>
                      </a:r>
                      <a:endParaRPr lang="ko-KR" altLang="en-US" sz="800" u="sng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5615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상영중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소은이의 무릎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상영중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야구소녀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상영완료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2020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인천스포츠 영화제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  <a:tr h="5398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상영완료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뚜르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내 생애 최고의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2024-09-19 ~</a:t>
                      </a:r>
                      <a:b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2024-10-11-23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30315"/>
                  </a:ext>
                </a:extLst>
              </a:tr>
            </a:tbl>
          </a:graphicData>
        </a:graphic>
      </p:graphicFrame>
      <p:sp>
        <p:nvSpPr>
          <p:cNvPr id="80" name="Button">
            <a:extLst>
              <a:ext uri="{FF2B5EF4-FFF2-40B4-BE49-F238E27FC236}">
                <a16:creationId xmlns:a16="http://schemas.microsoft.com/office/drawing/2014/main" id="{9619995C-493D-58E8-54C2-BE512E99D231}"/>
              </a:ext>
            </a:extLst>
          </p:cNvPr>
          <p:cNvSpPr>
            <a:spLocks/>
          </p:cNvSpPr>
          <p:nvPr/>
        </p:nvSpPr>
        <p:spPr bwMode="auto">
          <a:xfrm>
            <a:off x="8160566" y="619783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0E509500-E823-0B49-BD36-0EF2A11AC7DE}"/>
              </a:ext>
            </a:extLst>
          </p:cNvPr>
          <p:cNvSpPr/>
          <p:nvPr/>
        </p:nvSpPr>
        <p:spPr>
          <a:xfrm>
            <a:off x="8956297" y="6197834"/>
            <a:ext cx="68199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w="med" len="med"/>
            <a:tailEnd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/>
                <a:cs typeface="Segoe UI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/>
              <a:cs typeface="Segoe UI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858B00C4-A235-9702-99E8-CA835DF96A0B}"/>
              </a:ext>
            </a:extLst>
          </p:cNvPr>
          <p:cNvGrpSpPr/>
          <p:nvPr/>
        </p:nvGrpSpPr>
        <p:grpSpPr>
          <a:xfrm>
            <a:off x="8509536" y="2710984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59DB619B-80B0-1C14-9C7B-771C72339E78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0F4349F6-35A2-F8A5-6B1D-FC049A1769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EBC328DA-3942-E973-9E73-C46D6849F6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07E77DB5-640F-E664-58CA-460FD04688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EC7C6517-142D-840E-DCB2-793423DE084B}"/>
              </a:ext>
            </a:extLst>
          </p:cNvPr>
          <p:cNvSpPr txBox="1"/>
          <p:nvPr/>
        </p:nvSpPr>
        <p:spPr>
          <a:xfrm>
            <a:off x="-1418" y="726120"/>
            <a:ext cx="174463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800" b="1" dirty="0"/>
              <a:t>상영회 리스트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800" b="1" dirty="0"/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B63BA105-C2D0-3DD0-9569-EA60CE8652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8288196"/>
              </p:ext>
            </p:extLst>
          </p:nvPr>
        </p:nvGraphicFramePr>
        <p:xfrm>
          <a:off x="35918" y="932938"/>
          <a:ext cx="5968845" cy="1760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531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2777">
                  <a:extLst>
                    <a:ext uri="{9D8B030D-6E8A-4147-A177-3AD203B41FA5}">
                      <a16:colId xmlns:a16="http://schemas.microsoft.com/office/drawing/2014/main" val="2290178119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0782269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접수기간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상영일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040642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968852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7381470"/>
                  </a:ext>
                </a:extLst>
              </a:tr>
            </a:tbl>
          </a:graphicData>
        </a:graphic>
      </p:graphicFrame>
      <p:sp>
        <p:nvSpPr>
          <p:cNvPr id="53" name="직사각형 52">
            <a:extLst>
              <a:ext uri="{FF2B5EF4-FFF2-40B4-BE49-F238E27FC236}">
                <a16:creationId xmlns:a16="http://schemas.microsoft.com/office/drawing/2014/main" id="{F2ECFF38-EC2A-923F-D972-49858061A227}"/>
              </a:ext>
            </a:extLst>
          </p:cNvPr>
          <p:cNvSpPr/>
          <p:nvPr/>
        </p:nvSpPr>
        <p:spPr>
          <a:xfrm>
            <a:off x="5048446" y="971550"/>
            <a:ext cx="920193" cy="167299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AA5F0A20-893B-9640-3582-D054DE209DF5}"/>
              </a:ext>
            </a:extLst>
          </p:cNvPr>
          <p:cNvGrpSpPr/>
          <p:nvPr/>
        </p:nvGrpSpPr>
        <p:grpSpPr>
          <a:xfrm>
            <a:off x="1539583" y="1683826"/>
            <a:ext cx="1510731" cy="249177"/>
            <a:chOff x="1846644" y="2900860"/>
            <a:chExt cx="1687736" cy="241092"/>
          </a:xfrm>
        </p:grpSpPr>
        <p:sp>
          <p:nvSpPr>
            <p:cNvPr id="56" name="Text Box">
              <a:extLst>
                <a:ext uri="{FF2B5EF4-FFF2-40B4-BE49-F238E27FC236}">
                  <a16:creationId xmlns:a16="http://schemas.microsoft.com/office/drawing/2014/main" id="{70E7FBCE-B4F3-512A-4D8D-CD64CE15D775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57" name="Calendar">
              <a:extLst>
                <a:ext uri="{FF2B5EF4-FFF2-40B4-BE49-F238E27FC236}">
                  <a16:creationId xmlns:a16="http://schemas.microsoft.com/office/drawing/2014/main" id="{EA15746B-9B69-0E1C-382D-7E1AABC3314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64" name="그림 63">
            <a:extLst>
              <a:ext uri="{FF2B5EF4-FFF2-40B4-BE49-F238E27FC236}">
                <a16:creationId xmlns:a16="http://schemas.microsoft.com/office/drawing/2014/main" id="{0896E98E-D7E8-6E22-0577-2361708CBA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16738" y="2713967"/>
            <a:ext cx="1047750" cy="228600"/>
          </a:xfrm>
          <a:prstGeom prst="rect">
            <a:avLst/>
          </a:prstGeom>
        </p:spPr>
      </p:pic>
      <p:sp>
        <p:nvSpPr>
          <p:cNvPr id="10" name="Pagination">
            <a:extLst>
              <a:ext uri="{FF2B5EF4-FFF2-40B4-BE49-F238E27FC236}">
                <a16:creationId xmlns:a16="http://schemas.microsoft.com/office/drawing/2014/main" id="{35559094-29F7-C1F2-CB3F-19ABFA5F6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6313963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F8E8EEE-4703-A44C-8162-5E63BE9C7B67}"/>
              </a:ext>
            </a:extLst>
          </p:cNvPr>
          <p:cNvSpPr/>
          <p:nvPr/>
        </p:nvSpPr>
        <p:spPr>
          <a:xfrm>
            <a:off x="800337" y="76527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A8ED685-544E-F16D-9780-A8DF4CBE4046}"/>
              </a:ext>
            </a:extLst>
          </p:cNvPr>
          <p:cNvSpPr/>
          <p:nvPr/>
        </p:nvSpPr>
        <p:spPr>
          <a:xfrm>
            <a:off x="8357533" y="336227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0FC5558-28E4-CC17-3F6C-6BB8032CC9B3}"/>
              </a:ext>
            </a:extLst>
          </p:cNvPr>
          <p:cNvSpPr/>
          <p:nvPr/>
        </p:nvSpPr>
        <p:spPr>
          <a:xfrm>
            <a:off x="8158492" y="608947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6878E6F-D32D-3E11-0E28-F718D94B4E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2649034"/>
              </p:ext>
            </p:extLst>
          </p:nvPr>
        </p:nvGraphicFramePr>
        <p:xfrm>
          <a:off x="9693985" y="295164"/>
          <a:ext cx="2498015" cy="488531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교육관리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교육 등록 및 수정할 수 있는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상설교육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공동체 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2. </a:t>
                      </a:r>
                      <a:r>
                        <a:rPr kumimoji="0" lang="ko-KR" altLang="en-US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정원</a:t>
                      </a:r>
                      <a:endParaRPr kumimoji="0" lang="en-US" altLang="ko-KR" sz="800" b="1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 typeface="+mj-lt"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정원 클릭 시 상세페이지 이동</a:t>
                      </a:r>
                      <a:b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상세페이지에서 신청자리스트를 확인이 가능합니다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3</a:t>
                      </a: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복사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복사하기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spc="0" normalizeH="0" baseline="0" noProof="0" dirty="0" err="1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복사하시겠습니까</a:t>
                      </a: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/>
                          <a:cs typeface="+mn-cs"/>
                        </a:rPr>
                        <a:t>표출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/>
                        <a:cs typeface="+mn-c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제일 상단으로 리스트를 생성됨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4.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2" name="직사각형 41">
            <a:extLst>
              <a:ext uri="{FF2B5EF4-FFF2-40B4-BE49-F238E27FC236}">
                <a16:creationId xmlns:a16="http://schemas.microsoft.com/office/drawing/2014/main" id="{83AD7160-CFDB-E3CB-6A0F-75346DBACC93}"/>
              </a:ext>
            </a:extLst>
          </p:cNvPr>
          <p:cNvSpPr/>
          <p:nvPr/>
        </p:nvSpPr>
        <p:spPr>
          <a:xfrm>
            <a:off x="5726443" y="348146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F872DA4-7986-4376-635E-65099380A4A1}"/>
              </a:ext>
            </a:extLst>
          </p:cNvPr>
          <p:cNvGrpSpPr/>
          <p:nvPr/>
        </p:nvGrpSpPr>
        <p:grpSpPr>
          <a:xfrm>
            <a:off x="8166448" y="3560547"/>
            <a:ext cx="1303656" cy="249878"/>
            <a:chOff x="8103065" y="3245809"/>
            <a:chExt cx="1303656" cy="249878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018DD5C4-72C4-91D9-9503-788415910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698B2527-9CA1-CE84-EEAF-BB0B27CA2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Button">
              <a:extLst>
                <a:ext uri="{FF2B5EF4-FFF2-40B4-BE49-F238E27FC236}">
                  <a16:creationId xmlns:a16="http://schemas.microsoft.com/office/drawing/2014/main" id="{57275EBC-A61B-E1D1-5A12-CE24D5BA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5E43117-BCF2-9667-67B8-8C506657CEBC}"/>
              </a:ext>
            </a:extLst>
          </p:cNvPr>
          <p:cNvGrpSpPr/>
          <p:nvPr/>
        </p:nvGrpSpPr>
        <p:grpSpPr>
          <a:xfrm>
            <a:off x="1539583" y="2395370"/>
            <a:ext cx="3402776" cy="249176"/>
            <a:chOff x="1545838" y="2395370"/>
            <a:chExt cx="3402776" cy="249176"/>
          </a:xfrm>
        </p:grpSpPr>
        <p:sp>
          <p:nvSpPr>
            <p:cNvPr id="16" name="Text Box">
              <a:extLst>
                <a:ext uri="{FF2B5EF4-FFF2-40B4-BE49-F238E27FC236}">
                  <a16:creationId xmlns:a16="http://schemas.microsoft.com/office/drawing/2014/main" id="{73235A25-683B-9FB7-57DE-770387CA7B64}"/>
                </a:ext>
              </a:extLst>
            </p:cNvPr>
            <p:cNvSpPr/>
            <p:nvPr/>
          </p:nvSpPr>
          <p:spPr>
            <a:xfrm>
              <a:off x="2610353" y="2395370"/>
              <a:ext cx="2338261" cy="24917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altLang="ko-KR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44FB8DEF-4344-F32F-924A-62AE4309DCF5}"/>
                </a:ext>
              </a:extLst>
            </p:cNvPr>
            <p:cNvGrpSpPr/>
            <p:nvPr/>
          </p:nvGrpSpPr>
          <p:grpSpPr>
            <a:xfrm>
              <a:off x="1545838" y="2395370"/>
              <a:ext cx="1016704" cy="241092"/>
              <a:chOff x="2142872" y="1285558"/>
              <a:chExt cx="1016704" cy="241092"/>
            </a:xfrm>
          </p:grpSpPr>
          <p:sp>
            <p:nvSpPr>
              <p:cNvPr id="19" name="Text Box">
                <a:extLst>
                  <a:ext uri="{FF2B5EF4-FFF2-40B4-BE49-F238E27FC236}">
                    <a16:creationId xmlns:a16="http://schemas.microsoft.com/office/drawing/2014/main" id="{C2C31C10-06E7-96B1-E89F-DC8C51A03C8B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44DE388-F2AF-5949-79B2-AD5B811FC6C3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8347CBF0-778E-A9E3-926F-83631BF29026}"/>
              </a:ext>
            </a:extLst>
          </p:cNvPr>
          <p:cNvGrpSpPr/>
          <p:nvPr/>
        </p:nvGrpSpPr>
        <p:grpSpPr>
          <a:xfrm>
            <a:off x="1539583" y="974955"/>
            <a:ext cx="1016704" cy="241092"/>
            <a:chOff x="2142872" y="1285558"/>
            <a:chExt cx="1016704" cy="241092"/>
          </a:xfrm>
        </p:grpSpPr>
        <p:sp>
          <p:nvSpPr>
            <p:cNvPr id="46" name="Text Box">
              <a:extLst>
                <a:ext uri="{FF2B5EF4-FFF2-40B4-BE49-F238E27FC236}">
                  <a16:creationId xmlns:a16="http://schemas.microsoft.com/office/drawing/2014/main" id="{CC23A6B4-2CB8-D2B8-8E21-CC546EFA6BC3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BE64E3-5081-A852-DB19-A55002BD7EBD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68773656-1965-B4B5-5C18-3ED2B83AC4C2}"/>
              </a:ext>
            </a:extLst>
          </p:cNvPr>
          <p:cNvGrpSpPr/>
          <p:nvPr/>
        </p:nvGrpSpPr>
        <p:grpSpPr>
          <a:xfrm>
            <a:off x="8166448" y="4106501"/>
            <a:ext cx="1303656" cy="249878"/>
            <a:chOff x="8103065" y="3245809"/>
            <a:chExt cx="1303656" cy="249878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A8D7360E-4587-FE29-6ACD-A69C6F338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Button">
              <a:extLst>
                <a:ext uri="{FF2B5EF4-FFF2-40B4-BE49-F238E27FC236}">
                  <a16:creationId xmlns:a16="http://schemas.microsoft.com/office/drawing/2014/main" id="{37871854-5520-CDB3-7BE2-FA51EF535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Button">
              <a:extLst>
                <a:ext uri="{FF2B5EF4-FFF2-40B4-BE49-F238E27FC236}">
                  <a16:creationId xmlns:a16="http://schemas.microsoft.com/office/drawing/2014/main" id="{69E0A80A-7213-4E97-8C4B-73983DDB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A91DDB73-72ED-70C5-3CF4-91638AB7A5C6}"/>
              </a:ext>
            </a:extLst>
          </p:cNvPr>
          <p:cNvGrpSpPr/>
          <p:nvPr/>
        </p:nvGrpSpPr>
        <p:grpSpPr>
          <a:xfrm>
            <a:off x="8166448" y="4660337"/>
            <a:ext cx="1303656" cy="249878"/>
            <a:chOff x="8103065" y="3245809"/>
            <a:chExt cx="1303656" cy="249878"/>
          </a:xfrm>
        </p:grpSpPr>
        <p:sp>
          <p:nvSpPr>
            <p:cNvPr id="67" name="Button">
              <a:extLst>
                <a:ext uri="{FF2B5EF4-FFF2-40B4-BE49-F238E27FC236}">
                  <a16:creationId xmlns:a16="http://schemas.microsoft.com/office/drawing/2014/main" id="{1717DB88-D676-5B96-6B19-48C7DC00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Button">
              <a:extLst>
                <a:ext uri="{FF2B5EF4-FFF2-40B4-BE49-F238E27FC236}">
                  <a16:creationId xmlns:a16="http://schemas.microsoft.com/office/drawing/2014/main" id="{00B54A65-1962-03AA-214B-A749FEB0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" name="Button">
              <a:extLst>
                <a:ext uri="{FF2B5EF4-FFF2-40B4-BE49-F238E27FC236}">
                  <a16:creationId xmlns:a16="http://schemas.microsoft.com/office/drawing/2014/main" id="{FF325339-101B-9634-F0A8-9CD413CF3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4F2BB26B-261F-4F5E-4288-05FA1EF5FF49}"/>
              </a:ext>
            </a:extLst>
          </p:cNvPr>
          <p:cNvGrpSpPr/>
          <p:nvPr/>
        </p:nvGrpSpPr>
        <p:grpSpPr>
          <a:xfrm>
            <a:off x="8166448" y="5203358"/>
            <a:ext cx="1303656" cy="249878"/>
            <a:chOff x="8103065" y="3245809"/>
            <a:chExt cx="1303656" cy="249878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BF4C9407-B790-0FB9-8CF9-0EC58C45B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38D04A53-2B18-AB8B-CE21-B2BD165D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Button">
              <a:extLst>
                <a:ext uri="{FF2B5EF4-FFF2-40B4-BE49-F238E27FC236}">
                  <a16:creationId xmlns:a16="http://schemas.microsoft.com/office/drawing/2014/main" id="{A526F2CE-2417-ECD1-946E-D3E9794B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DF966429-B963-B92F-B3DC-93A103486625}"/>
              </a:ext>
            </a:extLst>
          </p:cNvPr>
          <p:cNvGrpSpPr/>
          <p:nvPr/>
        </p:nvGrpSpPr>
        <p:grpSpPr>
          <a:xfrm>
            <a:off x="8166448" y="5745372"/>
            <a:ext cx="1303656" cy="249878"/>
            <a:chOff x="8103065" y="3245809"/>
            <a:chExt cx="1303656" cy="249878"/>
          </a:xfrm>
        </p:grpSpPr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A0B7C1F4-DC9F-71CA-D5AB-E29B0824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3065" y="3245810"/>
              <a:ext cx="393628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Button">
              <a:extLst>
                <a:ext uri="{FF2B5EF4-FFF2-40B4-BE49-F238E27FC236}">
                  <a16:creationId xmlns:a16="http://schemas.microsoft.com/office/drawing/2014/main" id="{A624AA1A-1821-5DCA-825A-7634C9E14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1117" y="3245809"/>
              <a:ext cx="393627" cy="249877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Button">
              <a:extLst>
                <a:ext uri="{FF2B5EF4-FFF2-40B4-BE49-F238E27FC236}">
                  <a16:creationId xmlns:a16="http://schemas.microsoft.com/office/drawing/2014/main" id="{1E92C582-A8A9-3990-5CC4-02C29E01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9168" y="3249750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복사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673442CE-52FD-F819-1F79-69792FCC9B4A}"/>
              </a:ext>
            </a:extLst>
          </p:cNvPr>
          <p:cNvGrpSpPr/>
          <p:nvPr/>
        </p:nvGrpSpPr>
        <p:grpSpPr>
          <a:xfrm>
            <a:off x="1539583" y="2035461"/>
            <a:ext cx="3402778" cy="254704"/>
            <a:chOff x="1546863" y="1666574"/>
            <a:chExt cx="3402778" cy="254704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BD1C4C17-3B42-7A48-0424-238372981BEA}"/>
                </a:ext>
              </a:extLst>
            </p:cNvPr>
            <p:cNvGrpSpPr/>
            <p:nvPr/>
          </p:nvGrpSpPr>
          <p:grpSpPr>
            <a:xfrm>
              <a:off x="1546863" y="1666574"/>
              <a:ext cx="1510731" cy="249177"/>
              <a:chOff x="1846644" y="2900860"/>
              <a:chExt cx="1687736" cy="241092"/>
            </a:xfrm>
          </p:grpSpPr>
          <p:sp>
            <p:nvSpPr>
              <p:cNvPr id="37" name="Text Box">
                <a:extLst>
                  <a:ext uri="{FF2B5EF4-FFF2-40B4-BE49-F238E27FC236}">
                    <a16:creationId xmlns:a16="http://schemas.microsoft.com/office/drawing/2014/main" id="{96C06AEA-08E7-0497-60DB-C4FB2A11AF77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38" name="Calendar">
                <a:extLst>
                  <a:ext uri="{FF2B5EF4-FFF2-40B4-BE49-F238E27FC236}">
                    <a16:creationId xmlns:a16="http://schemas.microsoft.com/office/drawing/2014/main" id="{B9DCBDAE-E31F-95F7-489E-A0442215EF1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0DA0BE36-3CE9-265C-3550-86C3C7F19C63}"/>
                </a:ext>
              </a:extLst>
            </p:cNvPr>
            <p:cNvGrpSpPr/>
            <p:nvPr/>
          </p:nvGrpSpPr>
          <p:grpSpPr>
            <a:xfrm>
              <a:off x="3438910" y="1672101"/>
              <a:ext cx="1510731" cy="249177"/>
              <a:chOff x="1846644" y="2900860"/>
              <a:chExt cx="1687736" cy="241092"/>
            </a:xfrm>
          </p:grpSpPr>
          <p:sp>
            <p:nvSpPr>
              <p:cNvPr id="35" name="Text Box">
                <a:extLst>
                  <a:ext uri="{FF2B5EF4-FFF2-40B4-BE49-F238E27FC236}">
                    <a16:creationId xmlns:a16="http://schemas.microsoft.com/office/drawing/2014/main" id="{5F2C9C00-0C4F-67EC-0A4F-B753813E563A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36" name="Calendar">
                <a:extLst>
                  <a:ext uri="{FF2B5EF4-FFF2-40B4-BE49-F238E27FC236}">
                    <a16:creationId xmlns:a16="http://schemas.microsoft.com/office/drawing/2014/main" id="{EC74463D-7662-5865-70EB-55A46FA7EC5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" name="TextBox 30">
              <a:extLst>
                <a:ext uri="{FF2B5EF4-FFF2-40B4-BE49-F238E27FC236}">
                  <a16:creationId xmlns:a16="http://schemas.microsoft.com/office/drawing/2014/main" id="{3F1E5B5D-8A9E-87D7-3FBE-B4672A97E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3077" y="1667108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240E02AF-6B6A-40A5-F3F4-33F84E56F1C9}"/>
              </a:ext>
            </a:extLst>
          </p:cNvPr>
          <p:cNvGrpSpPr/>
          <p:nvPr/>
        </p:nvGrpSpPr>
        <p:grpSpPr>
          <a:xfrm>
            <a:off x="1539583" y="1335874"/>
            <a:ext cx="3402778" cy="254704"/>
            <a:chOff x="1546863" y="1666574"/>
            <a:chExt cx="3402778" cy="254704"/>
          </a:xfrm>
        </p:grpSpPr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5BF05D6C-FDEF-5C1A-1CA6-653DDBDD101D}"/>
                </a:ext>
              </a:extLst>
            </p:cNvPr>
            <p:cNvGrpSpPr/>
            <p:nvPr/>
          </p:nvGrpSpPr>
          <p:grpSpPr>
            <a:xfrm>
              <a:off x="1546863" y="1666574"/>
              <a:ext cx="1510731" cy="249177"/>
              <a:chOff x="1846644" y="2900860"/>
              <a:chExt cx="1687736" cy="241092"/>
            </a:xfrm>
          </p:grpSpPr>
          <p:sp>
            <p:nvSpPr>
              <p:cNvPr id="78" name="Text Box">
                <a:extLst>
                  <a:ext uri="{FF2B5EF4-FFF2-40B4-BE49-F238E27FC236}">
                    <a16:creationId xmlns:a16="http://schemas.microsoft.com/office/drawing/2014/main" id="{96184FC2-BA02-50F1-9C05-EC12564ACDC0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79" name="Calendar">
                <a:extLst>
                  <a:ext uri="{FF2B5EF4-FFF2-40B4-BE49-F238E27FC236}">
                    <a16:creationId xmlns:a16="http://schemas.microsoft.com/office/drawing/2014/main" id="{046C0AAC-345E-C154-FDA8-D1FC9FC39A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2288B33F-2BA5-53E0-C109-FA9E5E9C1DC8}"/>
                </a:ext>
              </a:extLst>
            </p:cNvPr>
            <p:cNvGrpSpPr/>
            <p:nvPr/>
          </p:nvGrpSpPr>
          <p:grpSpPr>
            <a:xfrm>
              <a:off x="3438910" y="1672101"/>
              <a:ext cx="1510731" cy="249177"/>
              <a:chOff x="1846644" y="2900860"/>
              <a:chExt cx="1687736" cy="241092"/>
            </a:xfrm>
          </p:grpSpPr>
          <p:sp>
            <p:nvSpPr>
              <p:cNvPr id="45" name="Text Box">
                <a:extLst>
                  <a:ext uri="{FF2B5EF4-FFF2-40B4-BE49-F238E27FC236}">
                    <a16:creationId xmlns:a16="http://schemas.microsoft.com/office/drawing/2014/main" id="{8534CE34-CFC1-7DC0-AF58-79D1412243CF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54" name="Calendar">
                <a:extLst>
                  <a:ext uri="{FF2B5EF4-FFF2-40B4-BE49-F238E27FC236}">
                    <a16:creationId xmlns:a16="http://schemas.microsoft.com/office/drawing/2014/main" id="{7CD5F23E-F66A-B203-4934-FE732C947C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" name="TextBox 30">
              <a:extLst>
                <a:ext uri="{FF2B5EF4-FFF2-40B4-BE49-F238E27FC236}">
                  <a16:creationId xmlns:a16="http://schemas.microsoft.com/office/drawing/2014/main" id="{7B80FE6B-8C4A-A5FA-E8B3-C31185ADF7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3077" y="1667108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73082920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F87A4F-5068-F6FD-49D5-DD411C368C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B8473B9-AC39-A38B-10BC-583BEB941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3192114"/>
              </p:ext>
            </p:extLst>
          </p:nvPr>
        </p:nvGraphicFramePr>
        <p:xfrm>
          <a:off x="610056" y="1252068"/>
          <a:ext cx="7397170" cy="4864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                        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상영회 명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97028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접수기간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916101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상영일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88430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정원*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095460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대기자*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50476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대표 이미지*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899095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노출 여부*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691710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2024.09.30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7130565"/>
                  </a:ext>
                </a:extLst>
              </a:tr>
              <a:tr h="204014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2329015"/>
                  </a:ext>
                </a:extLst>
              </a:tr>
            </a:tbl>
          </a:graphicData>
        </a:graphic>
      </p:graphicFrame>
      <p:sp>
        <p:nvSpPr>
          <p:cNvPr id="12" name="Button">
            <a:extLst>
              <a:ext uri="{FF2B5EF4-FFF2-40B4-BE49-F238E27FC236}">
                <a16:creationId xmlns:a16="http://schemas.microsoft.com/office/drawing/2014/main" id="{07CB8E46-313C-651E-76B0-5DD281638B1C}"/>
              </a:ext>
            </a:extLst>
          </p:cNvPr>
          <p:cNvSpPr>
            <a:spLocks/>
          </p:cNvSpPr>
          <p:nvPr/>
        </p:nvSpPr>
        <p:spPr bwMode="auto">
          <a:xfrm>
            <a:off x="2161443" y="3177263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파일첨부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80D9E89-38B1-D9A1-51A4-8D484D0F9DF6}"/>
              </a:ext>
            </a:extLst>
          </p:cNvPr>
          <p:cNvSpPr/>
          <p:nvPr/>
        </p:nvSpPr>
        <p:spPr>
          <a:xfrm>
            <a:off x="400624" y="1311531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AF26BB7-6BFA-FF70-486A-4FC22B82DBC2}"/>
              </a:ext>
            </a:extLst>
          </p:cNvPr>
          <p:cNvGrpSpPr/>
          <p:nvPr/>
        </p:nvGrpSpPr>
        <p:grpSpPr>
          <a:xfrm>
            <a:off x="2163515" y="3494290"/>
            <a:ext cx="804046" cy="212366"/>
            <a:chOff x="2180902" y="4444471"/>
            <a:chExt cx="804046" cy="212366"/>
          </a:xfrm>
        </p:grpSpPr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ABF6A76D-6284-EA21-59B2-8A246B4F4B0F}"/>
                </a:ext>
              </a:extLst>
            </p:cNvPr>
            <p:cNvGrpSpPr/>
            <p:nvPr/>
          </p:nvGrpSpPr>
          <p:grpSpPr>
            <a:xfrm>
              <a:off x="2180902" y="4444471"/>
              <a:ext cx="804046" cy="212366"/>
              <a:chOff x="2180902" y="4444471"/>
              <a:chExt cx="804046" cy="212366"/>
            </a:xfrm>
          </p:grpSpPr>
          <p:sp>
            <p:nvSpPr>
              <p:cNvPr id="18" name="Circle">
                <a:extLst>
                  <a:ext uri="{FF2B5EF4-FFF2-40B4-BE49-F238E27FC236}">
                    <a16:creationId xmlns:a16="http://schemas.microsoft.com/office/drawing/2014/main" id="{3D21EF51-6B7B-9E8A-B3F5-57E713558A8F}"/>
                  </a:ext>
                </a:extLst>
              </p:cNvPr>
              <p:cNvSpPr/>
              <p:nvPr/>
            </p:nvSpPr>
            <p:spPr>
              <a:xfrm>
                <a:off x="2180902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abel">
                <a:extLst>
                  <a:ext uri="{FF2B5EF4-FFF2-40B4-BE49-F238E27FC236}">
                    <a16:creationId xmlns:a16="http://schemas.microsoft.com/office/drawing/2014/main" id="{861141AE-FF58-9EBF-3489-8754C52631BE}"/>
                  </a:ext>
                </a:extLst>
              </p:cNvPr>
              <p:cNvSpPr txBox="1"/>
              <p:nvPr/>
            </p:nvSpPr>
            <p:spPr>
              <a:xfrm>
                <a:off x="2314252" y="4444471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4662F87-ADAA-08A9-87AF-8B1130BF5713}"/>
                  </a:ext>
                </a:extLst>
              </p:cNvPr>
              <p:cNvGrpSpPr/>
              <p:nvPr/>
            </p:nvGrpSpPr>
            <p:grpSpPr>
              <a:xfrm>
                <a:off x="2617303" y="4444471"/>
                <a:ext cx="367645" cy="212366"/>
                <a:chOff x="2617303" y="4444471"/>
                <a:chExt cx="367645" cy="212366"/>
              </a:xfrm>
            </p:grpSpPr>
            <p:sp>
              <p:nvSpPr>
                <p:cNvPr id="27" name="Circle">
                  <a:extLst>
                    <a:ext uri="{FF2B5EF4-FFF2-40B4-BE49-F238E27FC236}">
                      <a16:creationId xmlns:a16="http://schemas.microsoft.com/office/drawing/2014/main" id="{917C2F4D-F750-290F-539D-112AB0D7F8BB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Check" hidden="1">
                  <a:extLst>
                    <a:ext uri="{FF2B5EF4-FFF2-40B4-BE49-F238E27FC236}">
                      <a16:creationId xmlns:a16="http://schemas.microsoft.com/office/drawing/2014/main" id="{32D24FB5-57FC-DBAC-446E-E21295DC5BCB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9" name="Label">
                  <a:extLst>
                    <a:ext uri="{FF2B5EF4-FFF2-40B4-BE49-F238E27FC236}">
                      <a16:creationId xmlns:a16="http://schemas.microsoft.com/office/drawing/2014/main" id="{083E53A5-90E8-EC6A-7441-47798D75E340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23429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N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9" name="Check">
              <a:extLst>
                <a:ext uri="{FF2B5EF4-FFF2-40B4-BE49-F238E27FC236}">
                  <a16:creationId xmlns:a16="http://schemas.microsoft.com/office/drawing/2014/main" id="{21833C76-BFD7-C1A1-3727-40A5860B109E}"/>
                </a:ext>
              </a:extLst>
            </p:cNvPr>
            <p:cNvSpPr/>
            <p:nvPr/>
          </p:nvSpPr>
          <p:spPr>
            <a:xfrm>
              <a:off x="2654543" y="4521285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ext Box">
            <a:extLst>
              <a:ext uri="{FF2B5EF4-FFF2-40B4-BE49-F238E27FC236}">
                <a16:creationId xmlns:a16="http://schemas.microsoft.com/office/drawing/2014/main" id="{FB8D2C7B-067B-3842-DD04-2E5387847B73}"/>
              </a:ext>
            </a:extLst>
          </p:cNvPr>
          <p:cNvSpPr/>
          <p:nvPr/>
        </p:nvSpPr>
        <p:spPr>
          <a:xfrm>
            <a:off x="2156101" y="1592954"/>
            <a:ext cx="3249514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560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5FDE76C1-5071-BA6C-47AE-657185E86695}"/>
              </a:ext>
            </a:extLst>
          </p:cNvPr>
          <p:cNvGrpSpPr/>
          <p:nvPr/>
        </p:nvGrpSpPr>
        <p:grpSpPr>
          <a:xfrm>
            <a:off x="2156101" y="1902819"/>
            <a:ext cx="2286789" cy="246221"/>
            <a:chOff x="2108003" y="5164991"/>
            <a:chExt cx="2286789" cy="246221"/>
          </a:xfrm>
        </p:grpSpPr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29A0CF14-11D3-1676-EB9D-63299C4F4B61}"/>
                </a:ext>
              </a:extLst>
            </p:cNvPr>
            <p:cNvGrpSpPr/>
            <p:nvPr/>
          </p:nvGrpSpPr>
          <p:grpSpPr>
            <a:xfrm>
              <a:off x="2108003" y="5167555"/>
              <a:ext cx="1005892" cy="241092"/>
              <a:chOff x="2153685" y="2540395"/>
              <a:chExt cx="1005892" cy="241092"/>
            </a:xfrm>
          </p:grpSpPr>
          <p:sp>
            <p:nvSpPr>
              <p:cNvPr id="50" name="Text Box">
                <a:extLst>
                  <a:ext uri="{FF2B5EF4-FFF2-40B4-BE49-F238E27FC236}">
                    <a16:creationId xmlns:a16="http://schemas.microsoft.com/office/drawing/2014/main" id="{DFF02A9D-9847-5501-E002-D2BB2CF7F6ED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" name="Calendar">
                <a:extLst>
                  <a:ext uri="{FF2B5EF4-FFF2-40B4-BE49-F238E27FC236}">
                    <a16:creationId xmlns:a16="http://schemas.microsoft.com/office/drawing/2014/main" id="{7A257544-B079-2F4C-B484-6D32901D6A6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03490A43-E80A-6FD4-C574-C2AF32EF9236}"/>
                </a:ext>
              </a:extLst>
            </p:cNvPr>
            <p:cNvGrpSpPr/>
            <p:nvPr/>
          </p:nvGrpSpPr>
          <p:grpSpPr>
            <a:xfrm>
              <a:off x="3388900" y="5167555"/>
              <a:ext cx="1005892" cy="241092"/>
              <a:chOff x="2153685" y="2540395"/>
              <a:chExt cx="1005892" cy="241092"/>
            </a:xfrm>
          </p:grpSpPr>
          <p:sp>
            <p:nvSpPr>
              <p:cNvPr id="45" name="Text Box">
                <a:extLst>
                  <a:ext uri="{FF2B5EF4-FFF2-40B4-BE49-F238E27FC236}">
                    <a16:creationId xmlns:a16="http://schemas.microsoft.com/office/drawing/2014/main" id="{CA447946-9E8D-CAD6-82EF-420E8A6D67D7}"/>
                  </a:ext>
                </a:extLst>
              </p:cNvPr>
              <p:cNvSpPr/>
              <p:nvPr/>
            </p:nvSpPr>
            <p:spPr>
              <a:xfrm>
                <a:off x="2153685" y="2540395"/>
                <a:ext cx="1005892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2024.09.30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Calendar">
                <a:extLst>
                  <a:ext uri="{FF2B5EF4-FFF2-40B4-BE49-F238E27FC236}">
                    <a16:creationId xmlns:a16="http://schemas.microsoft.com/office/drawing/2014/main" id="{8B679DB2-CD7F-B14E-3C88-A9C8EB139C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1636" y="2577710"/>
                <a:ext cx="144943" cy="16735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79D8005-5C38-3356-EB87-9DC10B033480}"/>
                </a:ext>
              </a:extLst>
            </p:cNvPr>
            <p:cNvSpPr txBox="1"/>
            <p:nvPr/>
          </p:nvSpPr>
          <p:spPr>
            <a:xfrm>
              <a:off x="3114181" y="5164991"/>
              <a:ext cx="27443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~</a:t>
              </a:r>
              <a:endParaRPr lang="ko-KR" altLang="en-US" sz="1000" dirty="0"/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F78140F-6232-7511-48D8-AC809B3ABA6E}"/>
              </a:ext>
            </a:extLst>
          </p:cNvPr>
          <p:cNvGrpSpPr/>
          <p:nvPr/>
        </p:nvGrpSpPr>
        <p:grpSpPr>
          <a:xfrm>
            <a:off x="2156101" y="2219112"/>
            <a:ext cx="1005892" cy="241092"/>
            <a:chOff x="2153685" y="2540395"/>
            <a:chExt cx="1005892" cy="241092"/>
          </a:xfrm>
        </p:grpSpPr>
        <p:sp>
          <p:nvSpPr>
            <p:cNvPr id="68" name="Text Box">
              <a:extLst>
                <a:ext uri="{FF2B5EF4-FFF2-40B4-BE49-F238E27FC236}">
                  <a16:creationId xmlns:a16="http://schemas.microsoft.com/office/drawing/2014/main" id="{1B27FEFC-7534-2C0B-33A0-4081D46CE61B}"/>
                </a:ext>
              </a:extLst>
            </p:cNvPr>
            <p:cNvSpPr/>
            <p:nvPr/>
          </p:nvSpPr>
          <p:spPr>
            <a:xfrm>
              <a:off x="2153685" y="2540395"/>
              <a:ext cx="1005892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2024.09.30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" name="Calendar">
              <a:extLst>
                <a:ext uri="{FF2B5EF4-FFF2-40B4-BE49-F238E27FC236}">
                  <a16:creationId xmlns:a16="http://schemas.microsoft.com/office/drawing/2014/main" id="{2FAFAEC5-8F5C-02E5-D699-9C17DD3EA2D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31636" y="2577710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" name="Button">
            <a:extLst>
              <a:ext uri="{FF2B5EF4-FFF2-40B4-BE49-F238E27FC236}">
                <a16:creationId xmlns:a16="http://schemas.microsoft.com/office/drawing/2014/main" id="{B7409E1A-27D1-783E-7D7A-4278B511083F}"/>
              </a:ext>
            </a:extLst>
          </p:cNvPr>
          <p:cNvSpPr>
            <a:spLocks/>
          </p:cNvSpPr>
          <p:nvPr/>
        </p:nvSpPr>
        <p:spPr bwMode="auto">
          <a:xfrm>
            <a:off x="6520063" y="62217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" name="Button">
            <a:extLst>
              <a:ext uri="{FF2B5EF4-FFF2-40B4-BE49-F238E27FC236}">
                <a16:creationId xmlns:a16="http://schemas.microsoft.com/office/drawing/2014/main" id="{DCA04729-0476-2162-29F3-602B6FFF5BE2}"/>
              </a:ext>
            </a:extLst>
          </p:cNvPr>
          <p:cNvSpPr>
            <a:spLocks/>
          </p:cNvSpPr>
          <p:nvPr/>
        </p:nvSpPr>
        <p:spPr bwMode="auto">
          <a:xfrm>
            <a:off x="7325013" y="622173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Button">
            <a:extLst>
              <a:ext uri="{FF2B5EF4-FFF2-40B4-BE49-F238E27FC236}">
                <a16:creationId xmlns:a16="http://schemas.microsoft.com/office/drawing/2014/main" id="{93384D2F-55E8-50C8-581F-CA0E3F414FFB}"/>
              </a:ext>
            </a:extLst>
          </p:cNvPr>
          <p:cNvSpPr>
            <a:spLocks/>
          </p:cNvSpPr>
          <p:nvPr/>
        </p:nvSpPr>
        <p:spPr bwMode="auto">
          <a:xfrm>
            <a:off x="606155" y="62217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2A569EA-2AF9-C810-CB6E-3750722B7BA8}"/>
              </a:ext>
            </a:extLst>
          </p:cNvPr>
          <p:cNvSpPr txBox="1"/>
          <p:nvPr/>
        </p:nvSpPr>
        <p:spPr>
          <a:xfrm>
            <a:off x="2880226" y="3196750"/>
            <a:ext cx="102629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900" b="0" u="sng" dirty="0">
                <a:solidFill>
                  <a:srgbClr val="0070C0"/>
                </a:solidFill>
              </a:rPr>
              <a:t>첨부파일</a:t>
            </a:r>
            <a:r>
              <a:rPr lang="en-US" altLang="ko-KR" sz="900" b="0" u="sng" dirty="0">
                <a:solidFill>
                  <a:srgbClr val="0070C0"/>
                </a:solidFill>
              </a:rPr>
              <a:t>.jpg</a:t>
            </a:r>
            <a:endParaRPr lang="ko-KR" altLang="en-US" sz="900" b="0" u="sng" dirty="0">
              <a:solidFill>
                <a:srgbClr val="0070C0"/>
              </a:solidFill>
            </a:endParaRP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22B1A119-87FD-3573-12CB-4A1D366104A3}"/>
              </a:ext>
            </a:extLst>
          </p:cNvPr>
          <p:cNvGrpSpPr/>
          <p:nvPr/>
        </p:nvGrpSpPr>
        <p:grpSpPr>
          <a:xfrm>
            <a:off x="2161443" y="4121999"/>
            <a:ext cx="5615499" cy="1919688"/>
            <a:chOff x="2278582" y="4121999"/>
            <a:chExt cx="5615499" cy="1919688"/>
          </a:xfrm>
        </p:grpSpPr>
        <p:sp>
          <p:nvSpPr>
            <p:cNvPr id="55" name="Panel">
              <a:extLst>
                <a:ext uri="{FF2B5EF4-FFF2-40B4-BE49-F238E27FC236}">
                  <a16:creationId xmlns:a16="http://schemas.microsoft.com/office/drawing/2014/main" id="{A66FF345-B226-ADDF-E4E4-CEDE1FB0DA0B}"/>
                </a:ext>
              </a:extLst>
            </p:cNvPr>
            <p:cNvSpPr/>
            <p:nvPr/>
          </p:nvSpPr>
          <p:spPr>
            <a:xfrm>
              <a:off x="2278582" y="4121999"/>
              <a:ext cx="5615499" cy="191968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6" name="그림 55">
              <a:extLst>
                <a:ext uri="{FF2B5EF4-FFF2-40B4-BE49-F238E27FC236}">
                  <a16:creationId xmlns:a16="http://schemas.microsoft.com/office/drawing/2014/main" id="{153BB2F0-B6C8-43E3-0D43-E41D70D68F7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293822" y="4137239"/>
              <a:ext cx="5600259" cy="414762"/>
            </a:xfrm>
            <a:prstGeom prst="rect">
              <a:avLst/>
            </a:prstGeom>
          </p:spPr>
        </p:pic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6F0F1E5A-FC5D-F9DB-348A-868324AA3D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8" y="1031938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상영회 등록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D8CE3C8-8F74-F310-8CF0-0A1E7BE9B0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1932763"/>
              </p:ext>
            </p:extLst>
          </p:nvPr>
        </p:nvGraphicFramePr>
        <p:xfrm>
          <a:off x="9693985" y="295164"/>
          <a:ext cx="2498015" cy="531739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상영회를 신규등록 및 등록된 상영회를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상영회 등록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접수중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접수기간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대기접수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정원 초과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),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상영중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상영기간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종료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상영일 이후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상영회명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</a:t>
                      </a:r>
                      <a:r>
                        <a:rPr lang="en-US" altLang="ko-KR" sz="800" b="0" baseline="0" dirty="0" err="1">
                          <a:latin typeface="+mn-ea"/>
                          <a:ea typeface="+mn-ea"/>
                          <a:sym typeface="Wingdings"/>
                        </a:rPr>
                        <a:t>tex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접수기간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상영일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정원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대기자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대표 이미지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 첨부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버튼 클릭 시 외부에서 파일을 업로드하는 기능입니다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사용자 페이지에서 썸네일로 노출됨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 페이지에서 노출여부를 선택하는 기능입니다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노출은 기본적으로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지정됨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4. </a:t>
                      </a:r>
                      <a:r>
                        <a:rPr lang="ko-KR" altLang="en-US" sz="800" b="1" dirty="0"/>
                        <a:t>목록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622131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5. </a:t>
                      </a:r>
                      <a:r>
                        <a:rPr lang="ko-KR" altLang="en-US" sz="800" b="1" dirty="0"/>
                        <a:t>저장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취소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6681976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F19A70FF-E1C6-E688-FDEE-0304C9CD04CF}"/>
              </a:ext>
            </a:extLst>
          </p:cNvPr>
          <p:cNvSpPr/>
          <p:nvPr/>
        </p:nvSpPr>
        <p:spPr>
          <a:xfrm>
            <a:off x="606155" y="6041687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4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F81C0B4-EA3B-120B-BB71-752E4FA24AF7}"/>
              </a:ext>
            </a:extLst>
          </p:cNvPr>
          <p:cNvSpPr/>
          <p:nvPr/>
        </p:nvSpPr>
        <p:spPr>
          <a:xfrm>
            <a:off x="400624" y="3177263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2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68A0DA-7148-1B60-1373-DEDC008C5BE6}"/>
              </a:ext>
            </a:extLst>
          </p:cNvPr>
          <p:cNvSpPr/>
          <p:nvPr/>
        </p:nvSpPr>
        <p:spPr>
          <a:xfrm>
            <a:off x="395217" y="3497491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3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71A2641-2F7E-2285-A499-156A6D1B72ED}"/>
              </a:ext>
            </a:extLst>
          </p:cNvPr>
          <p:cNvSpPr/>
          <p:nvPr/>
        </p:nvSpPr>
        <p:spPr>
          <a:xfrm>
            <a:off x="7124169" y="6041686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5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187877F5-E5B7-0527-DDA9-5337E79F4F61}"/>
              </a:ext>
            </a:extLst>
          </p:cNvPr>
          <p:cNvGrpSpPr/>
          <p:nvPr/>
        </p:nvGrpSpPr>
        <p:grpSpPr>
          <a:xfrm>
            <a:off x="2192380" y="1306625"/>
            <a:ext cx="2236321" cy="212366"/>
            <a:chOff x="2192380" y="1306625"/>
            <a:chExt cx="2236321" cy="212366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B640D6B8-C0E5-7DE9-5B5F-07D240DDE55F}"/>
                </a:ext>
              </a:extLst>
            </p:cNvPr>
            <p:cNvGrpSpPr/>
            <p:nvPr/>
          </p:nvGrpSpPr>
          <p:grpSpPr>
            <a:xfrm>
              <a:off x="2192380" y="1306625"/>
              <a:ext cx="627331" cy="212366"/>
              <a:chOff x="2192961" y="1297266"/>
              <a:chExt cx="627331" cy="212366"/>
            </a:xfrm>
          </p:grpSpPr>
          <p:sp>
            <p:nvSpPr>
              <p:cNvPr id="48" name="Circle">
                <a:extLst>
                  <a:ext uri="{FF2B5EF4-FFF2-40B4-BE49-F238E27FC236}">
                    <a16:creationId xmlns:a16="http://schemas.microsoft.com/office/drawing/2014/main" id="{1AD9BD21-ACB2-17C7-7583-B1B26717CB5C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abel">
                <a:extLst>
                  <a:ext uri="{FF2B5EF4-FFF2-40B4-BE49-F238E27FC236}">
                    <a16:creationId xmlns:a16="http://schemas.microsoft.com/office/drawing/2014/main" id="{72474A24-87EA-D2CC-6A03-B652906CE8B2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49398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접수중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253B6287-75F4-29DF-1DDC-E620A36974CA}"/>
                </a:ext>
              </a:extLst>
            </p:cNvPr>
            <p:cNvGrpSpPr/>
            <p:nvPr/>
          </p:nvGrpSpPr>
          <p:grpSpPr>
            <a:xfrm>
              <a:off x="2933715" y="1306625"/>
              <a:ext cx="742748" cy="212366"/>
              <a:chOff x="2629362" y="1297266"/>
              <a:chExt cx="742748" cy="212366"/>
            </a:xfrm>
          </p:grpSpPr>
          <p:grpSp>
            <p:nvGrpSpPr>
              <p:cNvPr id="34" name="그룹 33">
                <a:extLst>
                  <a:ext uri="{FF2B5EF4-FFF2-40B4-BE49-F238E27FC236}">
                    <a16:creationId xmlns:a16="http://schemas.microsoft.com/office/drawing/2014/main" id="{B7E16601-D6E9-AA84-5803-95171FD4CA53}"/>
                  </a:ext>
                </a:extLst>
              </p:cNvPr>
              <p:cNvGrpSpPr/>
              <p:nvPr/>
            </p:nvGrpSpPr>
            <p:grpSpPr>
              <a:xfrm>
                <a:off x="2629362" y="1297266"/>
                <a:ext cx="742748" cy="212366"/>
                <a:chOff x="2617303" y="4444471"/>
                <a:chExt cx="742748" cy="212366"/>
              </a:xfrm>
            </p:grpSpPr>
            <p:sp>
              <p:nvSpPr>
                <p:cNvPr id="39" name="Circle">
                  <a:extLst>
                    <a:ext uri="{FF2B5EF4-FFF2-40B4-BE49-F238E27FC236}">
                      <a16:creationId xmlns:a16="http://schemas.microsoft.com/office/drawing/2014/main" id="{991C1D10-4195-D57E-E403-C307B88B10E7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" name="Check" hidden="1">
                  <a:extLst>
                    <a:ext uri="{FF2B5EF4-FFF2-40B4-BE49-F238E27FC236}">
                      <a16:creationId xmlns:a16="http://schemas.microsoft.com/office/drawing/2014/main" id="{CC176E63-ECCE-0148-9ED6-167C7E1CC07F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" name="Label">
                  <a:extLst>
                    <a:ext uri="{FF2B5EF4-FFF2-40B4-BE49-F238E27FC236}">
                      <a16:creationId xmlns:a16="http://schemas.microsoft.com/office/drawing/2014/main" id="{757C3ACB-2438-49D6-1EF3-36E17733311D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609398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대기접수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7" name="Check">
                <a:extLst>
                  <a:ext uri="{FF2B5EF4-FFF2-40B4-BE49-F238E27FC236}">
                    <a16:creationId xmlns:a16="http://schemas.microsoft.com/office/drawing/2014/main" id="{439B4C07-8813-BFEB-3098-1DA95A42DF57}"/>
                  </a:ext>
                </a:extLst>
              </p:cNvPr>
              <p:cNvSpPr/>
              <p:nvPr/>
            </p:nvSpPr>
            <p:spPr>
              <a:xfrm>
                <a:off x="2666602" y="1374080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84CD247F-CFDC-8E64-7C11-5D4BC3E62108}"/>
                </a:ext>
              </a:extLst>
            </p:cNvPr>
            <p:cNvGrpSpPr/>
            <p:nvPr/>
          </p:nvGrpSpPr>
          <p:grpSpPr>
            <a:xfrm>
              <a:off x="3801370" y="1306625"/>
              <a:ext cx="627331" cy="212366"/>
              <a:chOff x="2434698" y="1297266"/>
              <a:chExt cx="627331" cy="212366"/>
            </a:xfrm>
          </p:grpSpPr>
          <p:sp>
            <p:nvSpPr>
              <p:cNvPr id="23" name="Circle">
                <a:extLst>
                  <a:ext uri="{FF2B5EF4-FFF2-40B4-BE49-F238E27FC236}">
                    <a16:creationId xmlns:a16="http://schemas.microsoft.com/office/drawing/2014/main" id="{D0B362AB-5A86-8C4A-ABA3-88684A42E5E0}"/>
                  </a:ext>
                </a:extLst>
              </p:cNvPr>
              <p:cNvSpPr/>
              <p:nvPr/>
            </p:nvSpPr>
            <p:spPr>
              <a:xfrm>
                <a:off x="2434698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" name="Label">
                <a:extLst>
                  <a:ext uri="{FF2B5EF4-FFF2-40B4-BE49-F238E27FC236}">
                    <a16:creationId xmlns:a16="http://schemas.microsoft.com/office/drawing/2014/main" id="{34764B03-C98E-561D-7864-7212CFDB2431}"/>
                  </a:ext>
                </a:extLst>
              </p:cNvPr>
              <p:cNvSpPr txBox="1"/>
              <p:nvPr/>
            </p:nvSpPr>
            <p:spPr>
              <a:xfrm>
                <a:off x="2568048" y="1297266"/>
                <a:ext cx="49398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상영중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80BBED6-D8ED-0C92-366C-52F53A4D19E8}"/>
              </a:ext>
            </a:extLst>
          </p:cNvPr>
          <p:cNvGrpSpPr/>
          <p:nvPr/>
        </p:nvGrpSpPr>
        <p:grpSpPr>
          <a:xfrm>
            <a:off x="2166575" y="2542100"/>
            <a:ext cx="1016704" cy="241092"/>
            <a:chOff x="2142872" y="1285558"/>
            <a:chExt cx="1016704" cy="241092"/>
          </a:xfrm>
        </p:grpSpPr>
        <p:sp>
          <p:nvSpPr>
            <p:cNvPr id="60" name="Text Box">
              <a:extLst>
                <a:ext uri="{FF2B5EF4-FFF2-40B4-BE49-F238E27FC236}">
                  <a16:creationId xmlns:a16="http://schemas.microsoft.com/office/drawing/2014/main" id="{DF3DB464-AD7F-5CF4-7CE8-947836429125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A9402D0-4581-943E-6313-CEF225A02EF9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AFD60C5B-FFF1-A112-6E67-9E1C0F8B75D1}"/>
              </a:ext>
            </a:extLst>
          </p:cNvPr>
          <p:cNvGrpSpPr/>
          <p:nvPr/>
        </p:nvGrpSpPr>
        <p:grpSpPr>
          <a:xfrm>
            <a:off x="2166575" y="2847249"/>
            <a:ext cx="1016704" cy="241092"/>
            <a:chOff x="2142872" y="1285558"/>
            <a:chExt cx="1016704" cy="241092"/>
          </a:xfrm>
        </p:grpSpPr>
        <p:sp>
          <p:nvSpPr>
            <p:cNvPr id="65" name="Text Box">
              <a:extLst>
                <a:ext uri="{FF2B5EF4-FFF2-40B4-BE49-F238E27FC236}">
                  <a16:creationId xmlns:a16="http://schemas.microsoft.com/office/drawing/2014/main" id="{7C096592-4520-D8EB-63DB-128CF2E28877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B33E8F-C027-B501-2C6A-55DAAFAD4DF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TextBox 30">
            <a:extLst>
              <a:ext uri="{FF2B5EF4-FFF2-40B4-BE49-F238E27FC236}">
                <a16:creationId xmlns:a16="http://schemas.microsoft.com/office/drawing/2014/main" id="{F7E67A22-86D7-85C1-F411-675C07CC8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상영회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상영회 리스트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B31EEBC-2930-7DC1-DCDF-C23DF3AF9DF4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상영회 리스트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7" name="Circle">
            <a:extLst>
              <a:ext uri="{FF2B5EF4-FFF2-40B4-BE49-F238E27FC236}">
                <a16:creationId xmlns:a16="http://schemas.microsoft.com/office/drawing/2014/main" id="{C63B9119-CD1F-04F1-BE07-A21B324331FC}"/>
              </a:ext>
            </a:extLst>
          </p:cNvPr>
          <p:cNvSpPr/>
          <p:nvPr/>
        </p:nvSpPr>
        <p:spPr>
          <a:xfrm>
            <a:off x="4583102" y="1337882"/>
            <a:ext cx="133350" cy="133350"/>
          </a:xfrm>
          <a:prstGeom prst="ellipse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" name="Label">
            <a:extLst>
              <a:ext uri="{FF2B5EF4-FFF2-40B4-BE49-F238E27FC236}">
                <a16:creationId xmlns:a16="http://schemas.microsoft.com/office/drawing/2014/main" id="{C1094DD8-6C3A-D620-0879-0654CE8B3A6D}"/>
              </a:ext>
            </a:extLst>
          </p:cNvPr>
          <p:cNvSpPr txBox="1"/>
          <p:nvPr/>
        </p:nvSpPr>
        <p:spPr>
          <a:xfrm>
            <a:off x="4716452" y="1298374"/>
            <a:ext cx="378565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종료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249704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26770-FE54-90BD-3E25-9DD147539A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757A2D2-233A-7FF8-3CE3-93F2D4F726CB}"/>
              </a:ext>
            </a:extLst>
          </p:cNvPr>
          <p:cNvSpPr txBox="1"/>
          <p:nvPr/>
        </p:nvSpPr>
        <p:spPr>
          <a:xfrm>
            <a:off x="1174190" y="32815"/>
            <a:ext cx="3098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상영회 리스트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B8EFD0FF-43AD-93A5-A4F4-E4E548025B4B}"/>
              </a:ext>
            </a:extLst>
          </p:cNvPr>
          <p:cNvSpPr txBox="1">
            <a:spLocks noChangeArrowheads="1"/>
          </p:cNvSpPr>
          <p:nvPr/>
        </p:nvSpPr>
        <p:spPr>
          <a:xfrm>
            <a:off x="1174190" y="317500"/>
            <a:ext cx="4480161" cy="23083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/>
              <a:buChar char="•"/>
              <a:defRPr sz="3200">
                <a:solidFill>
                  <a:schemeClr val="tx1"/>
                </a:solidFill>
                <a:latin typeface="맑은 고딕"/>
                <a:ea typeface="맑은 고딕"/>
              </a:defRPr>
            </a:lvl1pPr>
            <a:lvl2pPr marL="742950" indent="-285750" latinLnBrk="1">
              <a:spcBef>
                <a:spcPct val="20000"/>
              </a:spcBef>
              <a:buFont typeface="Arial"/>
              <a:buChar char="–"/>
              <a:defRPr sz="2800">
                <a:solidFill>
                  <a:schemeClr val="tx1"/>
                </a:solidFill>
                <a:latin typeface="맑은 고딕"/>
                <a:ea typeface="맑은 고딕"/>
              </a:defRPr>
            </a:lvl2pPr>
            <a:lvl3pPr marL="1143000" indent="-228600" latinLnBrk="1">
              <a:spcBef>
                <a:spcPct val="20000"/>
              </a:spcBef>
              <a:buFont typeface="Arial"/>
              <a:buChar char="•"/>
              <a:defRPr sz="2400">
                <a:solidFill>
                  <a:schemeClr val="tx1"/>
                </a:solidFill>
                <a:latin typeface="맑은 고딕"/>
                <a:ea typeface="맑은 고딕"/>
              </a:defRPr>
            </a:lvl3pPr>
            <a:lvl4pPr marL="1600200" indent="-228600" latinLnBrk="1">
              <a:spcBef>
                <a:spcPct val="20000"/>
              </a:spcBef>
              <a:buFont typeface="Arial"/>
              <a:buChar char="–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4pPr>
            <a:lvl5pPr marL="2057400" indent="-228600" latinLnBrk="1">
              <a:spcBef>
                <a:spcPct val="20000"/>
              </a:spcBef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/>
              <a:buChar char="»"/>
              <a:defRPr sz="2000">
                <a:solidFill>
                  <a:schemeClr val="tx1"/>
                </a:solidFill>
                <a:latin typeface="맑은 고딕"/>
                <a:ea typeface="맑은 고딕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/>
              </a:rPr>
              <a:t>상영회관리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상영회 리스트</a:t>
            </a:r>
            <a:r>
              <a:rPr lang="en-US" altLang="ko-KR" sz="900" dirty="0"/>
              <a:t> &gt; </a:t>
            </a:r>
            <a:r>
              <a:rPr lang="ko-KR" altLang="en-US" sz="900" dirty="0"/>
              <a:t>정원 상세 </a:t>
            </a:r>
            <a:r>
              <a:rPr lang="en-US" altLang="ko-KR" sz="900" dirty="0"/>
              <a:t>[</a:t>
            </a:r>
            <a:r>
              <a:rPr lang="ko-KR" altLang="en-US" sz="900" dirty="0"/>
              <a:t>정원 클릭 시 신청리스트로 이동</a:t>
            </a:r>
            <a:r>
              <a:rPr lang="en-US" altLang="ko-KR" sz="900" dirty="0"/>
              <a:t>]</a:t>
            </a:r>
            <a:endParaRPr lang="ko-KR" altLang="en-US" sz="900" dirty="0"/>
          </a:p>
        </p:txBody>
      </p:sp>
      <p:grpSp>
        <p:nvGrpSpPr>
          <p:cNvPr id="4" name="그룹 4">
            <a:extLst>
              <a:ext uri="{FF2B5EF4-FFF2-40B4-BE49-F238E27FC236}">
                <a16:creationId xmlns:a16="http://schemas.microsoft.com/office/drawing/2014/main" id="{92BCDDEE-620B-CA45-BFCE-C4C13B964615}"/>
              </a:ext>
            </a:extLst>
          </p:cNvPr>
          <p:cNvGrpSpPr/>
          <p:nvPr/>
        </p:nvGrpSpPr>
        <p:grpSpPr>
          <a:xfrm>
            <a:off x="8509536" y="1085237"/>
            <a:ext cx="1269654" cy="252577"/>
            <a:chOff x="8363497" y="1823453"/>
            <a:chExt cx="1269654" cy="252577"/>
          </a:xfrm>
        </p:grpSpPr>
        <p:sp>
          <p:nvSpPr>
            <p:cNvPr id="5" name="Text Box">
              <a:extLst>
                <a:ext uri="{FF2B5EF4-FFF2-40B4-BE49-F238E27FC236}">
                  <a16:creationId xmlns:a16="http://schemas.microsoft.com/office/drawing/2014/main" id="{3C6BCE77-3AB9-FDB1-C51A-7192FC74E30D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endParaRPr lang="en-US" sz="900" dirty="0">
                <a:solidFill>
                  <a:srgbClr val="5F5F5F"/>
                </a:solidFill>
                <a:latin typeface="Segoe UI"/>
                <a:cs typeface="Segoe UI"/>
              </a:endParaRPr>
            </a:p>
          </p:txBody>
        </p:sp>
        <p:sp>
          <p:nvSpPr>
            <p:cNvPr id="6" name="Chevron Down">
              <a:extLst>
                <a:ext uri="{FF2B5EF4-FFF2-40B4-BE49-F238E27FC236}">
                  <a16:creationId xmlns:a16="http://schemas.microsoft.com/office/drawing/2014/main" id="{BCA661AD-2BC6-2D5E-40BF-2C4A97CB33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00447" y="1920765"/>
              <a:ext cx="110331" cy="60621"/>
            </a:xfrm>
            <a:custGeom>
              <a:avLst/>
              <a:gdLst/>
              <a:ahLst/>
              <a:cxnLst/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endParaRPr lang="en-US" sz="900">
                <a:latin typeface="Segoe UI"/>
                <a:cs typeface="Segoe UI"/>
              </a:endParaRPr>
            </a:p>
          </p:txBody>
        </p:sp>
        <p:sp>
          <p:nvSpPr>
            <p:cNvPr id="7" name="TextBox 30">
              <a:extLst>
                <a:ext uri="{FF2B5EF4-FFF2-40B4-BE49-F238E27FC236}">
                  <a16:creationId xmlns:a16="http://schemas.microsoft.com/office/drawing/2014/main" id="{EB89B580-E39D-3A56-53F8-7038FAAD2D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/>
                <a:buChar char="•"/>
                <a:defRPr sz="3200">
                  <a:solidFill>
                    <a:schemeClr val="tx1"/>
                  </a:solidFill>
                  <a:latin typeface="맑은 고딕"/>
                  <a:ea typeface="맑은 고딕"/>
                </a:defRPr>
              </a:lvl1pPr>
              <a:lvl2pPr marL="742950" indent="-285750" latinLnBrk="1">
                <a:spcBef>
                  <a:spcPct val="20000"/>
                </a:spcBef>
                <a:buFont typeface="Arial"/>
                <a:buChar char="–"/>
                <a:defRPr sz="2800">
                  <a:solidFill>
                    <a:schemeClr val="tx1"/>
                  </a:solidFill>
                  <a:latin typeface="맑은 고딕"/>
                  <a:ea typeface="맑은 고딕"/>
                </a:defRPr>
              </a:lvl2pPr>
              <a:lvl3pPr marL="1143000" indent="-228600" latinLnBrk="1">
                <a:spcBef>
                  <a:spcPct val="20000"/>
                </a:spcBef>
                <a:buFont typeface="Arial"/>
                <a:buChar char="•"/>
                <a:defRPr sz="2400">
                  <a:solidFill>
                    <a:schemeClr val="tx1"/>
                  </a:solidFill>
                  <a:latin typeface="맑은 고딕"/>
                  <a:ea typeface="맑은 고딕"/>
                </a:defRPr>
              </a:lvl3pPr>
              <a:lvl4pPr marL="1600200" indent="-228600" latinLnBrk="1">
                <a:spcBef>
                  <a:spcPct val="20000"/>
                </a:spcBef>
                <a:buFont typeface="Arial"/>
                <a:buChar char="–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4pPr>
              <a:lvl5pPr marL="2057400" indent="-228600" latinLnBrk="1">
                <a:spcBef>
                  <a:spcPct val="20000"/>
                </a:spcBef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D1F1BF61-3593-074A-AD7B-F0FB1B766B13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/>
                <a:buChar char="•"/>
                <a:defRPr sz="3200">
                  <a:solidFill>
                    <a:schemeClr val="tx1"/>
                  </a:solidFill>
                  <a:latin typeface="맑은 고딕"/>
                  <a:ea typeface="맑은 고딕"/>
                </a:defRPr>
              </a:lvl1pPr>
              <a:lvl2pPr marL="742950" indent="-285750" latinLnBrk="1">
                <a:spcBef>
                  <a:spcPct val="20000"/>
                </a:spcBef>
                <a:buFont typeface="Arial"/>
                <a:buChar char="–"/>
                <a:defRPr sz="2800">
                  <a:solidFill>
                    <a:schemeClr val="tx1"/>
                  </a:solidFill>
                  <a:latin typeface="맑은 고딕"/>
                  <a:ea typeface="맑은 고딕"/>
                </a:defRPr>
              </a:lvl2pPr>
              <a:lvl3pPr marL="1143000" indent="-228600" latinLnBrk="1">
                <a:spcBef>
                  <a:spcPct val="20000"/>
                </a:spcBef>
                <a:buFont typeface="Arial"/>
                <a:buChar char="•"/>
                <a:defRPr sz="2400">
                  <a:solidFill>
                    <a:schemeClr val="tx1"/>
                  </a:solidFill>
                  <a:latin typeface="맑은 고딕"/>
                  <a:ea typeface="맑은 고딕"/>
                </a:defRPr>
              </a:lvl3pPr>
              <a:lvl4pPr marL="1600200" indent="-228600" latinLnBrk="1">
                <a:spcBef>
                  <a:spcPct val="20000"/>
                </a:spcBef>
                <a:buFont typeface="Arial"/>
                <a:buChar char="–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4pPr>
              <a:lvl5pPr marL="2057400" indent="-228600" latinLnBrk="1">
                <a:spcBef>
                  <a:spcPct val="20000"/>
                </a:spcBef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>
                  <a:solidFill>
                    <a:schemeClr val="tx1"/>
                  </a:solidFill>
                  <a:latin typeface="맑은 고딕"/>
                  <a:ea typeface="맑은 고딕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9" name="TextBox 9">
            <a:extLst>
              <a:ext uri="{FF2B5EF4-FFF2-40B4-BE49-F238E27FC236}">
                <a16:creationId xmlns:a16="http://schemas.microsoft.com/office/drawing/2014/main" id="{36975F90-88D5-26BC-8C25-82D69FCA2465}"/>
              </a:ext>
            </a:extLst>
          </p:cNvPr>
          <p:cNvSpPr txBox="1"/>
          <p:nvPr/>
        </p:nvSpPr>
        <p:spPr>
          <a:xfrm>
            <a:off x="70681" y="899824"/>
            <a:ext cx="1744345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b="1" dirty="0"/>
              <a:t>(</a:t>
            </a:r>
            <a:r>
              <a:rPr lang="ko-KR" altLang="en-US" b="1" dirty="0"/>
              <a:t>상영회명</a:t>
            </a:r>
            <a:r>
              <a:rPr lang="en-US" altLang="ko-KR" b="1" dirty="0"/>
              <a:t>)</a:t>
            </a:r>
            <a:r>
              <a:rPr lang="ko-KR" altLang="en-US" b="1" dirty="0"/>
              <a:t>신청자리스트</a:t>
            </a:r>
          </a:p>
        </p:txBody>
      </p:sp>
      <p:pic>
        <p:nvPicPr>
          <p:cNvPr id="11" name="그림 38">
            <a:extLst>
              <a:ext uri="{FF2B5EF4-FFF2-40B4-BE49-F238E27FC236}">
                <a16:creationId xmlns:a16="http://schemas.microsoft.com/office/drawing/2014/main" id="{D070F67E-DC12-1C4C-4974-19E1DFBD2CD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tretch>
            <a:fillRect/>
          </a:stretch>
        </p:blipFill>
        <p:spPr>
          <a:xfrm>
            <a:off x="7416738" y="1053384"/>
            <a:ext cx="1047750" cy="228600"/>
          </a:xfrm>
          <a:prstGeom prst="rect">
            <a:avLst/>
          </a:prstGeom>
        </p:spPr>
      </p:pic>
      <p:graphicFrame>
        <p:nvGraphicFramePr>
          <p:cNvPr id="29" name="표 55">
            <a:extLst>
              <a:ext uri="{FF2B5EF4-FFF2-40B4-BE49-F238E27FC236}">
                <a16:creationId xmlns:a16="http://schemas.microsoft.com/office/drawing/2014/main" id="{F5035D52-C041-4411-94F2-0CFDA1358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089473"/>
              </p:ext>
            </p:extLst>
          </p:nvPr>
        </p:nvGraphicFramePr>
        <p:xfrm>
          <a:off x="9696037" y="291622"/>
          <a:ext cx="2498015" cy="255317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800" b="1" dirty="0"/>
                        <a:t>상영회 리스트에서 정원을 클릭 후 상영회의 신청자리스트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신청자리스트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상영회를 신청한 신청자리스트를 확인할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kumimoji="0" lang="en-US" altLang="ko-KR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- </a:t>
                      </a:r>
                      <a:r>
                        <a:rPr kumimoji="0" lang="ko-KR" altLang="en-US" sz="800" b="0" i="0" u="none" strike="noStrike" kern="1200" spc="0" normalizeH="0" baseline="0" noProof="0" dirty="0"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  <a:sym typeface="Wingdings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spc="0" normalizeH="0" baseline="0" noProof="0" dirty="0"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0" name="직사각형 60">
            <a:extLst>
              <a:ext uri="{FF2B5EF4-FFF2-40B4-BE49-F238E27FC236}">
                <a16:creationId xmlns:a16="http://schemas.microsoft.com/office/drawing/2014/main" id="{DF7F67F9-4F7B-BE3E-321C-6C9D123D55C2}"/>
              </a:ext>
            </a:extLst>
          </p:cNvPr>
          <p:cNvSpPr/>
          <p:nvPr/>
        </p:nvSpPr>
        <p:spPr>
          <a:xfrm>
            <a:off x="1461899" y="93056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C37EF40-041B-3E3A-B4BA-F315001B2109}"/>
              </a:ext>
            </a:extLst>
          </p:cNvPr>
          <p:cNvSpPr txBox="1"/>
          <p:nvPr/>
        </p:nvSpPr>
        <p:spPr>
          <a:xfrm>
            <a:off x="-6954" y="1223214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4C4BE08A-B442-CAF7-DA00-1BC3214F0C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9544237"/>
              </p:ext>
            </p:extLst>
          </p:nvPr>
        </p:nvGraphicFramePr>
        <p:xfrm>
          <a:off x="59207" y="1438327"/>
          <a:ext cx="9567871" cy="302774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7482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92365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517974">
                  <a:extLst>
                    <a:ext uri="{9D8B030D-6E8A-4147-A177-3AD203B41FA5}">
                      <a16:colId xmlns:a16="http://schemas.microsoft.com/office/drawing/2014/main" val="780298808"/>
                    </a:ext>
                  </a:extLst>
                </a:gridCol>
                <a:gridCol w="856000">
                  <a:extLst>
                    <a:ext uri="{9D8B030D-6E8A-4147-A177-3AD203B41FA5}">
                      <a16:colId xmlns:a16="http://schemas.microsoft.com/office/drawing/2014/main" val="3958185502"/>
                    </a:ext>
                  </a:extLst>
                </a:gridCol>
                <a:gridCol w="686988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686988">
                  <a:extLst>
                    <a:ext uri="{9D8B030D-6E8A-4147-A177-3AD203B41FA5}">
                      <a16:colId xmlns:a16="http://schemas.microsoft.com/office/drawing/2014/main" val="584772092"/>
                    </a:ext>
                  </a:extLst>
                </a:gridCol>
                <a:gridCol w="845364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588676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1090573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723912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49648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41069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541069">
                  <a:extLst>
                    <a:ext uri="{9D8B030D-6E8A-4147-A177-3AD203B41FA5}">
                      <a16:colId xmlns:a16="http://schemas.microsoft.com/office/drawing/2014/main" val="822172761"/>
                    </a:ext>
                  </a:extLst>
                </a:gridCol>
                <a:gridCol w="969763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54650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접수번호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회원상태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생년월일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상영회명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신청상태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출석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sng" dirty="0" err="1">
                          <a:solidFill>
                            <a:schemeClr val="tx1"/>
                          </a:solidFill>
                        </a:rPr>
                        <a:t>슈팅걸스</a:t>
                      </a:r>
                      <a:endParaRPr lang="ko-KR" altLang="en-US" sz="800" b="0" u="sng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신청완료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슈팅걸스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신청대기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슈팅걸스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대기자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일반회원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슈팅걸스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0000.00.00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166CB32D-EF80-9199-C5BD-90F65FD5638D}"/>
              </a:ext>
            </a:extLst>
          </p:cNvPr>
          <p:cNvGrpSpPr/>
          <p:nvPr/>
        </p:nvGrpSpPr>
        <p:grpSpPr>
          <a:xfrm>
            <a:off x="8729223" y="2186229"/>
            <a:ext cx="831679" cy="222794"/>
            <a:chOff x="8483974" y="2715793"/>
            <a:chExt cx="903358" cy="241996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C603799E-B614-EE6C-85A7-975C4AFC8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Button">
              <a:extLst>
                <a:ext uri="{FF2B5EF4-FFF2-40B4-BE49-F238E27FC236}">
                  <a16:creationId xmlns:a16="http://schemas.microsoft.com/office/drawing/2014/main" id="{A45DA820-44B0-63E1-E65F-793E2DD4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EA506CA1-DD75-7E8B-4D78-D79504A94A20}"/>
              </a:ext>
            </a:extLst>
          </p:cNvPr>
          <p:cNvGrpSpPr/>
          <p:nvPr/>
        </p:nvGrpSpPr>
        <p:grpSpPr>
          <a:xfrm>
            <a:off x="8729223" y="2869391"/>
            <a:ext cx="831679" cy="222794"/>
            <a:chOff x="8483974" y="2715793"/>
            <a:chExt cx="903358" cy="241996"/>
          </a:xfrm>
        </p:grpSpPr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9F7621E4-8BFD-6310-C00C-126A6F23D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Button">
              <a:extLst>
                <a:ext uri="{FF2B5EF4-FFF2-40B4-BE49-F238E27FC236}">
                  <a16:creationId xmlns:a16="http://schemas.microsoft.com/office/drawing/2014/main" id="{243A8FC7-53DA-2742-22BF-73836C9A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9F6F53B-9800-632C-1808-F4CCE64E8E57}"/>
              </a:ext>
            </a:extLst>
          </p:cNvPr>
          <p:cNvGrpSpPr/>
          <p:nvPr/>
        </p:nvGrpSpPr>
        <p:grpSpPr>
          <a:xfrm>
            <a:off x="8729223" y="3460136"/>
            <a:ext cx="831679" cy="222794"/>
            <a:chOff x="8483974" y="2715793"/>
            <a:chExt cx="903358" cy="241996"/>
          </a:xfrm>
        </p:grpSpPr>
        <p:sp>
          <p:nvSpPr>
            <p:cNvPr id="57" name="Button">
              <a:extLst>
                <a:ext uri="{FF2B5EF4-FFF2-40B4-BE49-F238E27FC236}">
                  <a16:creationId xmlns:a16="http://schemas.microsoft.com/office/drawing/2014/main" id="{B8730202-9548-40EF-474A-619BE495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Button">
              <a:extLst>
                <a:ext uri="{FF2B5EF4-FFF2-40B4-BE49-F238E27FC236}">
                  <a16:creationId xmlns:a16="http://schemas.microsoft.com/office/drawing/2014/main" id="{27C608B7-6E02-E9BF-6344-356A50803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14E36BEC-5CB1-821A-F556-18FFFC120421}"/>
              </a:ext>
            </a:extLst>
          </p:cNvPr>
          <p:cNvGrpSpPr/>
          <p:nvPr/>
        </p:nvGrpSpPr>
        <p:grpSpPr>
          <a:xfrm>
            <a:off x="8729223" y="4000347"/>
            <a:ext cx="831679" cy="222794"/>
            <a:chOff x="8483974" y="2715793"/>
            <a:chExt cx="903358" cy="241996"/>
          </a:xfrm>
        </p:grpSpPr>
        <p:sp>
          <p:nvSpPr>
            <p:cNvPr id="60" name="Button">
              <a:extLst>
                <a:ext uri="{FF2B5EF4-FFF2-40B4-BE49-F238E27FC236}">
                  <a16:creationId xmlns:a16="http://schemas.microsoft.com/office/drawing/2014/main" id="{6F1189CC-2002-9BE1-AC49-067A695B9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" name="Button">
              <a:extLst>
                <a:ext uri="{FF2B5EF4-FFF2-40B4-BE49-F238E27FC236}">
                  <a16:creationId xmlns:a16="http://schemas.microsoft.com/office/drawing/2014/main" id="{0114DDD2-F59F-E1D6-784E-30F4A45F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AE2232F8-E9F4-6523-AE78-9FBAAD49B57D}"/>
              </a:ext>
            </a:extLst>
          </p:cNvPr>
          <p:cNvSpPr/>
          <p:nvPr/>
        </p:nvSpPr>
        <p:spPr>
          <a:xfrm>
            <a:off x="8983691" y="201857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65" name="Pagination">
            <a:extLst>
              <a:ext uri="{FF2B5EF4-FFF2-40B4-BE49-F238E27FC236}">
                <a16:creationId xmlns:a16="http://schemas.microsoft.com/office/drawing/2014/main" id="{E06ADEFE-C531-0B2C-A16D-30C0A7B08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4545557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10" name="Button">
            <a:extLst>
              <a:ext uri="{FF2B5EF4-FFF2-40B4-BE49-F238E27FC236}">
                <a16:creationId xmlns:a16="http://schemas.microsoft.com/office/drawing/2014/main" id="{ACB5E756-3539-C50E-CFFB-11B491FE4440}"/>
              </a:ext>
            </a:extLst>
          </p:cNvPr>
          <p:cNvSpPr>
            <a:spLocks/>
          </p:cNvSpPr>
          <p:nvPr/>
        </p:nvSpPr>
        <p:spPr bwMode="auto">
          <a:xfrm>
            <a:off x="8158574" y="2171979"/>
            <a:ext cx="40175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출석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Button">
            <a:extLst>
              <a:ext uri="{FF2B5EF4-FFF2-40B4-BE49-F238E27FC236}">
                <a16:creationId xmlns:a16="http://schemas.microsoft.com/office/drawing/2014/main" id="{493E0978-968B-6185-411E-82DCC143E137}"/>
              </a:ext>
            </a:extLst>
          </p:cNvPr>
          <p:cNvSpPr>
            <a:spLocks/>
          </p:cNvSpPr>
          <p:nvPr/>
        </p:nvSpPr>
        <p:spPr bwMode="auto">
          <a:xfrm>
            <a:off x="8181040" y="2857023"/>
            <a:ext cx="40175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출석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" name="Button">
            <a:extLst>
              <a:ext uri="{FF2B5EF4-FFF2-40B4-BE49-F238E27FC236}">
                <a16:creationId xmlns:a16="http://schemas.microsoft.com/office/drawing/2014/main" id="{9F1E780C-F523-AA7A-DE74-642B46198E44}"/>
              </a:ext>
            </a:extLst>
          </p:cNvPr>
          <p:cNvSpPr>
            <a:spLocks/>
          </p:cNvSpPr>
          <p:nvPr/>
        </p:nvSpPr>
        <p:spPr bwMode="auto">
          <a:xfrm>
            <a:off x="8181040" y="3461196"/>
            <a:ext cx="40175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출석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" name="Button">
            <a:extLst>
              <a:ext uri="{FF2B5EF4-FFF2-40B4-BE49-F238E27FC236}">
                <a16:creationId xmlns:a16="http://schemas.microsoft.com/office/drawing/2014/main" id="{29A69FB5-C0B1-062A-1C00-530EF9BADD06}"/>
              </a:ext>
            </a:extLst>
          </p:cNvPr>
          <p:cNvSpPr>
            <a:spLocks/>
          </p:cNvSpPr>
          <p:nvPr/>
        </p:nvSpPr>
        <p:spPr bwMode="auto">
          <a:xfrm>
            <a:off x="8181040" y="3998812"/>
            <a:ext cx="40175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출석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4569448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162F676-3688-458E-B720-A203BE2DD7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57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08.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미디어체험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169382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B0EE87-6283-E452-E475-C31D848194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1E46CCD-37E1-2059-5529-65E0AC86C152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체험 신청리스트</a:t>
            </a:r>
            <a:endParaRPr lang="en-US" altLang="ko-KR" sz="9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4AD9CAC-0E80-3E3A-704C-532C62C25CAE}"/>
              </a:ext>
            </a:extLst>
          </p:cNvPr>
          <p:cNvSpPr txBox="1"/>
          <p:nvPr/>
        </p:nvSpPr>
        <p:spPr>
          <a:xfrm>
            <a:off x="-1418" y="3052989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61BB9C55-81E4-88C0-8DB9-89E6013B0A2D}"/>
              </a:ext>
            </a:extLst>
          </p:cNvPr>
          <p:cNvGrpSpPr/>
          <p:nvPr/>
        </p:nvGrpSpPr>
        <p:grpSpPr>
          <a:xfrm>
            <a:off x="8509536" y="3045807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161C9930-9480-C724-8077-61B6042D61C9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B186F880-24F2-BABD-88CA-245A6A77B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C2EB891F-4112-FED9-F5D2-EAB04F3366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4F216D7A-7301-FAAE-0123-2176BB572C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E039484-1F07-1C93-9898-A514C288CECE}"/>
              </a:ext>
            </a:extLst>
          </p:cNvPr>
          <p:cNvSpPr txBox="1"/>
          <p:nvPr/>
        </p:nvSpPr>
        <p:spPr>
          <a:xfrm>
            <a:off x="88996" y="871208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체험 신청리스트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38AF6339-B412-66C8-3B3D-48950CBB16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006974"/>
              </p:ext>
            </p:extLst>
          </p:nvPr>
        </p:nvGraphicFramePr>
        <p:xfrm>
          <a:off x="88996" y="3345406"/>
          <a:ext cx="9521532" cy="285751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7818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05590">
                  <a:extLst>
                    <a:ext uri="{9D8B030D-6E8A-4147-A177-3AD203B41FA5}">
                      <a16:colId xmlns:a16="http://schemas.microsoft.com/office/drawing/2014/main" val="4197239386"/>
                    </a:ext>
                  </a:extLst>
                </a:gridCol>
                <a:gridCol w="50559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698726">
                  <a:extLst>
                    <a:ext uri="{9D8B030D-6E8A-4147-A177-3AD203B41FA5}">
                      <a16:colId xmlns:a16="http://schemas.microsoft.com/office/drawing/2014/main" val="584772092"/>
                    </a:ext>
                  </a:extLst>
                </a:gridCol>
                <a:gridCol w="829365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775762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904670">
                  <a:extLst>
                    <a:ext uri="{9D8B030D-6E8A-4147-A177-3AD203B41FA5}">
                      <a16:colId xmlns:a16="http://schemas.microsoft.com/office/drawing/2014/main" val="381348549"/>
                    </a:ext>
                  </a:extLst>
                </a:gridCol>
                <a:gridCol w="904670">
                  <a:extLst>
                    <a:ext uri="{9D8B030D-6E8A-4147-A177-3AD203B41FA5}">
                      <a16:colId xmlns:a16="http://schemas.microsoft.com/office/drawing/2014/main" val="3797885445"/>
                    </a:ext>
                  </a:extLst>
                </a:gridCol>
                <a:gridCol w="457231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814344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812968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583971">
                  <a:extLst>
                    <a:ext uri="{9D8B030D-6E8A-4147-A177-3AD203B41FA5}">
                      <a16:colId xmlns:a16="http://schemas.microsoft.com/office/drawing/2014/main" val="3106460134"/>
                    </a:ext>
                  </a:extLst>
                </a:gridCol>
                <a:gridCol w="476714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  <a:gridCol w="984113">
                  <a:extLst>
                    <a:ext uri="{9D8B030D-6E8A-4147-A177-3AD203B41FA5}">
                      <a16:colId xmlns:a16="http://schemas.microsoft.com/office/drawing/2014/main" val="54610411"/>
                    </a:ext>
                  </a:extLst>
                </a:gridCol>
              </a:tblGrid>
              <a:tr h="41887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+mn-lt"/>
                        </a:rPr>
                        <a:t>No.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이메일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체험분야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단체명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+mn-lt"/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학교명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주소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인원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희망날짜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/>
                        <a:t>희망 이용시간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/>
                        <a:t>등록일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3825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lt"/>
                        </a:rPr>
                        <a:t>000-0000-000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hong1234@homepagekorea.com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TV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방송제작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라디오방송제작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인천광역시 </a:t>
                      </a: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000 0000 000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2024-10-04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10:00~15:00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2024.09.31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825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lt"/>
                        </a:rPr>
                        <a:t>000-0000-000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hong1234@homepagekorea.com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TV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방송제작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라디오방송제작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인천광역시 </a:t>
                      </a: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000 0000 000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2024-10-04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10:00~15:00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55680"/>
                  </a:ext>
                </a:extLst>
              </a:tr>
              <a:tr h="3825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lt"/>
                        </a:rPr>
                        <a:t>000-0000-000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hong1234@homepagekorea.com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TV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방송제작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라디오방송제작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인천광역시 </a:t>
                      </a: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000 0000 000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2024-10-04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10:00~15:00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399327"/>
                  </a:ext>
                </a:extLst>
              </a:tr>
              <a:tr h="3825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lt"/>
                        </a:rPr>
                        <a:t>000-0000-000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hong1234@homepagekorea.com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TV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방송제작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라디오방송제작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인천광역시 </a:t>
                      </a: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000 0000 000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2024-10-04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10:00~15:00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4670613"/>
                  </a:ext>
                </a:extLst>
              </a:tr>
              <a:tr h="3825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lt"/>
                        </a:rPr>
                        <a:t>000-0000-000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hong1234@homepagekorea.com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TV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방송제작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라디오방송제작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인천광역시 </a:t>
                      </a: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000 0000 000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2024-10-04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  <a:latin typeface="+mn-lt"/>
                        </a:rPr>
                        <a:t>10:00~15:00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89753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355A565-0582-94E6-9306-C7C2BDFDA4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1338199"/>
              </p:ext>
            </p:extLst>
          </p:nvPr>
        </p:nvGraphicFramePr>
        <p:xfrm>
          <a:off x="144543" y="1102215"/>
          <a:ext cx="5968845" cy="10560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531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2777">
                  <a:extLst>
                    <a:ext uri="{9D8B030D-6E8A-4147-A177-3AD203B41FA5}">
                      <a16:colId xmlns:a16="http://schemas.microsoft.com/office/drawing/2014/main" val="2290178119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7219603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체험분야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33EAF9C8-5798-B341-B3C5-AB12970046E1}"/>
              </a:ext>
            </a:extLst>
          </p:cNvPr>
          <p:cNvSpPr/>
          <p:nvPr/>
        </p:nvSpPr>
        <p:spPr>
          <a:xfrm>
            <a:off x="5146470" y="1147314"/>
            <a:ext cx="920193" cy="9588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5" name="Text Box">
            <a:extLst>
              <a:ext uri="{FF2B5EF4-FFF2-40B4-BE49-F238E27FC236}">
                <a16:creationId xmlns:a16="http://schemas.microsoft.com/office/drawing/2014/main" id="{EF1B7F8F-3742-BA0A-7032-FBB28792193C}"/>
              </a:ext>
            </a:extLst>
          </p:cNvPr>
          <p:cNvSpPr/>
          <p:nvPr/>
        </p:nvSpPr>
        <p:spPr>
          <a:xfrm>
            <a:off x="2709403" y="1489751"/>
            <a:ext cx="2338261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2BF1F73-D7DD-0067-AB4C-123B1E4B5DE7}"/>
              </a:ext>
            </a:extLst>
          </p:cNvPr>
          <p:cNvGrpSpPr/>
          <p:nvPr/>
        </p:nvGrpSpPr>
        <p:grpSpPr>
          <a:xfrm>
            <a:off x="1644887" y="1491664"/>
            <a:ext cx="1016704" cy="241092"/>
            <a:chOff x="2142872" y="1285558"/>
            <a:chExt cx="1016704" cy="241092"/>
          </a:xfrm>
        </p:grpSpPr>
        <p:sp>
          <p:nvSpPr>
            <p:cNvPr id="36" name="Text Box">
              <a:extLst>
                <a:ext uri="{FF2B5EF4-FFF2-40B4-BE49-F238E27FC236}">
                  <a16:creationId xmlns:a16="http://schemas.microsoft.com/office/drawing/2014/main" id="{7DC89E7D-7526-F20C-00E9-60EF5A961852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F19E81A-40CA-74B8-A3FD-5D4019189873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9" name="그림 38">
            <a:extLst>
              <a:ext uri="{FF2B5EF4-FFF2-40B4-BE49-F238E27FC236}">
                <a16:creationId xmlns:a16="http://schemas.microsoft.com/office/drawing/2014/main" id="{86A35F37-8A53-34F2-10F5-8C392A43E0A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16738" y="3013954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2E5240EA-938E-DB76-654A-7FC3617E9D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6473181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52CA1957-FA48-A017-2209-762E5A756A4B}"/>
              </a:ext>
            </a:extLst>
          </p:cNvPr>
          <p:cNvGrpSpPr/>
          <p:nvPr/>
        </p:nvGrpSpPr>
        <p:grpSpPr>
          <a:xfrm>
            <a:off x="8716894" y="3889755"/>
            <a:ext cx="831679" cy="222794"/>
            <a:chOff x="8483974" y="2715793"/>
            <a:chExt cx="903358" cy="241996"/>
          </a:xfrm>
        </p:grpSpPr>
        <p:sp>
          <p:nvSpPr>
            <p:cNvPr id="27" name="Button">
              <a:extLst>
                <a:ext uri="{FF2B5EF4-FFF2-40B4-BE49-F238E27FC236}">
                  <a16:creationId xmlns:a16="http://schemas.microsoft.com/office/drawing/2014/main" id="{272B7B22-615C-3E9E-54C3-BCFDFD299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9E97AF9C-556F-7973-0E80-D8278DFF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C57F0850-E492-3FDE-81D7-7B91FF91F532}"/>
              </a:ext>
            </a:extLst>
          </p:cNvPr>
          <p:cNvGrpSpPr/>
          <p:nvPr/>
        </p:nvGrpSpPr>
        <p:grpSpPr>
          <a:xfrm>
            <a:off x="8716894" y="4376872"/>
            <a:ext cx="831679" cy="222794"/>
            <a:chOff x="8483974" y="2715793"/>
            <a:chExt cx="903358" cy="241996"/>
          </a:xfrm>
        </p:grpSpPr>
        <p:sp>
          <p:nvSpPr>
            <p:cNvPr id="42" name="Button">
              <a:extLst>
                <a:ext uri="{FF2B5EF4-FFF2-40B4-BE49-F238E27FC236}">
                  <a16:creationId xmlns:a16="http://schemas.microsoft.com/office/drawing/2014/main" id="{D45857C7-306D-F52E-8BCF-482CFA4E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Button">
              <a:extLst>
                <a:ext uri="{FF2B5EF4-FFF2-40B4-BE49-F238E27FC236}">
                  <a16:creationId xmlns:a16="http://schemas.microsoft.com/office/drawing/2014/main" id="{7628273F-598B-6D7E-353B-D8EF964C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CEACF048-729C-E7F1-2680-D5B1E8B0C421}"/>
              </a:ext>
            </a:extLst>
          </p:cNvPr>
          <p:cNvGrpSpPr/>
          <p:nvPr/>
        </p:nvGrpSpPr>
        <p:grpSpPr>
          <a:xfrm>
            <a:off x="8716894" y="4869371"/>
            <a:ext cx="831679" cy="222794"/>
            <a:chOff x="8483974" y="2715793"/>
            <a:chExt cx="903358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6504568B-BCDA-D30C-EE39-F7C53678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Button">
              <a:extLst>
                <a:ext uri="{FF2B5EF4-FFF2-40B4-BE49-F238E27FC236}">
                  <a16:creationId xmlns:a16="http://schemas.microsoft.com/office/drawing/2014/main" id="{707DEE63-B413-7F85-9E42-BD0B46080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418D8D6B-D3ED-4C02-B40C-BFFA11413A49}"/>
              </a:ext>
            </a:extLst>
          </p:cNvPr>
          <p:cNvGrpSpPr/>
          <p:nvPr/>
        </p:nvGrpSpPr>
        <p:grpSpPr>
          <a:xfrm>
            <a:off x="8716894" y="5350301"/>
            <a:ext cx="831679" cy="222794"/>
            <a:chOff x="8483974" y="2715793"/>
            <a:chExt cx="903358" cy="241996"/>
          </a:xfrm>
        </p:grpSpPr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84956F40-1532-9E43-2A22-001770E9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EC236D5F-D607-23D1-BD4C-23043F283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27BCE904-87CE-95A7-6D99-7589BF9F5D87}"/>
              </a:ext>
            </a:extLst>
          </p:cNvPr>
          <p:cNvGrpSpPr/>
          <p:nvPr/>
        </p:nvGrpSpPr>
        <p:grpSpPr>
          <a:xfrm>
            <a:off x="8716894" y="5826425"/>
            <a:ext cx="831679" cy="222794"/>
            <a:chOff x="8483974" y="2715793"/>
            <a:chExt cx="903358" cy="241996"/>
          </a:xfrm>
        </p:grpSpPr>
        <p:sp>
          <p:nvSpPr>
            <p:cNvPr id="53" name="Button">
              <a:extLst>
                <a:ext uri="{FF2B5EF4-FFF2-40B4-BE49-F238E27FC236}">
                  <a16:creationId xmlns:a16="http://schemas.microsoft.com/office/drawing/2014/main" id="{B9D4F519-86A7-AD8E-5AF7-AE7F1DDF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02880E26-AA39-09C1-B2EF-70836C30A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" name="TextBox 30">
            <a:extLst>
              <a:ext uri="{FF2B5EF4-FFF2-40B4-BE49-F238E27FC236}">
                <a16:creationId xmlns:a16="http://schemas.microsoft.com/office/drawing/2014/main" id="{29AEED7F-32F2-3AAC-041F-85BB83FE5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미디어체험 관리 </a:t>
            </a:r>
            <a:r>
              <a:rPr lang="en-US" altLang="ko-KR" sz="900" dirty="0"/>
              <a:t>&gt; </a:t>
            </a: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체험 신청리스트</a:t>
            </a:r>
            <a:endParaRPr lang="en-US" altLang="ko-KR" sz="900" dirty="0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B38C763-7144-DCBD-37A6-618E9FF9CE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8996096"/>
              </p:ext>
            </p:extLst>
          </p:nvPr>
        </p:nvGraphicFramePr>
        <p:xfrm>
          <a:off x="9696037" y="291622"/>
          <a:ext cx="2498015" cy="451873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미디어체험 관리 </a:t>
                      </a:r>
                      <a:r>
                        <a:rPr lang="en-US" altLang="ko-KR" sz="800" b="1" dirty="0"/>
                        <a:t>&gt; </a:t>
                      </a:r>
                      <a:r>
                        <a:rPr lang="ko-KR" altLang="en-US" sz="800" b="1" dirty="0"/>
                        <a:t>체험 신청 목록으로 신청자를 확인할 수 있는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체험분야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TV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방송제작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라디오방송제작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기상캐스터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드론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VR(</a:t>
                      </a:r>
                      <a:r>
                        <a:rPr lang="ko-KR" altLang="en-US" sz="800" dirty="0">
                          <a:solidFill>
                            <a:srgbClr val="5F5F5F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가상현실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캘린더 보기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버튼 클릭 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상영회 탭으로 정렬 된 캘린더가 팝업으로 표시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516410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391798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8792947"/>
                  </a:ext>
                </a:extLst>
              </a:tr>
            </a:tbl>
          </a:graphicData>
        </a:graphic>
      </p:graphicFrame>
      <p:sp>
        <p:nvSpPr>
          <p:cNvPr id="29" name="Text Box">
            <a:extLst>
              <a:ext uri="{FF2B5EF4-FFF2-40B4-BE49-F238E27FC236}">
                <a16:creationId xmlns:a16="http://schemas.microsoft.com/office/drawing/2014/main" id="{37DC82F7-70E8-F6BC-3D12-8EF96B4F5B58}"/>
              </a:ext>
            </a:extLst>
          </p:cNvPr>
          <p:cNvSpPr/>
          <p:nvPr/>
        </p:nvSpPr>
        <p:spPr>
          <a:xfrm>
            <a:off x="2715604" y="1151225"/>
            <a:ext cx="2338261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0BF18150-75B0-40C5-5471-F98C074F8C92}"/>
              </a:ext>
            </a:extLst>
          </p:cNvPr>
          <p:cNvGrpSpPr/>
          <p:nvPr/>
        </p:nvGrpSpPr>
        <p:grpSpPr>
          <a:xfrm>
            <a:off x="1651088" y="1153138"/>
            <a:ext cx="1016704" cy="241092"/>
            <a:chOff x="2142872" y="1285558"/>
            <a:chExt cx="1016704" cy="241092"/>
          </a:xfrm>
        </p:grpSpPr>
        <p:sp>
          <p:nvSpPr>
            <p:cNvPr id="31" name="Text Box">
              <a:extLst>
                <a:ext uri="{FF2B5EF4-FFF2-40B4-BE49-F238E27FC236}">
                  <a16:creationId xmlns:a16="http://schemas.microsoft.com/office/drawing/2014/main" id="{41169C07-D3E8-1C68-3902-590447FB777D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E3B6387-DBD7-117A-BEB7-BA8CEE368A2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직사각형 60">
            <a:extLst>
              <a:ext uri="{FF2B5EF4-FFF2-40B4-BE49-F238E27FC236}">
                <a16:creationId xmlns:a16="http://schemas.microsoft.com/office/drawing/2014/main" id="{AA7CC047-7FD2-9A78-DDC3-0EE2DDBE344F}"/>
              </a:ext>
            </a:extLst>
          </p:cNvPr>
          <p:cNvSpPr/>
          <p:nvPr/>
        </p:nvSpPr>
        <p:spPr>
          <a:xfrm>
            <a:off x="1070542" y="91465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4" name="직사각형 60">
            <a:extLst>
              <a:ext uri="{FF2B5EF4-FFF2-40B4-BE49-F238E27FC236}">
                <a16:creationId xmlns:a16="http://schemas.microsoft.com/office/drawing/2014/main" id="{E73CD8D2-34D8-1885-8377-8EB840A0F303}"/>
              </a:ext>
            </a:extLst>
          </p:cNvPr>
          <p:cNvSpPr/>
          <p:nvPr/>
        </p:nvSpPr>
        <p:spPr>
          <a:xfrm>
            <a:off x="8943730" y="369443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43" name="직사각형 60">
            <a:extLst>
              <a:ext uri="{FF2B5EF4-FFF2-40B4-BE49-F238E27FC236}">
                <a16:creationId xmlns:a16="http://schemas.microsoft.com/office/drawing/2014/main" id="{978B6DE7-ED1B-7C60-73E5-53690171EB2B}"/>
              </a:ext>
            </a:extLst>
          </p:cNvPr>
          <p:cNvSpPr/>
          <p:nvPr/>
        </p:nvSpPr>
        <p:spPr>
          <a:xfrm>
            <a:off x="8173555" y="612461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4" name="Button">
            <a:extLst>
              <a:ext uri="{FF2B5EF4-FFF2-40B4-BE49-F238E27FC236}">
                <a16:creationId xmlns:a16="http://schemas.microsoft.com/office/drawing/2014/main" id="{D983E91E-4F4A-F4DE-9FB9-40500B7BFD0C}"/>
              </a:ext>
            </a:extLst>
          </p:cNvPr>
          <p:cNvSpPr>
            <a:spLocks/>
          </p:cNvSpPr>
          <p:nvPr/>
        </p:nvSpPr>
        <p:spPr bwMode="auto">
          <a:xfrm>
            <a:off x="8174357" y="627989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" name="Button">
            <a:extLst>
              <a:ext uri="{FF2B5EF4-FFF2-40B4-BE49-F238E27FC236}">
                <a16:creationId xmlns:a16="http://schemas.microsoft.com/office/drawing/2014/main" id="{13B73A2E-4AC7-59E0-1D77-D909BBD59DA3}"/>
              </a:ext>
            </a:extLst>
          </p:cNvPr>
          <p:cNvSpPr/>
          <p:nvPr/>
        </p:nvSpPr>
        <p:spPr>
          <a:xfrm>
            <a:off x="8932765" y="6279898"/>
            <a:ext cx="681990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w="med" len="med"/>
            <a:tailEnd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/>
                <a:cs typeface="Segoe UI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/>
              <a:cs typeface="Segoe UI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B50D7E1-5C4E-31E3-3A4B-B546D92649B4}"/>
              </a:ext>
            </a:extLst>
          </p:cNvPr>
          <p:cNvGrpSpPr/>
          <p:nvPr/>
        </p:nvGrpSpPr>
        <p:grpSpPr>
          <a:xfrm>
            <a:off x="1644887" y="1849957"/>
            <a:ext cx="3406190" cy="255995"/>
            <a:chOff x="1644887" y="1849957"/>
            <a:chExt cx="3406190" cy="255995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26606D08-C723-DDFF-99C7-803B89DD08C4}"/>
                </a:ext>
              </a:extLst>
            </p:cNvPr>
            <p:cNvGrpSpPr/>
            <p:nvPr/>
          </p:nvGrpSpPr>
          <p:grpSpPr>
            <a:xfrm>
              <a:off x="1644887" y="1856775"/>
              <a:ext cx="1510731" cy="249177"/>
              <a:chOff x="1846644" y="2900860"/>
              <a:chExt cx="1687736" cy="241092"/>
            </a:xfrm>
          </p:grpSpPr>
          <p:sp>
            <p:nvSpPr>
              <p:cNvPr id="17" name="Text Box">
                <a:extLst>
                  <a:ext uri="{FF2B5EF4-FFF2-40B4-BE49-F238E27FC236}">
                    <a16:creationId xmlns:a16="http://schemas.microsoft.com/office/drawing/2014/main" id="{2ED9565B-14E3-3F92-FD64-9AD4E64669AF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18" name="Calendar">
                <a:extLst>
                  <a:ext uri="{FF2B5EF4-FFF2-40B4-BE49-F238E27FC236}">
                    <a16:creationId xmlns:a16="http://schemas.microsoft.com/office/drawing/2014/main" id="{FD4EB748-7119-83A2-FAAF-0B9778AE7D4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49BE3CF2-4E10-236E-22BF-05895261B364}"/>
                </a:ext>
              </a:extLst>
            </p:cNvPr>
            <p:cNvGrpSpPr/>
            <p:nvPr/>
          </p:nvGrpSpPr>
          <p:grpSpPr>
            <a:xfrm>
              <a:off x="3540346" y="1854950"/>
              <a:ext cx="1510731" cy="249177"/>
              <a:chOff x="1846644" y="2900860"/>
              <a:chExt cx="1687736" cy="241092"/>
            </a:xfrm>
          </p:grpSpPr>
          <p:sp>
            <p:nvSpPr>
              <p:cNvPr id="57" name="Text Box">
                <a:extLst>
                  <a:ext uri="{FF2B5EF4-FFF2-40B4-BE49-F238E27FC236}">
                    <a16:creationId xmlns:a16="http://schemas.microsoft.com/office/drawing/2014/main" id="{12BAF9FF-E337-45E6-83E0-D58849A173C4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58" name="Calendar">
                <a:extLst>
                  <a:ext uri="{FF2B5EF4-FFF2-40B4-BE49-F238E27FC236}">
                    <a16:creationId xmlns:a16="http://schemas.microsoft.com/office/drawing/2014/main" id="{B2B6CADE-530A-FC87-46B4-7ADAE26CF2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" name="TextBox 30">
              <a:extLst>
                <a:ext uri="{FF2B5EF4-FFF2-40B4-BE49-F238E27FC236}">
                  <a16:creationId xmlns:a16="http://schemas.microsoft.com/office/drawing/2014/main" id="{DCD70366-B0B8-3D4B-C011-7E5E475B0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513" y="1849957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12" name="Button">
            <a:extLst>
              <a:ext uri="{FF2B5EF4-FFF2-40B4-BE49-F238E27FC236}">
                <a16:creationId xmlns:a16="http://schemas.microsoft.com/office/drawing/2014/main" id="{0EE2B3DA-4988-3A0C-F4C7-4C3DFF3F309B}"/>
              </a:ext>
            </a:extLst>
          </p:cNvPr>
          <p:cNvSpPr>
            <a:spLocks/>
          </p:cNvSpPr>
          <p:nvPr/>
        </p:nvSpPr>
        <p:spPr bwMode="auto">
          <a:xfrm>
            <a:off x="121032" y="2403110"/>
            <a:ext cx="1297829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캘린더 보기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B5D182F-4CE9-4439-A2BD-19C3CF080148}"/>
              </a:ext>
            </a:extLst>
          </p:cNvPr>
          <p:cNvSpPr/>
          <p:nvPr/>
        </p:nvSpPr>
        <p:spPr>
          <a:xfrm>
            <a:off x="111134" y="228928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49368038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C75A4-42A8-07B0-E278-A88B9605E1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45D980B-F39D-2EF7-38EC-025DCBE9F1C3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체험 신청리스트</a:t>
            </a:r>
            <a:r>
              <a:rPr lang="ko-KR" altLang="en-US" sz="900" dirty="0"/>
              <a:t>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2CD9A428-69AF-262C-010C-C561C6954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미디어체험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신청내역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신청자 추가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  <a:p>
            <a:pPr>
              <a:spcBef>
                <a:spcPct val="0"/>
              </a:spcBef>
              <a:buNone/>
            </a:pPr>
            <a:endParaRPr lang="ko-KR" altLang="en-US" sz="900"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B0F53C0-EF06-C833-AE35-E116327FCD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8066713"/>
              </p:ext>
            </p:extLst>
          </p:nvPr>
        </p:nvGraphicFramePr>
        <p:xfrm>
          <a:off x="610056" y="1232962"/>
          <a:ext cx="7397170" cy="43927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rgbClr val="FF0000"/>
                          </a:solidFill>
                        </a:rPr>
                        <a:t>강사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010677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rgbClr val="FF0000"/>
                          </a:solidFill>
                        </a:rPr>
                        <a:t>이름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rgbClr val="FF0000"/>
                          </a:solidFill>
                        </a:rPr>
                        <a:t>연락처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rgbClr val="FF0000"/>
                          </a:solidFill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800" b="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단체명</a:t>
                      </a:r>
                      <a:r>
                        <a:rPr lang="en-US" altLang="ko-KR" sz="800" b="0" dirty="0"/>
                        <a:t>(</a:t>
                      </a:r>
                      <a:r>
                        <a:rPr lang="ko-KR" altLang="en-US" sz="800" b="0" dirty="0"/>
                        <a:t>학교명</a:t>
                      </a:r>
                      <a:r>
                        <a:rPr lang="en-US" altLang="ko-KR" sz="800" b="0" dirty="0"/>
                        <a:t>)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56729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주소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543591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인원수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246010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체험분야</a:t>
                      </a:r>
                      <a:r>
                        <a:rPr lang="en-US" altLang="ko-KR" sz="800" b="0" dirty="0"/>
                        <a:t>(</a:t>
                      </a:r>
                      <a:r>
                        <a:rPr lang="ko-KR" altLang="en-US" sz="800" b="0" dirty="0"/>
                        <a:t>중복가능</a:t>
                      </a:r>
                      <a:r>
                        <a:rPr lang="en-US" altLang="ko-KR" sz="800" b="0" dirty="0"/>
                        <a:t>)*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5170201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연령대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73707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희망날짜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327239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희망 이용시간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205685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유입경로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페이스북</a:t>
                      </a:r>
                      <a:endParaRPr lang="en-US" altLang="ko-KR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112303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911120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2024.09.30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8961490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200B11F6-B442-C6F2-A24F-2D9B3A58C3C8}"/>
              </a:ext>
            </a:extLst>
          </p:cNvPr>
          <p:cNvSpPr/>
          <p:nvPr/>
        </p:nvSpPr>
        <p:spPr>
          <a:xfrm>
            <a:off x="2161443" y="1591419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A0F4523-F456-90B1-9E77-06D678ABC61D}"/>
              </a:ext>
            </a:extLst>
          </p:cNvPr>
          <p:cNvSpPr/>
          <p:nvPr/>
        </p:nvSpPr>
        <p:spPr>
          <a:xfrm>
            <a:off x="2161443" y="1905579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8C4D7A8-B864-52C1-BDFC-BB1886EB3950}"/>
              </a:ext>
            </a:extLst>
          </p:cNvPr>
          <p:cNvSpPr/>
          <p:nvPr/>
        </p:nvSpPr>
        <p:spPr>
          <a:xfrm>
            <a:off x="2161443" y="2220940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FB5DB0E-E914-FAEE-33AD-4469C87D4FDB}"/>
              </a:ext>
            </a:extLst>
          </p:cNvPr>
          <p:cNvSpPr/>
          <p:nvPr/>
        </p:nvSpPr>
        <p:spPr>
          <a:xfrm>
            <a:off x="2161443" y="2536301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AA39182-016B-46C4-6C58-85F3CA9F2D91}"/>
              </a:ext>
            </a:extLst>
          </p:cNvPr>
          <p:cNvSpPr/>
          <p:nvPr/>
        </p:nvSpPr>
        <p:spPr>
          <a:xfrm>
            <a:off x="2161443" y="2851149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176EE9D-7771-ECCC-F1C4-117D6460322B}"/>
              </a:ext>
            </a:extLst>
          </p:cNvPr>
          <p:cNvSpPr/>
          <p:nvPr/>
        </p:nvSpPr>
        <p:spPr>
          <a:xfrm>
            <a:off x="2161444" y="3788612"/>
            <a:ext cx="1151100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09B8345-9E03-78B0-404B-03E8BF248B9A}"/>
              </a:ext>
            </a:extLst>
          </p:cNvPr>
          <p:cNvGrpSpPr/>
          <p:nvPr/>
        </p:nvGrpSpPr>
        <p:grpSpPr>
          <a:xfrm>
            <a:off x="2161443" y="4099860"/>
            <a:ext cx="1005892" cy="241092"/>
            <a:chOff x="2153685" y="2540395"/>
            <a:chExt cx="1005892" cy="241092"/>
          </a:xfrm>
        </p:grpSpPr>
        <p:sp>
          <p:nvSpPr>
            <p:cNvPr id="33" name="Text Box">
              <a:extLst>
                <a:ext uri="{FF2B5EF4-FFF2-40B4-BE49-F238E27FC236}">
                  <a16:creationId xmlns:a16="http://schemas.microsoft.com/office/drawing/2014/main" id="{A4C47FDE-968B-A30B-7F59-7E16D138627C}"/>
                </a:ext>
              </a:extLst>
            </p:cNvPr>
            <p:cNvSpPr/>
            <p:nvPr/>
          </p:nvSpPr>
          <p:spPr>
            <a:xfrm>
              <a:off x="2153685" y="2540395"/>
              <a:ext cx="1005892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2024.09.30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Calendar">
              <a:extLst>
                <a:ext uri="{FF2B5EF4-FFF2-40B4-BE49-F238E27FC236}">
                  <a16:creationId xmlns:a16="http://schemas.microsoft.com/office/drawing/2014/main" id="{E71E2D9D-C899-4483-7F11-D706631B5D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31636" y="2577710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842AFB11-090B-09B5-49A2-6766F4955FE3}"/>
              </a:ext>
            </a:extLst>
          </p:cNvPr>
          <p:cNvGrpSpPr/>
          <p:nvPr/>
        </p:nvGrpSpPr>
        <p:grpSpPr>
          <a:xfrm>
            <a:off x="2161444" y="4411569"/>
            <a:ext cx="1016704" cy="241092"/>
            <a:chOff x="2142872" y="1285558"/>
            <a:chExt cx="1016704" cy="241092"/>
          </a:xfrm>
        </p:grpSpPr>
        <p:sp>
          <p:nvSpPr>
            <p:cNvPr id="60" name="Text Box">
              <a:extLst>
                <a:ext uri="{FF2B5EF4-FFF2-40B4-BE49-F238E27FC236}">
                  <a16:creationId xmlns:a16="http://schemas.microsoft.com/office/drawing/2014/main" id="{6DC09125-161E-CC0C-601D-B2C7FA17D1B2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4868C9D-5D7E-A738-29E9-226CF430173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913F2921-F3E5-6CDD-ABDE-36F31D09E52B}"/>
              </a:ext>
            </a:extLst>
          </p:cNvPr>
          <p:cNvSpPr txBox="1"/>
          <p:nvPr/>
        </p:nvSpPr>
        <p:spPr>
          <a:xfrm>
            <a:off x="3171383" y="4409005"/>
            <a:ext cx="27443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~</a:t>
            </a:r>
            <a:endParaRPr lang="ko-KR" altLang="en-US" sz="1000" dirty="0"/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C8B5ADE5-9CEA-6F5D-5D63-7346C35FA464}"/>
              </a:ext>
            </a:extLst>
          </p:cNvPr>
          <p:cNvGrpSpPr/>
          <p:nvPr/>
        </p:nvGrpSpPr>
        <p:grpSpPr>
          <a:xfrm>
            <a:off x="3456544" y="4411569"/>
            <a:ext cx="1016704" cy="241092"/>
            <a:chOff x="2142872" y="1285558"/>
            <a:chExt cx="1016704" cy="241092"/>
          </a:xfrm>
        </p:grpSpPr>
        <p:sp>
          <p:nvSpPr>
            <p:cNvPr id="58" name="Text Box">
              <a:extLst>
                <a:ext uri="{FF2B5EF4-FFF2-40B4-BE49-F238E27FC236}">
                  <a16:creationId xmlns:a16="http://schemas.microsoft.com/office/drawing/2014/main" id="{63231573-DBB4-1D5B-CFF6-DF2AC4FA03A1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1B06A5E-0C1B-F544-B434-C839DE10FF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08D1C5A-2B06-65CA-0511-2F4884426A6A}"/>
              </a:ext>
            </a:extLst>
          </p:cNvPr>
          <p:cNvSpPr/>
          <p:nvPr/>
        </p:nvSpPr>
        <p:spPr>
          <a:xfrm>
            <a:off x="2170070" y="5031932"/>
            <a:ext cx="5636836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632D0F8-7974-EF73-B4EA-E21C236B712F}"/>
              </a:ext>
            </a:extLst>
          </p:cNvPr>
          <p:cNvGrpSpPr/>
          <p:nvPr/>
        </p:nvGrpSpPr>
        <p:grpSpPr>
          <a:xfrm>
            <a:off x="2170070" y="3148889"/>
            <a:ext cx="1016704" cy="241092"/>
            <a:chOff x="2142872" y="1285558"/>
            <a:chExt cx="1016704" cy="241092"/>
          </a:xfrm>
        </p:grpSpPr>
        <p:sp>
          <p:nvSpPr>
            <p:cNvPr id="67" name="Text Box">
              <a:extLst>
                <a:ext uri="{FF2B5EF4-FFF2-40B4-BE49-F238E27FC236}">
                  <a16:creationId xmlns:a16="http://schemas.microsoft.com/office/drawing/2014/main" id="{65920215-4E1D-3639-2035-74A54DFFCEC2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F88FEB-06E4-2FAD-1729-3ECF365AACE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313AFFBB-769F-ED48-13FB-6911A18FA395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18101" y="3485249"/>
            <a:ext cx="874003" cy="212366"/>
            <a:chOff x="529752" y="2592239"/>
            <a:chExt cx="874003" cy="212366"/>
          </a:xfrm>
        </p:grpSpPr>
        <p:sp>
          <p:nvSpPr>
            <p:cNvPr id="74" name="Box">
              <a:extLst>
                <a:ext uri="{FF2B5EF4-FFF2-40B4-BE49-F238E27FC236}">
                  <a16:creationId xmlns:a16="http://schemas.microsoft.com/office/drawing/2014/main" id="{075A2E37-3F93-692A-97B8-BF6AF24474DE}"/>
                </a:ext>
              </a:extLst>
            </p:cNvPr>
            <p:cNvSpPr/>
            <p:nvPr/>
          </p:nvSpPr>
          <p:spPr>
            <a:xfrm>
              <a:off x="529752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Label">
              <a:extLst>
                <a:ext uri="{FF2B5EF4-FFF2-40B4-BE49-F238E27FC236}">
                  <a16:creationId xmlns:a16="http://schemas.microsoft.com/office/drawing/2014/main" id="{7E445AAF-1EDF-889A-5220-65AB89B85DF8}"/>
                </a:ext>
              </a:extLst>
            </p:cNvPr>
            <p:cNvSpPr txBox="1"/>
            <p:nvPr/>
          </p:nvSpPr>
          <p:spPr>
            <a:xfrm>
              <a:off x="661308" y="2592239"/>
              <a:ext cx="74244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TV</a:t>
              </a:r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방송제작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Check" hidden="1">
              <a:extLst>
                <a:ext uri="{FF2B5EF4-FFF2-40B4-BE49-F238E27FC236}">
                  <a16:creationId xmlns:a16="http://schemas.microsoft.com/office/drawing/2014/main" id="{4E4C029A-3A60-CAE7-A7D6-7B8487204B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ox">
            <a:extLst>
              <a:ext uri="{FF2B5EF4-FFF2-40B4-BE49-F238E27FC236}">
                <a16:creationId xmlns:a16="http://schemas.microsoft.com/office/drawing/2014/main" id="{E259EECB-F0D9-00D5-EB3E-BDC4891BBD6E}"/>
              </a:ext>
            </a:extLst>
          </p:cNvPr>
          <p:cNvSpPr/>
          <p:nvPr/>
        </p:nvSpPr>
        <p:spPr>
          <a:xfrm>
            <a:off x="4349996" y="3525654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Label">
            <a:extLst>
              <a:ext uri="{FF2B5EF4-FFF2-40B4-BE49-F238E27FC236}">
                <a16:creationId xmlns:a16="http://schemas.microsoft.com/office/drawing/2014/main" id="{F64EF1AD-14BE-DF16-FAB3-B1B63F3B9087}"/>
              </a:ext>
            </a:extLst>
          </p:cNvPr>
          <p:cNvSpPr txBox="1"/>
          <p:nvPr/>
        </p:nvSpPr>
        <p:spPr>
          <a:xfrm>
            <a:off x="4481552" y="3485249"/>
            <a:ext cx="724814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기상캐스터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Check" hidden="1">
            <a:extLst>
              <a:ext uri="{FF2B5EF4-FFF2-40B4-BE49-F238E27FC236}">
                <a16:creationId xmlns:a16="http://schemas.microsoft.com/office/drawing/2014/main" id="{B9324522-66C9-4556-4FC4-EB36C78CA4B3}"/>
              </a:ext>
            </a:extLst>
          </p:cNvPr>
          <p:cNvSpPr>
            <a:spLocks noEditPoints="1"/>
          </p:cNvSpPr>
          <p:nvPr/>
        </p:nvSpPr>
        <p:spPr bwMode="auto">
          <a:xfrm>
            <a:off x="4396496" y="322705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4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7AC7D4C-54B2-0C1C-40EB-66ABE635749F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3161419" y="3485249"/>
            <a:ext cx="1119262" cy="212366"/>
            <a:chOff x="529752" y="2592239"/>
            <a:chExt cx="1119262" cy="212366"/>
          </a:xfrm>
        </p:grpSpPr>
        <p:sp>
          <p:nvSpPr>
            <p:cNvPr id="86" name="Box">
              <a:extLst>
                <a:ext uri="{FF2B5EF4-FFF2-40B4-BE49-F238E27FC236}">
                  <a16:creationId xmlns:a16="http://schemas.microsoft.com/office/drawing/2014/main" id="{D7467C7E-D3A2-DA35-4EF0-81A44740192E}"/>
                </a:ext>
              </a:extLst>
            </p:cNvPr>
            <p:cNvSpPr/>
            <p:nvPr/>
          </p:nvSpPr>
          <p:spPr>
            <a:xfrm>
              <a:off x="529752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Label">
              <a:extLst>
                <a:ext uri="{FF2B5EF4-FFF2-40B4-BE49-F238E27FC236}">
                  <a16:creationId xmlns:a16="http://schemas.microsoft.com/office/drawing/2014/main" id="{D6103D7E-DF21-A892-03FB-F2BE2A0D30AC}"/>
                </a:ext>
              </a:extLst>
            </p:cNvPr>
            <p:cNvSpPr txBox="1"/>
            <p:nvPr/>
          </p:nvSpPr>
          <p:spPr>
            <a:xfrm>
              <a:off x="661308" y="2592239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라디오 방송제작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Check" hidden="1">
              <a:extLst>
                <a:ext uri="{FF2B5EF4-FFF2-40B4-BE49-F238E27FC236}">
                  <a16:creationId xmlns:a16="http://schemas.microsoft.com/office/drawing/2014/main" id="{4EB2D52D-5F31-D396-DCBF-2F5294D0A2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2" name="Box">
            <a:extLst>
              <a:ext uri="{FF2B5EF4-FFF2-40B4-BE49-F238E27FC236}">
                <a16:creationId xmlns:a16="http://schemas.microsoft.com/office/drawing/2014/main" id="{919FFD9A-5FA2-7868-1BFD-0AB99BCFEFDE}"/>
              </a:ext>
            </a:extLst>
          </p:cNvPr>
          <p:cNvSpPr/>
          <p:nvPr/>
        </p:nvSpPr>
        <p:spPr>
          <a:xfrm>
            <a:off x="5275681" y="3525654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Label">
            <a:extLst>
              <a:ext uri="{FF2B5EF4-FFF2-40B4-BE49-F238E27FC236}">
                <a16:creationId xmlns:a16="http://schemas.microsoft.com/office/drawing/2014/main" id="{4F261406-FF4D-3A1B-48A1-4A0D33553EDE}"/>
              </a:ext>
            </a:extLst>
          </p:cNvPr>
          <p:cNvSpPr txBox="1"/>
          <p:nvPr/>
        </p:nvSpPr>
        <p:spPr>
          <a:xfrm>
            <a:off x="5407237" y="3485249"/>
            <a:ext cx="378565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드론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4" name="Check" hidden="1">
            <a:extLst>
              <a:ext uri="{FF2B5EF4-FFF2-40B4-BE49-F238E27FC236}">
                <a16:creationId xmlns:a16="http://schemas.microsoft.com/office/drawing/2014/main" id="{05ABCAE3-B414-6336-8F52-D84BA72C23B4}"/>
              </a:ext>
            </a:extLst>
          </p:cNvPr>
          <p:cNvSpPr>
            <a:spLocks noEditPoints="1"/>
          </p:cNvSpPr>
          <p:nvPr/>
        </p:nvSpPr>
        <p:spPr bwMode="auto">
          <a:xfrm>
            <a:off x="5322181" y="322705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8" name="Box">
            <a:extLst>
              <a:ext uri="{FF2B5EF4-FFF2-40B4-BE49-F238E27FC236}">
                <a16:creationId xmlns:a16="http://schemas.microsoft.com/office/drawing/2014/main" id="{6B2FA899-0C01-0EEB-02E9-B835DD1374B0}"/>
              </a:ext>
            </a:extLst>
          </p:cNvPr>
          <p:cNvSpPr/>
          <p:nvPr/>
        </p:nvSpPr>
        <p:spPr>
          <a:xfrm>
            <a:off x="5855116" y="3525654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" name="Label">
            <a:extLst>
              <a:ext uri="{FF2B5EF4-FFF2-40B4-BE49-F238E27FC236}">
                <a16:creationId xmlns:a16="http://schemas.microsoft.com/office/drawing/2014/main" id="{F62B6FF2-4610-DD4D-4973-BE338085CDD3}"/>
              </a:ext>
            </a:extLst>
          </p:cNvPr>
          <p:cNvSpPr txBox="1"/>
          <p:nvPr/>
        </p:nvSpPr>
        <p:spPr>
          <a:xfrm>
            <a:off x="5986672" y="3485249"/>
            <a:ext cx="820994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VR(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가상현실</a:t>
            </a:r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</a:t>
            </a:r>
          </a:p>
        </p:txBody>
      </p:sp>
      <p:sp>
        <p:nvSpPr>
          <p:cNvPr id="100" name="Check" hidden="1">
            <a:extLst>
              <a:ext uri="{FF2B5EF4-FFF2-40B4-BE49-F238E27FC236}">
                <a16:creationId xmlns:a16="http://schemas.microsoft.com/office/drawing/2014/main" id="{F0268604-C5F2-006D-A83E-4B1AFE387874}"/>
              </a:ext>
            </a:extLst>
          </p:cNvPr>
          <p:cNvSpPr>
            <a:spLocks noEditPoints="1"/>
          </p:cNvSpPr>
          <p:nvPr/>
        </p:nvSpPr>
        <p:spPr bwMode="auto">
          <a:xfrm>
            <a:off x="5901616" y="322705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25DE22-9389-D15F-B332-F2E0FCDF4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818" y="101219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신청 정보</a:t>
            </a:r>
          </a:p>
        </p:txBody>
      </p:sp>
      <p:sp>
        <p:nvSpPr>
          <p:cNvPr id="4" name="직사각형 60">
            <a:extLst>
              <a:ext uri="{FF2B5EF4-FFF2-40B4-BE49-F238E27FC236}">
                <a16:creationId xmlns:a16="http://schemas.microsoft.com/office/drawing/2014/main" id="{5C65139A-3523-F8A1-A09E-24DA49A29375}"/>
              </a:ext>
            </a:extLst>
          </p:cNvPr>
          <p:cNvSpPr/>
          <p:nvPr/>
        </p:nvSpPr>
        <p:spPr>
          <a:xfrm>
            <a:off x="330732" y="107434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7" name="직사각형 60">
            <a:extLst>
              <a:ext uri="{FF2B5EF4-FFF2-40B4-BE49-F238E27FC236}">
                <a16:creationId xmlns:a16="http://schemas.microsoft.com/office/drawing/2014/main" id="{03778FEA-7703-BFC6-DAA1-E4603BD6E608}"/>
              </a:ext>
            </a:extLst>
          </p:cNvPr>
          <p:cNvSpPr/>
          <p:nvPr/>
        </p:nvSpPr>
        <p:spPr>
          <a:xfrm>
            <a:off x="446142" y="411529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8" name="직사각형 60">
            <a:extLst>
              <a:ext uri="{FF2B5EF4-FFF2-40B4-BE49-F238E27FC236}">
                <a16:creationId xmlns:a16="http://schemas.microsoft.com/office/drawing/2014/main" id="{3F1894C9-0C29-1C89-2690-A59F8793201E}"/>
              </a:ext>
            </a:extLst>
          </p:cNvPr>
          <p:cNvSpPr/>
          <p:nvPr/>
        </p:nvSpPr>
        <p:spPr>
          <a:xfrm>
            <a:off x="446142" y="350841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8" name="직사각형 60">
            <a:extLst>
              <a:ext uri="{FF2B5EF4-FFF2-40B4-BE49-F238E27FC236}">
                <a16:creationId xmlns:a16="http://schemas.microsoft.com/office/drawing/2014/main" id="{846FC835-C56B-DB15-46AB-E21D85D0A8AA}"/>
              </a:ext>
            </a:extLst>
          </p:cNvPr>
          <p:cNvSpPr/>
          <p:nvPr/>
        </p:nvSpPr>
        <p:spPr>
          <a:xfrm>
            <a:off x="446142" y="506347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A0077268-57EC-1BD0-65AE-44C7DBE09E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0849893"/>
              </p:ext>
            </p:extLst>
          </p:nvPr>
        </p:nvGraphicFramePr>
        <p:xfrm>
          <a:off x="9693985" y="295164"/>
          <a:ext cx="2498015" cy="6781259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체험을 신규등록 및 등록된 체험을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 신청자 등록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 신청자의 정보를 작성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이름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연락처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이메일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단체명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학교명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주소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인원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강사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&lt;select&gt; 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담당자 처리용으로 필요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교육관리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강사관리 연동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- 5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명까지 선택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163767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3. 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체험분야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체험분야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TV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방송제작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라디오방송제작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기상캐스터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드론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VR(</a:t>
                      </a:r>
                      <a:r>
                        <a:rPr lang="ko-KR" altLang="en-US" sz="800" dirty="0">
                          <a:solidFill>
                            <a:srgbClr val="5F5F5F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가상현실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&lt;</a:t>
                      </a:r>
                      <a:r>
                        <a:rPr lang="en-US" altLang="ko-KR" sz="800" b="0" i="0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c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heckbox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인원수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공간목록 상세 등록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 따라 체험분야 활성화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비활성화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&amp;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체험분야 별 인원수 설정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10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미만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10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~19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2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20~30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3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중복이 가능하여 여러 분야를 선택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희망 날짜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시간대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희망날짜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신청일로부터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주 뒤부터 신청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희망 이용시간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선택한 체험분야의 시간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공간관리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&gt;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공간목록 상세 등록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)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에 희망 이용시간이 포함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일치할 경우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사용자페이지에서 희망시간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select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 활성화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비고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관리자 작성 가능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관리자는 관리자페이지 수정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등록에서 작성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사용자는 사용자페이지 체험신청 작성 때 작성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DC0708B5-3AD9-2691-B747-64D777CA8F44}"/>
              </a:ext>
            </a:extLst>
          </p:cNvPr>
          <p:cNvGrpSpPr/>
          <p:nvPr/>
        </p:nvGrpSpPr>
        <p:grpSpPr>
          <a:xfrm>
            <a:off x="2153943" y="1277585"/>
            <a:ext cx="1016704" cy="241092"/>
            <a:chOff x="2142872" y="1285558"/>
            <a:chExt cx="1016704" cy="241092"/>
          </a:xfrm>
        </p:grpSpPr>
        <p:sp>
          <p:nvSpPr>
            <p:cNvPr id="10" name="Text Box">
              <a:extLst>
                <a:ext uri="{FF2B5EF4-FFF2-40B4-BE49-F238E27FC236}">
                  <a16:creationId xmlns:a16="http://schemas.microsoft.com/office/drawing/2014/main" id="{5ED65985-91F7-2F85-9EDE-CAB35947FA62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7B67F24-AECA-F61B-6FFF-324A31184A59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" name="직사각형 60">
            <a:extLst>
              <a:ext uri="{FF2B5EF4-FFF2-40B4-BE49-F238E27FC236}">
                <a16:creationId xmlns:a16="http://schemas.microsoft.com/office/drawing/2014/main" id="{73AF4357-1257-DD5C-284C-794E2AB5DD0D}"/>
              </a:ext>
            </a:extLst>
          </p:cNvPr>
          <p:cNvSpPr/>
          <p:nvPr/>
        </p:nvSpPr>
        <p:spPr>
          <a:xfrm>
            <a:off x="463677" y="130517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02C155E-9D76-FC25-B401-2E21D988479B}"/>
              </a:ext>
            </a:extLst>
          </p:cNvPr>
          <p:cNvGrpSpPr/>
          <p:nvPr/>
        </p:nvGrpSpPr>
        <p:grpSpPr>
          <a:xfrm>
            <a:off x="3219885" y="1272360"/>
            <a:ext cx="1016704" cy="241092"/>
            <a:chOff x="2142872" y="1285558"/>
            <a:chExt cx="1016704" cy="241092"/>
          </a:xfrm>
        </p:grpSpPr>
        <p:sp>
          <p:nvSpPr>
            <p:cNvPr id="16" name="Text Box">
              <a:extLst>
                <a:ext uri="{FF2B5EF4-FFF2-40B4-BE49-F238E27FC236}">
                  <a16:creationId xmlns:a16="http://schemas.microsoft.com/office/drawing/2014/main" id="{EFD11AA5-9EEB-91AE-B5D0-7D6650393DB4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A395982-D019-C2D6-482F-7B94F807608C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BFF04C0-C3A5-B3C7-368B-FD8D5806FE8A}"/>
              </a:ext>
            </a:extLst>
          </p:cNvPr>
          <p:cNvGrpSpPr/>
          <p:nvPr/>
        </p:nvGrpSpPr>
        <p:grpSpPr>
          <a:xfrm>
            <a:off x="4272862" y="1273707"/>
            <a:ext cx="1016704" cy="241092"/>
            <a:chOff x="2142872" y="1285558"/>
            <a:chExt cx="1016704" cy="241092"/>
          </a:xfrm>
        </p:grpSpPr>
        <p:sp>
          <p:nvSpPr>
            <p:cNvPr id="21" name="Text Box">
              <a:extLst>
                <a:ext uri="{FF2B5EF4-FFF2-40B4-BE49-F238E27FC236}">
                  <a16:creationId xmlns:a16="http://schemas.microsoft.com/office/drawing/2014/main" id="{1296DA77-73D6-EFEA-106D-38049852115E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08E35BE-B63B-18D1-9C79-5A11F924A548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43B1C840-2BCC-C05B-9982-459417DBBDA6}"/>
              </a:ext>
            </a:extLst>
          </p:cNvPr>
          <p:cNvGrpSpPr/>
          <p:nvPr/>
        </p:nvGrpSpPr>
        <p:grpSpPr>
          <a:xfrm>
            <a:off x="5338804" y="1268482"/>
            <a:ext cx="1016704" cy="241092"/>
            <a:chOff x="2142872" y="1285558"/>
            <a:chExt cx="1016704" cy="241092"/>
          </a:xfrm>
        </p:grpSpPr>
        <p:sp>
          <p:nvSpPr>
            <p:cNvPr id="29" name="Text Box">
              <a:extLst>
                <a:ext uri="{FF2B5EF4-FFF2-40B4-BE49-F238E27FC236}">
                  <a16:creationId xmlns:a16="http://schemas.microsoft.com/office/drawing/2014/main" id="{B521A899-40F9-7019-2E99-B7207A071FB4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ECA2B7C-BBA0-FE0E-73F7-08A1008204FC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52668331-5E3B-727D-DD3F-499117EA2743}"/>
              </a:ext>
            </a:extLst>
          </p:cNvPr>
          <p:cNvGrpSpPr/>
          <p:nvPr/>
        </p:nvGrpSpPr>
        <p:grpSpPr>
          <a:xfrm>
            <a:off x="6394084" y="1259497"/>
            <a:ext cx="1016704" cy="241092"/>
            <a:chOff x="2142872" y="1285558"/>
            <a:chExt cx="1016704" cy="241092"/>
          </a:xfrm>
        </p:grpSpPr>
        <p:sp>
          <p:nvSpPr>
            <p:cNvPr id="32" name="Text Box">
              <a:extLst>
                <a:ext uri="{FF2B5EF4-FFF2-40B4-BE49-F238E27FC236}">
                  <a16:creationId xmlns:a16="http://schemas.microsoft.com/office/drawing/2014/main" id="{EDE0629E-7276-2F36-2A54-A4287A25601E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27EC40-B5DA-890F-F279-D5A9848B8B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140760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5767E3-1D1A-7F60-E59A-20811926D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94D949A2-3C36-9526-CB78-525B3D0FCAC9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체험 신청리스트</a:t>
            </a:r>
            <a:r>
              <a:rPr lang="ko-KR" altLang="en-US" sz="900" dirty="0"/>
              <a:t>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1ECCBA15-37EF-5CE5-3A94-CD87E5F65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37752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미디어체험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신청내역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신청자 추가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  <a:p>
            <a:pPr>
              <a:spcBef>
                <a:spcPct val="0"/>
              </a:spcBef>
              <a:buNone/>
            </a:pPr>
            <a:endParaRPr lang="ko-KR" altLang="en-US" sz="900" dirty="0"/>
          </a:p>
        </p:txBody>
      </p:sp>
      <p:sp>
        <p:nvSpPr>
          <p:cNvPr id="82" name="Check" hidden="1">
            <a:extLst>
              <a:ext uri="{FF2B5EF4-FFF2-40B4-BE49-F238E27FC236}">
                <a16:creationId xmlns:a16="http://schemas.microsoft.com/office/drawing/2014/main" id="{31E9972A-A37B-9E55-88CC-365C83247491}"/>
              </a:ext>
            </a:extLst>
          </p:cNvPr>
          <p:cNvSpPr>
            <a:spLocks noEditPoints="1"/>
          </p:cNvSpPr>
          <p:nvPr/>
        </p:nvSpPr>
        <p:spPr bwMode="auto">
          <a:xfrm>
            <a:off x="4396496" y="322705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4" name="Check" hidden="1">
            <a:extLst>
              <a:ext uri="{FF2B5EF4-FFF2-40B4-BE49-F238E27FC236}">
                <a16:creationId xmlns:a16="http://schemas.microsoft.com/office/drawing/2014/main" id="{C269D61F-438D-7085-9FC6-BD5880FDD32B}"/>
              </a:ext>
            </a:extLst>
          </p:cNvPr>
          <p:cNvSpPr>
            <a:spLocks noEditPoints="1"/>
          </p:cNvSpPr>
          <p:nvPr/>
        </p:nvSpPr>
        <p:spPr bwMode="auto">
          <a:xfrm>
            <a:off x="5322181" y="322705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Check" hidden="1">
            <a:extLst>
              <a:ext uri="{FF2B5EF4-FFF2-40B4-BE49-F238E27FC236}">
                <a16:creationId xmlns:a16="http://schemas.microsoft.com/office/drawing/2014/main" id="{E1220EEE-FF94-828F-0DA1-5127794C213D}"/>
              </a:ext>
            </a:extLst>
          </p:cNvPr>
          <p:cNvSpPr>
            <a:spLocks noEditPoints="1"/>
          </p:cNvSpPr>
          <p:nvPr/>
        </p:nvSpPr>
        <p:spPr bwMode="auto">
          <a:xfrm>
            <a:off x="5901616" y="3227059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D39E4AAE-EFFC-4A55-1736-418594CE6F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827598"/>
              </p:ext>
            </p:extLst>
          </p:nvPr>
        </p:nvGraphicFramePr>
        <p:xfrm>
          <a:off x="9693985" y="295164"/>
          <a:ext cx="2498015" cy="255317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체험을 신규등록 및 등록된 체험을 수정할 수 있는 상세 페이지입니다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관리자메모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필요 시 관리자 수기 입력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메모 필드가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개씩 추가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체험분야와 공간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TV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방송제작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:  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오픈스튜디오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라디오방송제작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오디오스튜디오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기상캐스터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스튜디오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드론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드론체험실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 VR(</a:t>
                      </a:r>
                      <a:r>
                        <a:rPr lang="ko-KR" altLang="en-US" sz="800" dirty="0">
                          <a:solidFill>
                            <a:srgbClr val="5F5F5F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가상현실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:  VR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체험실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93550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6F630847-D52E-F5A1-C86D-829123D3B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566" y="753491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관리자 메모</a:t>
            </a:r>
            <a:r>
              <a:rPr lang="en-US" altLang="ko-KR" sz="900" dirty="0"/>
              <a:t>*</a:t>
            </a:r>
            <a:endParaRPr lang="ko-KR" altLang="en-US" sz="900" dirty="0"/>
          </a:p>
        </p:txBody>
      </p:sp>
      <p:cxnSp>
        <p:nvCxnSpPr>
          <p:cNvPr id="10" name="Line">
            <a:extLst>
              <a:ext uri="{FF2B5EF4-FFF2-40B4-BE49-F238E27FC236}">
                <a16:creationId xmlns:a16="http://schemas.microsoft.com/office/drawing/2014/main" id="{F8C5AE36-1CC2-226C-BAA4-D78B740C12F8}"/>
              </a:ext>
            </a:extLst>
          </p:cNvPr>
          <p:cNvCxnSpPr>
            <a:cxnSpLocks/>
          </p:cNvCxnSpPr>
          <p:nvPr/>
        </p:nvCxnSpPr>
        <p:spPr bwMode="auto">
          <a:xfrm>
            <a:off x="550066" y="1056648"/>
            <a:ext cx="722886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80F5F85-7773-22F2-43EC-7CC93A3E0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540200"/>
              </p:ext>
            </p:extLst>
          </p:nvPr>
        </p:nvGraphicFramePr>
        <p:xfrm>
          <a:off x="550875" y="1163497"/>
          <a:ext cx="7228058" cy="14359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34189">
                  <a:extLst>
                    <a:ext uri="{9D8B030D-6E8A-4147-A177-3AD203B41FA5}">
                      <a16:colId xmlns:a16="http://schemas.microsoft.com/office/drawing/2014/main" val="2511462850"/>
                    </a:ext>
                  </a:extLst>
                </a:gridCol>
                <a:gridCol w="1056443">
                  <a:extLst>
                    <a:ext uri="{9D8B030D-6E8A-4147-A177-3AD203B41FA5}">
                      <a16:colId xmlns:a16="http://schemas.microsoft.com/office/drawing/2014/main" val="2812314004"/>
                    </a:ext>
                  </a:extLst>
                </a:gridCol>
                <a:gridCol w="958788">
                  <a:extLst>
                    <a:ext uri="{9D8B030D-6E8A-4147-A177-3AD203B41FA5}">
                      <a16:colId xmlns:a16="http://schemas.microsoft.com/office/drawing/2014/main" val="437962750"/>
                    </a:ext>
                  </a:extLst>
                </a:gridCol>
                <a:gridCol w="978638">
                  <a:extLst>
                    <a:ext uri="{9D8B030D-6E8A-4147-A177-3AD203B41FA5}">
                      <a16:colId xmlns:a16="http://schemas.microsoft.com/office/drawing/2014/main" val="4266298258"/>
                    </a:ext>
                  </a:extLst>
                </a:gridCol>
              </a:tblGrid>
              <a:tr h="349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생성일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저장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삭제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2024.08.01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937008"/>
                  </a:ext>
                </a:extLst>
              </a:tr>
              <a:tr h="5430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관리자 메모가 들어갑니다</a:t>
                      </a:r>
                      <a:r>
                        <a:rPr lang="en-US" altLang="ko-KR" sz="800" b="0" dirty="0"/>
                        <a:t>.</a:t>
                      </a:r>
                      <a:endParaRPr lang="ko-KR" altLang="en-US" sz="800" b="0" dirty="0"/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2024.11.07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6776"/>
                  </a:ext>
                </a:extLst>
              </a:tr>
            </a:tbl>
          </a:graphicData>
        </a:graphic>
      </p:graphicFrame>
      <p:sp>
        <p:nvSpPr>
          <p:cNvPr id="26" name="Button">
            <a:extLst>
              <a:ext uri="{FF2B5EF4-FFF2-40B4-BE49-F238E27FC236}">
                <a16:creationId xmlns:a16="http://schemas.microsoft.com/office/drawing/2014/main" id="{2F5A9DC0-ADAD-695F-1CA9-D42E8BCF2D80}"/>
              </a:ext>
            </a:extLst>
          </p:cNvPr>
          <p:cNvSpPr>
            <a:spLocks/>
          </p:cNvSpPr>
          <p:nvPr/>
        </p:nvSpPr>
        <p:spPr bwMode="auto">
          <a:xfrm>
            <a:off x="7067979" y="73631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BC263126-F59F-4DA5-6FEF-D6F32A0B95B8}"/>
              </a:ext>
            </a:extLst>
          </p:cNvPr>
          <p:cNvGrpSpPr/>
          <p:nvPr/>
        </p:nvGrpSpPr>
        <p:grpSpPr>
          <a:xfrm>
            <a:off x="4997978" y="1665850"/>
            <a:ext cx="679796" cy="210314"/>
            <a:chOff x="-4112816" y="2896922"/>
            <a:chExt cx="1687736" cy="224496"/>
          </a:xfrm>
        </p:grpSpPr>
        <p:sp>
          <p:nvSpPr>
            <p:cNvPr id="28" name="Text Box">
              <a:extLst>
                <a:ext uri="{FF2B5EF4-FFF2-40B4-BE49-F238E27FC236}">
                  <a16:creationId xmlns:a16="http://schemas.microsoft.com/office/drawing/2014/main" id="{F38A3724-56E8-9682-24DA-DA523913E591}"/>
                </a:ext>
              </a:extLst>
            </p:cNvPr>
            <p:cNvSpPr/>
            <p:nvPr/>
          </p:nvSpPr>
          <p:spPr>
            <a:xfrm>
              <a:off x="-4112816" y="2896922"/>
              <a:ext cx="1687736" cy="22449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/>
              <a:r>
                <a:rPr lang="en-US" altLang="ko-KR" sz="700" b="0" dirty="0">
                  <a:solidFill>
                    <a:schemeClr val="tx1"/>
                  </a:solidFill>
                </a:rPr>
                <a:t>2024.11.07</a:t>
              </a:r>
              <a:endParaRPr lang="ko-KR" altLang="en-US" sz="700" u="none" dirty="0">
                <a:solidFill>
                  <a:schemeClr val="tx1"/>
                </a:solidFill>
              </a:endParaRPr>
            </a:p>
          </p:txBody>
        </p:sp>
        <p:sp>
          <p:nvSpPr>
            <p:cNvPr id="29" name="Calendar">
              <a:extLst>
                <a:ext uri="{FF2B5EF4-FFF2-40B4-BE49-F238E27FC236}">
                  <a16:creationId xmlns:a16="http://schemas.microsoft.com/office/drawing/2014/main" id="{B2DA2A1B-3D6F-3046-1007-83C8A76BD9C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742079" y="2938153"/>
              <a:ext cx="256029" cy="142042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" name="Button">
            <a:extLst>
              <a:ext uri="{FF2B5EF4-FFF2-40B4-BE49-F238E27FC236}">
                <a16:creationId xmlns:a16="http://schemas.microsoft.com/office/drawing/2014/main" id="{C6A61A35-23B6-99B6-F4CE-FED010CBEDC0}"/>
              </a:ext>
            </a:extLst>
          </p:cNvPr>
          <p:cNvSpPr>
            <a:spLocks/>
          </p:cNvSpPr>
          <p:nvPr/>
        </p:nvSpPr>
        <p:spPr bwMode="auto">
          <a:xfrm>
            <a:off x="6080381" y="1658076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" name="Panel">
            <a:extLst>
              <a:ext uri="{FF2B5EF4-FFF2-40B4-BE49-F238E27FC236}">
                <a16:creationId xmlns:a16="http://schemas.microsoft.com/office/drawing/2014/main" id="{1856D485-2272-302A-0F4B-4BC1684D066D}"/>
              </a:ext>
            </a:extLst>
          </p:cNvPr>
          <p:cNvSpPr/>
          <p:nvPr/>
        </p:nvSpPr>
        <p:spPr>
          <a:xfrm>
            <a:off x="644989" y="1574588"/>
            <a:ext cx="4015788" cy="41574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" name="Button">
            <a:extLst>
              <a:ext uri="{FF2B5EF4-FFF2-40B4-BE49-F238E27FC236}">
                <a16:creationId xmlns:a16="http://schemas.microsoft.com/office/drawing/2014/main" id="{03EEE6A1-F833-DF41-10C5-5D886C1A83D3}"/>
              </a:ext>
            </a:extLst>
          </p:cNvPr>
          <p:cNvSpPr>
            <a:spLocks/>
          </p:cNvSpPr>
          <p:nvPr/>
        </p:nvSpPr>
        <p:spPr bwMode="auto">
          <a:xfrm>
            <a:off x="6103593" y="2205950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수정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32743DF9-2988-02FB-415A-73435FCA2967}"/>
              </a:ext>
            </a:extLst>
          </p:cNvPr>
          <p:cNvSpPr>
            <a:spLocks/>
          </p:cNvSpPr>
          <p:nvPr/>
        </p:nvSpPr>
        <p:spPr bwMode="auto">
          <a:xfrm>
            <a:off x="7081050" y="2205950"/>
            <a:ext cx="44046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51B000F-BFBE-229C-F7BC-1CBB86EE485A}"/>
              </a:ext>
            </a:extLst>
          </p:cNvPr>
          <p:cNvSpPr/>
          <p:nvPr/>
        </p:nvSpPr>
        <p:spPr>
          <a:xfrm>
            <a:off x="249682" y="81525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29707827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2ED73B-6BB6-354C-9010-85F9C6A5EF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AB5FFBC1-C52D-98C5-ACF4-BE0BD11936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61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082C4F-0B19-D668-0258-087C752DBC47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09.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결제관리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175597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4AF427-7591-B4D1-EA8C-482075D754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9FED4346-F803-009D-5392-3E6EB114B89F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결제내역</a:t>
            </a:r>
            <a:endParaRPr lang="en-US" altLang="ko-KR" sz="900" dirty="0"/>
          </a:p>
        </p:txBody>
      </p:sp>
      <p:sp>
        <p:nvSpPr>
          <p:cNvPr id="3" name="TextBox 30">
            <a:extLst>
              <a:ext uri="{FF2B5EF4-FFF2-40B4-BE49-F238E27FC236}">
                <a16:creationId xmlns:a16="http://schemas.microsoft.com/office/drawing/2014/main" id="{726DE425-3E9A-AAB4-9C7A-BF7343AEA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결제관리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결제내역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4B510E3-AC04-DA97-060C-F5B2B4827230}"/>
              </a:ext>
            </a:extLst>
          </p:cNvPr>
          <p:cNvSpPr txBox="1"/>
          <p:nvPr/>
        </p:nvSpPr>
        <p:spPr>
          <a:xfrm>
            <a:off x="-6954" y="2577554"/>
            <a:ext cx="843501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129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8319D489-2D08-B5DF-D23B-B364DD12FCF5}"/>
              </a:ext>
            </a:extLst>
          </p:cNvPr>
          <p:cNvGrpSpPr/>
          <p:nvPr/>
        </p:nvGrpSpPr>
        <p:grpSpPr>
          <a:xfrm>
            <a:off x="8492668" y="2458415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4C53A6EF-78A9-AF7A-F3EC-A0136663ACD2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7AF84177-774D-8D16-C3A9-F423094508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78A3FC01-A5CB-8D73-5FB1-C8496FBB67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71A4E7BF-D231-D6C8-27CB-957E5D8EB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7E77F404-A439-A945-20CB-6DD3982F1A7A}"/>
              </a:ext>
            </a:extLst>
          </p:cNvPr>
          <p:cNvGraphicFramePr>
            <a:graphicFrameLocks noGrp="1"/>
          </p:cNvGraphicFramePr>
          <p:nvPr/>
        </p:nvGraphicFramePr>
        <p:xfrm>
          <a:off x="59207" y="2304024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전체</a:t>
                      </a:r>
                    </a:p>
                  </a:txBody>
                  <a:tcPr marL="91524" marR="91524" marT="45682" marB="45682" anchor="ctr"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A0F6B8FD-67A4-6610-43A4-B80D1A2247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7235483"/>
              </p:ext>
            </p:extLst>
          </p:nvPr>
        </p:nvGraphicFramePr>
        <p:xfrm>
          <a:off x="2359060" y="2304024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결제대기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41022E6-E21F-2918-16DA-B2A2A44850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8129487"/>
              </p:ext>
            </p:extLst>
          </p:nvPr>
        </p:nvGraphicFramePr>
        <p:xfrm>
          <a:off x="4744570" y="2304024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환불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5539C634-077E-71EC-51CB-EA5F136DBC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0195685"/>
              </p:ext>
            </p:extLst>
          </p:nvPr>
        </p:nvGraphicFramePr>
        <p:xfrm>
          <a:off x="5871500" y="2304024"/>
          <a:ext cx="1132942" cy="275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2942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592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영수증</a:t>
                      </a:r>
                      <a:endParaRPr lang="en-US" altLang="ko-KR" sz="800" dirty="0"/>
                    </a:p>
                  </a:txBody>
                  <a:tcPr marL="91524" marR="91524" marT="45728" marB="45728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34CE9FD1-0F51-6D49-9A7C-BC25F56A01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6572946"/>
              </p:ext>
            </p:extLst>
          </p:nvPr>
        </p:nvGraphicFramePr>
        <p:xfrm>
          <a:off x="1172619" y="2304024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결제완료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pic>
        <p:nvPicPr>
          <p:cNvPr id="39" name="그림 38">
            <a:extLst>
              <a:ext uri="{FF2B5EF4-FFF2-40B4-BE49-F238E27FC236}">
                <a16:creationId xmlns:a16="http://schemas.microsoft.com/office/drawing/2014/main" id="{E45F2D5E-5A24-A559-4C33-532E1C1FBDF8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26677" y="2469511"/>
            <a:ext cx="1047750" cy="228600"/>
          </a:xfrm>
          <a:prstGeom prst="rect">
            <a:avLst/>
          </a:prstGeom>
        </p:spPr>
      </p:pic>
      <p:sp>
        <p:nvSpPr>
          <p:cNvPr id="21" name="Pagination">
            <a:extLst>
              <a:ext uri="{FF2B5EF4-FFF2-40B4-BE49-F238E27FC236}">
                <a16:creationId xmlns:a16="http://schemas.microsoft.com/office/drawing/2014/main" id="{46FA4639-2038-1F8A-AFE0-25C549E2E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509" y="5901649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F47FCCFA-ED86-138E-F72E-978B5F8D5C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630273"/>
              </p:ext>
            </p:extLst>
          </p:nvPr>
        </p:nvGraphicFramePr>
        <p:xfrm>
          <a:off x="9696037" y="291622"/>
          <a:ext cx="2498015" cy="506654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교육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장비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공간</a:t>
                      </a:r>
                      <a:r>
                        <a:rPr lang="en-US" altLang="ko-KR" sz="800" b="1" dirty="0"/>
                        <a:t> </a:t>
                      </a:r>
                      <a:r>
                        <a:rPr lang="ko-KR" altLang="en-US" sz="800" b="1" dirty="0"/>
                        <a:t>결제내역을 관리하는 페이지 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 대기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 완료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 취소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환불진행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상세에서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3917984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결제수단</a:t>
                      </a:r>
                      <a:endParaRPr lang="en-US" altLang="ko-KR" sz="80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계좌이체만 진행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0616255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결제프로세스 정리</a:t>
                      </a:r>
                      <a:endParaRPr lang="en-US" altLang="ko-KR" sz="80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사용자가 교육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 완료 및 입금 후 마이페이지에서 입금확인 요청 글 등록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입금확인 요청 글 등록 시 해당 결제내역 메뉴에서 리스트가 쌓임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 입금 확인 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입금완료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’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 수기 처리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4446006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C20AB7AA-ADE6-C455-EBC1-4C367C2EB2AC}"/>
              </a:ext>
            </a:extLst>
          </p:cNvPr>
          <p:cNvSpPr/>
          <p:nvPr/>
        </p:nvSpPr>
        <p:spPr>
          <a:xfrm>
            <a:off x="1141419" y="61323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9397D607-1DD9-D7EE-6C97-83C4E7488C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5269352"/>
              </p:ext>
            </p:extLst>
          </p:nvPr>
        </p:nvGraphicFramePr>
        <p:xfrm>
          <a:off x="64808" y="815213"/>
          <a:ext cx="6189688" cy="12876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88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08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905215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결제상태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30221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환불상태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8875550"/>
                  </a:ext>
                </a:extLst>
              </a:tr>
              <a:tr h="3219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0679625"/>
                  </a:ext>
                </a:extLst>
              </a:tr>
            </a:tbl>
          </a:graphicData>
        </a:graphic>
      </p:graphicFrame>
      <p:grpSp>
        <p:nvGrpSpPr>
          <p:cNvPr id="71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E647F367-C8D2-52D5-743D-92FAEB26121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87029" y="1168211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72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F91893-230B-795A-DF77-DC29980F8A08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2B893A9-298A-4300-DF1D-EE830E254C0D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7" name="Text Box">
            <a:extLst>
              <a:ext uri="{FF2B5EF4-FFF2-40B4-BE49-F238E27FC236}">
                <a16:creationId xmlns:a16="http://schemas.microsoft.com/office/drawing/2014/main" id="{78940B2E-63F5-BF61-89D3-B9D1282E4B1A}"/>
              </a:ext>
            </a:extLst>
          </p:cNvPr>
          <p:cNvSpPr/>
          <p:nvPr/>
        </p:nvSpPr>
        <p:spPr>
          <a:xfrm>
            <a:off x="2881222" y="1821495"/>
            <a:ext cx="2195571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4F0B19C-DB53-F3B4-DA0A-50C107ABFB06}"/>
              </a:ext>
            </a:extLst>
          </p:cNvPr>
          <p:cNvSpPr/>
          <p:nvPr/>
        </p:nvSpPr>
        <p:spPr>
          <a:xfrm>
            <a:off x="5277699" y="840042"/>
            <a:ext cx="932000" cy="122254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1A67619-A9FB-22D1-D028-93212F7A26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4947685"/>
              </p:ext>
            </p:extLst>
          </p:nvPr>
        </p:nvGraphicFramePr>
        <p:xfrm>
          <a:off x="59207" y="2792667"/>
          <a:ext cx="9585125" cy="291484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5990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413068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640763">
                  <a:extLst>
                    <a:ext uri="{9D8B030D-6E8A-4147-A177-3AD203B41FA5}">
                      <a16:colId xmlns:a16="http://schemas.microsoft.com/office/drawing/2014/main" val="780298808"/>
                    </a:ext>
                  </a:extLst>
                </a:gridCol>
                <a:gridCol w="633780">
                  <a:extLst>
                    <a:ext uri="{9D8B030D-6E8A-4147-A177-3AD203B41FA5}">
                      <a16:colId xmlns:a16="http://schemas.microsoft.com/office/drawing/2014/main" val="2016612229"/>
                    </a:ext>
                  </a:extLst>
                </a:gridCol>
                <a:gridCol w="633780">
                  <a:extLst>
                    <a:ext uri="{9D8B030D-6E8A-4147-A177-3AD203B41FA5}">
                      <a16:colId xmlns:a16="http://schemas.microsoft.com/office/drawing/2014/main" val="584772092"/>
                    </a:ext>
                  </a:extLst>
                </a:gridCol>
                <a:gridCol w="779889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520523">
                  <a:extLst>
                    <a:ext uri="{9D8B030D-6E8A-4147-A177-3AD203B41FA5}">
                      <a16:colId xmlns:a16="http://schemas.microsoft.com/office/drawing/2014/main" val="3797885445"/>
                    </a:ext>
                  </a:extLst>
                </a:gridCol>
                <a:gridCol w="1333500">
                  <a:extLst>
                    <a:ext uri="{9D8B030D-6E8A-4147-A177-3AD203B41FA5}">
                      <a16:colId xmlns:a16="http://schemas.microsoft.com/office/drawing/2014/main" val="3350314800"/>
                    </a:ext>
                  </a:extLst>
                </a:gridCol>
                <a:gridCol w="512517">
                  <a:extLst>
                    <a:ext uri="{9D8B030D-6E8A-4147-A177-3AD203B41FA5}">
                      <a16:colId xmlns:a16="http://schemas.microsoft.com/office/drawing/2014/main" val="93735984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144799638"/>
                    </a:ext>
                  </a:extLst>
                </a:gridCol>
                <a:gridCol w="642416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810883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17585">
                  <a:extLst>
                    <a:ext uri="{9D8B030D-6E8A-4147-A177-3AD203B41FA5}">
                      <a16:colId xmlns:a16="http://schemas.microsoft.com/office/drawing/2014/main" val="837803279"/>
                    </a:ext>
                  </a:extLst>
                </a:gridCol>
                <a:gridCol w="733245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948906">
                  <a:extLst>
                    <a:ext uri="{9D8B030D-6E8A-4147-A177-3AD203B41FA5}">
                      <a16:colId xmlns:a16="http://schemas.microsoft.com/office/drawing/2014/main" val="2020823996"/>
                    </a:ext>
                  </a:extLst>
                </a:gridCol>
              </a:tblGrid>
              <a:tr h="43361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접수번호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연락처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 err="1">
                          <a:solidFill>
                            <a:schemeClr val="tx1"/>
                          </a:solidFill>
                        </a:rPr>
                        <a:t>교육명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 b="1" dirty="0" err="1">
                          <a:solidFill>
                            <a:schemeClr val="tx1"/>
                          </a:solidFill>
                        </a:rPr>
                        <a:t>장비명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 b="1" dirty="0" err="1">
                          <a:solidFill>
                            <a:schemeClr val="tx1"/>
                          </a:solidFill>
                        </a:rPr>
                        <a:t>공간명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결제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금액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할인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결제상태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결제일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환불현황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환불완료일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영수증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010-0000-000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마케팅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N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입금완료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2024-10-07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6614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마케팅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…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결제취소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2024-10-07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환불 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2024-10-08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HXR-MC88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입금대기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321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00000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hong1234@homepagekorea.com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010-0000-000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드론체험장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결제취소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2024-10-07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C83E8230-D538-8D8D-2029-67B13529DE96}"/>
              </a:ext>
            </a:extLst>
          </p:cNvPr>
          <p:cNvGrpSpPr/>
          <p:nvPr/>
        </p:nvGrpSpPr>
        <p:grpSpPr>
          <a:xfrm>
            <a:off x="8755101" y="3428429"/>
            <a:ext cx="831679" cy="222794"/>
            <a:chOff x="8483974" y="2715793"/>
            <a:chExt cx="903358" cy="241996"/>
          </a:xfrm>
        </p:grpSpPr>
        <p:sp>
          <p:nvSpPr>
            <p:cNvPr id="14" name="Button">
              <a:extLst>
                <a:ext uri="{FF2B5EF4-FFF2-40B4-BE49-F238E27FC236}">
                  <a16:creationId xmlns:a16="http://schemas.microsoft.com/office/drawing/2014/main" id="{74BAB7C3-E8CD-C188-3BDB-B1C4B53C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D8217B1D-7CF5-95E7-9282-9D19891EE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CD2FBBF-AD28-F639-501D-A6CDB361E9F4}"/>
              </a:ext>
            </a:extLst>
          </p:cNvPr>
          <p:cNvGrpSpPr/>
          <p:nvPr/>
        </p:nvGrpSpPr>
        <p:grpSpPr>
          <a:xfrm>
            <a:off x="8755101" y="4111591"/>
            <a:ext cx="831679" cy="222794"/>
            <a:chOff x="8483974" y="2715793"/>
            <a:chExt cx="903358" cy="241996"/>
          </a:xfrm>
        </p:grpSpPr>
        <p:sp>
          <p:nvSpPr>
            <p:cNvPr id="17" name="Button">
              <a:extLst>
                <a:ext uri="{FF2B5EF4-FFF2-40B4-BE49-F238E27FC236}">
                  <a16:creationId xmlns:a16="http://schemas.microsoft.com/office/drawing/2014/main" id="{95F861D5-B208-0EF9-80E4-4E4BF8BC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Button">
              <a:extLst>
                <a:ext uri="{FF2B5EF4-FFF2-40B4-BE49-F238E27FC236}">
                  <a16:creationId xmlns:a16="http://schemas.microsoft.com/office/drawing/2014/main" id="{6C23663C-C397-008A-B0D1-76072865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2C73B51-0EF7-16D9-205B-1E718B60BFD4}"/>
              </a:ext>
            </a:extLst>
          </p:cNvPr>
          <p:cNvGrpSpPr/>
          <p:nvPr/>
        </p:nvGrpSpPr>
        <p:grpSpPr>
          <a:xfrm>
            <a:off x="8755101" y="4736840"/>
            <a:ext cx="831679" cy="222794"/>
            <a:chOff x="8483974" y="2715793"/>
            <a:chExt cx="903358" cy="241996"/>
          </a:xfrm>
        </p:grpSpPr>
        <p:sp>
          <p:nvSpPr>
            <p:cNvPr id="20" name="Button">
              <a:extLst>
                <a:ext uri="{FF2B5EF4-FFF2-40B4-BE49-F238E27FC236}">
                  <a16:creationId xmlns:a16="http://schemas.microsoft.com/office/drawing/2014/main" id="{3580384C-E215-C4F4-DCCB-DA4BC43D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Button">
              <a:extLst>
                <a:ext uri="{FF2B5EF4-FFF2-40B4-BE49-F238E27FC236}">
                  <a16:creationId xmlns:a16="http://schemas.microsoft.com/office/drawing/2014/main" id="{C5949970-48F7-FC4F-87A7-CD66F80EA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5F5EA52-DA73-C385-BB00-6E3E545D2DE0}"/>
              </a:ext>
            </a:extLst>
          </p:cNvPr>
          <p:cNvGrpSpPr/>
          <p:nvPr/>
        </p:nvGrpSpPr>
        <p:grpSpPr>
          <a:xfrm>
            <a:off x="8755101" y="5294303"/>
            <a:ext cx="831679" cy="222794"/>
            <a:chOff x="8483974" y="2715793"/>
            <a:chExt cx="903358" cy="241996"/>
          </a:xfrm>
        </p:grpSpPr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9A7231C3-D376-DCA8-F903-1D7988EEB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Button">
              <a:extLst>
                <a:ext uri="{FF2B5EF4-FFF2-40B4-BE49-F238E27FC236}">
                  <a16:creationId xmlns:a16="http://schemas.microsoft.com/office/drawing/2014/main" id="{B04F4972-9858-06EC-7CCF-FA9FCBF2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780" y="2715793"/>
              <a:ext cx="427552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CD92BB2-FC5D-854C-5F58-D40F81E729BF}"/>
              </a:ext>
            </a:extLst>
          </p:cNvPr>
          <p:cNvSpPr/>
          <p:nvPr/>
        </p:nvSpPr>
        <p:spPr>
          <a:xfrm>
            <a:off x="8983691" y="337291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D06E4FE-4761-B92D-ACC3-E6619FD76F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7315839"/>
              </p:ext>
            </p:extLst>
          </p:nvPr>
        </p:nvGraphicFramePr>
        <p:xfrm>
          <a:off x="3552502" y="2302505"/>
          <a:ext cx="1192453" cy="2725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255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결제취소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pSp>
        <p:nvGrpSpPr>
          <p:cNvPr id="27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9786E81D-A297-0CEA-D6D4-AC82501AF2A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585217" y="1820436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40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466BFBE-F7C4-B708-997C-DB5A87575E49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3C7D09-EEDB-ECA9-2AB3-3C9E687093AC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7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F176DEB3-0317-24DD-5058-7FCE69774653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1585217" y="855755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48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D484858-67FC-B6B9-CAD5-2F90F34E43E1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27E4C37-846E-81F0-E6E8-8D4BE41F1777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1C92D811-859D-0D73-80A4-E5A1AD203A83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1585217" y="1510027"/>
            <a:ext cx="1202158" cy="241092"/>
            <a:chOff x="595684" y="1551576"/>
            <a:chExt cx="1202158" cy="241092"/>
          </a:xfrm>
          <a:solidFill>
            <a:srgbClr val="FFFFFF"/>
          </a:solidFill>
        </p:grpSpPr>
        <p:sp>
          <p:nvSpPr>
            <p:cNvPr id="51" name="Text 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25025C0-48C3-B6D9-81FD-C48304C7773B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595684" y="1551576"/>
              <a:ext cx="1202158" cy="24109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전체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CA0C12E-663C-2639-DA07-2D05EDE88C30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1666396" y="1654033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DDF05E5C-150D-C2AC-D82D-96DCED856892}"/>
              </a:ext>
            </a:extLst>
          </p:cNvPr>
          <p:cNvSpPr txBox="1"/>
          <p:nvPr/>
        </p:nvSpPr>
        <p:spPr>
          <a:xfrm>
            <a:off x="-6955" y="599683"/>
            <a:ext cx="686406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결제 내역</a:t>
            </a:r>
          </a:p>
        </p:txBody>
      </p:sp>
    </p:spTree>
    <p:extLst>
      <p:ext uri="{BB962C8B-B14F-4D97-AF65-F5344CB8AC3E}">
        <p14:creationId xmlns:p14="http://schemas.microsoft.com/office/powerpoint/2010/main" val="214094663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26E12E-DFEA-3CF6-8880-CB47129995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69DB328-3C7D-E53D-3E65-D87102B251CB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결제내역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r>
              <a:rPr lang="ko-KR" altLang="en-US" sz="900" dirty="0"/>
              <a:t> </a:t>
            </a:r>
            <a:r>
              <a:rPr lang="en-US" altLang="ko-KR" sz="900" dirty="0"/>
              <a:t>(1/1)</a:t>
            </a:r>
            <a:endParaRPr lang="ko-KR" altLang="en-US" sz="900" dirty="0"/>
          </a:p>
        </p:txBody>
      </p:sp>
      <p:graphicFrame>
        <p:nvGraphicFramePr>
          <p:cNvPr id="72" name="표 71">
            <a:extLst>
              <a:ext uri="{FF2B5EF4-FFF2-40B4-BE49-F238E27FC236}">
                <a16:creationId xmlns:a16="http://schemas.microsoft.com/office/drawing/2014/main" id="{3888C1D6-95FE-3402-0F9A-50216F8FEB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7709779"/>
              </p:ext>
            </p:extLst>
          </p:nvPr>
        </p:nvGraphicFramePr>
        <p:xfrm>
          <a:off x="610056" y="862631"/>
          <a:ext cx="7397170" cy="28690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이메일</a:t>
                      </a:r>
                      <a:r>
                        <a:rPr lang="en-US" altLang="ko-KR" sz="800" b="0" dirty="0"/>
                        <a:t>(</a:t>
                      </a:r>
                      <a:r>
                        <a:rPr lang="ko-KR" altLang="en-US" sz="800" b="0" dirty="0"/>
                        <a:t>아이디</a:t>
                      </a:r>
                      <a:r>
                        <a:rPr lang="en-US" altLang="ko-KR" sz="800" b="0" dirty="0"/>
                        <a:t>)*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hong1234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@homepagekorea.com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이름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홍길동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52852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연락처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010-0000-0000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교육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교육명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DX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 시대</a:t>
                      </a:r>
                      <a:r>
                        <a:rPr lang="en-US" altLang="ko-KR" sz="800" u="non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마케팅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493829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할인적용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Y / </a:t>
                      </a:r>
                      <a:r>
                        <a:rPr lang="ko-KR" altLang="en-US" sz="800" b="0" dirty="0"/>
                        <a:t>국가유공자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777135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증명서 제출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</a:t>
                      </a:r>
                      <a:r>
                        <a:rPr lang="ko-KR" altLang="en-US" sz="800" b="0" dirty="0"/>
                        <a:t>증명서</a:t>
                      </a:r>
                      <a:r>
                        <a:rPr lang="en-US" altLang="ko-KR" sz="800" b="0" dirty="0"/>
                        <a:t>.pdf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65030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결제금액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10.000</a:t>
                      </a:r>
                      <a:r>
                        <a:rPr lang="ko-KR" altLang="en-US" sz="800" b="0" dirty="0"/>
                        <a:t>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4795720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신청일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2024.09.30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5471680"/>
                  </a:ext>
                </a:extLst>
              </a:tr>
            </a:tbl>
          </a:graphicData>
        </a:graphic>
      </p:graphicFrame>
      <p:sp>
        <p:nvSpPr>
          <p:cNvPr id="86" name="TextBox 30">
            <a:extLst>
              <a:ext uri="{FF2B5EF4-FFF2-40B4-BE49-F238E27FC236}">
                <a16:creationId xmlns:a16="http://schemas.microsoft.com/office/drawing/2014/main" id="{D880C145-C3E5-AA48-83FC-0C68021E2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결제관리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결제내역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5A9A013-56CA-C5FC-43F5-5E8DB23356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568" y="617469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신청자 정보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B1A4264-0175-FE3E-65C6-F93F2DC058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4354414"/>
              </p:ext>
            </p:extLst>
          </p:nvPr>
        </p:nvGraphicFramePr>
        <p:xfrm>
          <a:off x="9696037" y="291622"/>
          <a:ext cx="2498015" cy="561601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결제내역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228600" indent="-228600" algn="l">
                        <a:lnSpc>
                          <a:spcPct val="150000"/>
                        </a:lnSpc>
                        <a:buFontTx/>
                        <a:buAutoNum type="arabicPeriod"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신청자 정보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신청내역에서 입력된 정보이기에 수정이 불가능합니다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결제 정보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: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사용자가 마이페이지 입금 확인 요청 팝업에서 입력한 내용을 표시 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결제 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 대기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 완료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 취소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결제 금액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결제자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결제기한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할인여부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여부를 확인 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Y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 경우 하단에 할인 신청서가 생성됩니다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할인신청서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국가유공자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기초생활수급자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장애인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파일첨부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02369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결제수단</a:t>
                      </a:r>
                      <a:endParaRPr lang="en-US" altLang="ko-KR" sz="80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계좌이체만 진행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9159678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 </a:t>
                      </a:r>
                      <a:r>
                        <a:rPr lang="ko-KR" altLang="en-US" sz="80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결제프로세스 정리</a:t>
                      </a:r>
                      <a:endParaRPr lang="en-US" altLang="ko-KR" sz="80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사용자가 교육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 신청 완료 및 입금 후 마이페이지에서 입금확인 요청 글 등록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입금확인 요청 글 등록 시 해당 결제내역 메뉴에서 리스트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가 쌓임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 입금 확인 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결제상태를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입금완료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’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 수기 처리 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0083988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807429F1-025F-48BC-421A-6506851081BC}"/>
              </a:ext>
            </a:extLst>
          </p:cNvPr>
          <p:cNvSpPr/>
          <p:nvPr/>
        </p:nvSpPr>
        <p:spPr>
          <a:xfrm>
            <a:off x="1367682" y="65667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E3BD1A0-F6F3-6BA8-C1B3-3A5A99B999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601513"/>
              </p:ext>
            </p:extLst>
          </p:nvPr>
        </p:nvGraphicFramePr>
        <p:xfrm>
          <a:off x="631544" y="4229179"/>
          <a:ext cx="7397170" cy="13002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결제 상태</a:t>
                      </a:r>
                      <a:r>
                        <a:rPr lang="en-US" altLang="ko-KR" sz="800" b="0" dirty="0"/>
                        <a:t>*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입금금액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 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52852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/>
                        <a:t>입금자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입금일</a:t>
                      </a:r>
                      <a:r>
                        <a:rPr lang="en-US" altLang="ko-KR" sz="800" b="0" dirty="0"/>
                        <a:t>*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</a:tbl>
          </a:graphicData>
        </a:graphic>
      </p:graphicFrame>
      <p:grpSp>
        <p:nvGrpSpPr>
          <p:cNvPr id="29" name="그룹 28">
            <a:extLst>
              <a:ext uri="{FF2B5EF4-FFF2-40B4-BE49-F238E27FC236}">
                <a16:creationId xmlns:a16="http://schemas.microsoft.com/office/drawing/2014/main" id="{21D331AA-E03E-4C3F-0A27-CC5CCB835224}"/>
              </a:ext>
            </a:extLst>
          </p:cNvPr>
          <p:cNvGrpSpPr/>
          <p:nvPr/>
        </p:nvGrpSpPr>
        <p:grpSpPr>
          <a:xfrm>
            <a:off x="2182931" y="4299631"/>
            <a:ext cx="1016704" cy="241092"/>
            <a:chOff x="2142872" y="1285558"/>
            <a:chExt cx="1016704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C9049570-F943-2EC8-6F47-83D9217D3600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CD79D2E-C5D1-051C-8128-8298AA0213BF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31A7E61A-90B1-60C4-E49F-DD6B9E79E56C}"/>
              </a:ext>
            </a:extLst>
          </p:cNvPr>
          <p:cNvGrpSpPr/>
          <p:nvPr/>
        </p:nvGrpSpPr>
        <p:grpSpPr>
          <a:xfrm>
            <a:off x="2194806" y="5276917"/>
            <a:ext cx="1005892" cy="241092"/>
            <a:chOff x="2153685" y="2540395"/>
            <a:chExt cx="1005892" cy="241092"/>
          </a:xfrm>
        </p:grpSpPr>
        <p:sp>
          <p:nvSpPr>
            <p:cNvPr id="39" name="Text Box">
              <a:extLst>
                <a:ext uri="{FF2B5EF4-FFF2-40B4-BE49-F238E27FC236}">
                  <a16:creationId xmlns:a16="http://schemas.microsoft.com/office/drawing/2014/main" id="{F1AE4528-5817-9386-A539-D88BC71C9D95}"/>
                </a:ext>
              </a:extLst>
            </p:cNvPr>
            <p:cNvSpPr/>
            <p:nvPr/>
          </p:nvSpPr>
          <p:spPr>
            <a:xfrm>
              <a:off x="2153685" y="2540395"/>
              <a:ext cx="1005892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2024.09.30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Calendar">
              <a:extLst>
                <a:ext uri="{FF2B5EF4-FFF2-40B4-BE49-F238E27FC236}">
                  <a16:creationId xmlns:a16="http://schemas.microsoft.com/office/drawing/2014/main" id="{E8F04BA6-EC24-367B-3B13-D9E1071E59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31636" y="2577710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E88CFB21-3BDF-4C05-ADF4-81B91555A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056" y="3974492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결제 정보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36E7F7C-D4C4-D14E-5061-C6419D191E77}"/>
              </a:ext>
            </a:extLst>
          </p:cNvPr>
          <p:cNvSpPr/>
          <p:nvPr/>
        </p:nvSpPr>
        <p:spPr>
          <a:xfrm>
            <a:off x="1367682" y="400726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" name="Text Box">
            <a:extLst>
              <a:ext uri="{FF2B5EF4-FFF2-40B4-BE49-F238E27FC236}">
                <a16:creationId xmlns:a16="http://schemas.microsoft.com/office/drawing/2014/main" id="{869D0651-A528-3BBC-2921-0EF87240999E}"/>
              </a:ext>
            </a:extLst>
          </p:cNvPr>
          <p:cNvSpPr/>
          <p:nvPr/>
        </p:nvSpPr>
        <p:spPr>
          <a:xfrm>
            <a:off x="2187186" y="4635870"/>
            <a:ext cx="100589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10.000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원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" name="Text Box">
            <a:extLst>
              <a:ext uri="{FF2B5EF4-FFF2-40B4-BE49-F238E27FC236}">
                <a16:creationId xmlns:a16="http://schemas.microsoft.com/office/drawing/2014/main" id="{78408C41-2F30-9F85-FDCB-46FA11639A00}"/>
              </a:ext>
            </a:extLst>
          </p:cNvPr>
          <p:cNvSpPr/>
          <p:nvPr/>
        </p:nvSpPr>
        <p:spPr>
          <a:xfrm>
            <a:off x="2194806" y="4956560"/>
            <a:ext cx="100589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홍길동</a:t>
            </a:r>
          </a:p>
        </p:txBody>
      </p:sp>
    </p:spTree>
    <p:extLst>
      <p:ext uri="{BB962C8B-B14F-4D97-AF65-F5344CB8AC3E}">
        <p14:creationId xmlns:p14="http://schemas.microsoft.com/office/powerpoint/2010/main" val="216468901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E7A20B-08C6-C274-2B8A-1247FC3239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E40D77BB-FE94-7D5B-CE74-7FB6B4B25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2534415"/>
              </p:ext>
            </p:extLst>
          </p:nvPr>
        </p:nvGraphicFramePr>
        <p:xfrm>
          <a:off x="9696037" y="291622"/>
          <a:ext cx="2498015" cy="42695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결제내역 수정하는 상세 페이지입니다</a:t>
                      </a:r>
                      <a:r>
                        <a:rPr lang="en-US" altLang="ko-KR" sz="800" b="1" dirty="0"/>
                        <a:t>.</a:t>
                      </a:r>
                      <a:endParaRPr lang="ko-KR" altLang="en-US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 정보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담당자가 입력하고 관리합니다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취소사유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환불상태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 진행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 완료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환불계좌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은행명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환불요청일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환불완료일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비고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관리자가 메모할 수 있는 공간입니다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7260520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4.</a:t>
                      </a:r>
                      <a:r>
                        <a:rPr lang="ko-KR" altLang="en-US" sz="800" b="1" dirty="0"/>
                        <a:t>목록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951473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/>
                        <a:t>5. </a:t>
                      </a:r>
                      <a:r>
                        <a:rPr lang="ko-KR" altLang="en-US" sz="800" b="1" dirty="0"/>
                        <a:t>저장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취소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등록 후 리스트로 이동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&lt;button&gt;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리스트로 이동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023690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03D6FF3F-7824-FC49-D66A-947256FB1F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270" y="781776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환불 정보</a:t>
            </a: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D9033000-F85C-E7EF-6399-8109C06F11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8774851"/>
              </p:ext>
            </p:extLst>
          </p:nvPr>
        </p:nvGraphicFramePr>
        <p:xfrm>
          <a:off x="620932" y="994392"/>
          <a:ext cx="7397170" cy="22640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취소사유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5780364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환불 상태</a:t>
                      </a:r>
                      <a:r>
                        <a:rPr lang="en-US" altLang="ko-KR" sz="800" b="0" dirty="0"/>
                        <a:t>               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3633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환불금액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                                                </a:t>
                      </a:r>
                      <a:r>
                        <a:rPr lang="ko-KR" altLang="en-US" sz="800" b="0" dirty="0"/>
                        <a:t>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52852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환불계좌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001186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환불요청일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환불완료일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4938297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비고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0133555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9A3A9092-A1AD-CDCD-F541-F2F99E5D1FB2}"/>
              </a:ext>
            </a:extLst>
          </p:cNvPr>
          <p:cNvSpPr/>
          <p:nvPr/>
        </p:nvSpPr>
        <p:spPr>
          <a:xfrm>
            <a:off x="2180105" y="1712366"/>
            <a:ext cx="1687843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B61816E-34B2-EAC8-8A87-0CF92A6F6313}"/>
              </a:ext>
            </a:extLst>
          </p:cNvPr>
          <p:cNvGrpSpPr/>
          <p:nvPr/>
        </p:nvGrpSpPr>
        <p:grpSpPr>
          <a:xfrm>
            <a:off x="2180105" y="1375294"/>
            <a:ext cx="1016704" cy="241092"/>
            <a:chOff x="2142872" y="1285558"/>
            <a:chExt cx="1016704" cy="241092"/>
          </a:xfrm>
        </p:grpSpPr>
        <p:sp>
          <p:nvSpPr>
            <p:cNvPr id="48" name="Text Box">
              <a:extLst>
                <a:ext uri="{FF2B5EF4-FFF2-40B4-BE49-F238E27FC236}">
                  <a16:creationId xmlns:a16="http://schemas.microsoft.com/office/drawing/2014/main" id="{4D841C1F-531D-599C-E595-203C3548F064}"/>
                </a:ext>
              </a:extLst>
            </p:cNvPr>
            <p:cNvSpPr/>
            <p:nvPr/>
          </p:nvSpPr>
          <p:spPr>
            <a:xfrm>
              <a:off x="2142872" y="1285558"/>
              <a:ext cx="1016704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BD7CEC-6806-DC7D-CB22-C5B0DA1341B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3044575" y="1388016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36FFAD15-5ADF-3C47-69F0-390668926E57}"/>
              </a:ext>
            </a:extLst>
          </p:cNvPr>
          <p:cNvGrpSpPr/>
          <p:nvPr/>
        </p:nvGrpSpPr>
        <p:grpSpPr>
          <a:xfrm>
            <a:off x="2180105" y="2035250"/>
            <a:ext cx="3203658" cy="241092"/>
            <a:chOff x="2161443" y="3060375"/>
            <a:chExt cx="3203658" cy="241092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B7F05CDB-B5C8-169E-7973-165BC53E829F}"/>
                </a:ext>
              </a:extLst>
            </p:cNvPr>
            <p:cNvSpPr/>
            <p:nvPr/>
          </p:nvSpPr>
          <p:spPr>
            <a:xfrm>
              <a:off x="3235928" y="3067990"/>
              <a:ext cx="2129173" cy="22586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72A51D08-BA76-17F5-854C-1E9955E64DFC}"/>
                </a:ext>
              </a:extLst>
            </p:cNvPr>
            <p:cNvGrpSpPr/>
            <p:nvPr/>
          </p:nvGrpSpPr>
          <p:grpSpPr>
            <a:xfrm>
              <a:off x="2161443" y="3060375"/>
              <a:ext cx="1016704" cy="241092"/>
              <a:chOff x="2142872" y="1285558"/>
              <a:chExt cx="1016704" cy="241092"/>
            </a:xfrm>
          </p:grpSpPr>
          <p:sp>
            <p:nvSpPr>
              <p:cNvPr id="54" name="Text Box">
                <a:extLst>
                  <a:ext uri="{FF2B5EF4-FFF2-40B4-BE49-F238E27FC236}">
                    <a16:creationId xmlns:a16="http://schemas.microsoft.com/office/drawing/2014/main" id="{7C44BC40-8296-A684-DAB5-B9640EC0E107}"/>
                  </a:ext>
                </a:extLst>
              </p:cNvPr>
              <p:cNvSpPr/>
              <p:nvPr/>
            </p:nvSpPr>
            <p:spPr>
              <a:xfrm>
                <a:off x="2142872" y="1285558"/>
                <a:ext cx="1016704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2077C57-D088-BFB1-8A5A-D54396F09750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3044575" y="1388016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EFA865AF-8210-A29D-4635-B3AF99C22608}"/>
              </a:ext>
            </a:extLst>
          </p:cNvPr>
          <p:cNvGrpSpPr/>
          <p:nvPr/>
        </p:nvGrpSpPr>
        <p:grpSpPr>
          <a:xfrm>
            <a:off x="2180105" y="2344846"/>
            <a:ext cx="1005892" cy="241092"/>
            <a:chOff x="2153685" y="2540395"/>
            <a:chExt cx="1005892" cy="241092"/>
          </a:xfrm>
        </p:grpSpPr>
        <p:sp>
          <p:nvSpPr>
            <p:cNvPr id="57" name="Text Box">
              <a:extLst>
                <a:ext uri="{FF2B5EF4-FFF2-40B4-BE49-F238E27FC236}">
                  <a16:creationId xmlns:a16="http://schemas.microsoft.com/office/drawing/2014/main" id="{743026FE-F1E4-0AA5-86C3-2B84A44AE711}"/>
                </a:ext>
              </a:extLst>
            </p:cNvPr>
            <p:cNvSpPr/>
            <p:nvPr/>
          </p:nvSpPr>
          <p:spPr>
            <a:xfrm>
              <a:off x="2153685" y="2540395"/>
              <a:ext cx="1005892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2024.09.30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Calendar">
              <a:extLst>
                <a:ext uri="{FF2B5EF4-FFF2-40B4-BE49-F238E27FC236}">
                  <a16:creationId xmlns:a16="http://schemas.microsoft.com/office/drawing/2014/main" id="{7F4BB85D-9CA9-9442-D91A-E5054824AA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31636" y="2577710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571789D-3905-0FDB-F68B-60EC05A5DC36}"/>
              </a:ext>
            </a:extLst>
          </p:cNvPr>
          <p:cNvGrpSpPr/>
          <p:nvPr/>
        </p:nvGrpSpPr>
        <p:grpSpPr>
          <a:xfrm>
            <a:off x="2180105" y="2662848"/>
            <a:ext cx="1005892" cy="241092"/>
            <a:chOff x="2153685" y="2540395"/>
            <a:chExt cx="1005892" cy="241092"/>
          </a:xfrm>
        </p:grpSpPr>
        <p:sp>
          <p:nvSpPr>
            <p:cNvPr id="60" name="Text Box">
              <a:extLst>
                <a:ext uri="{FF2B5EF4-FFF2-40B4-BE49-F238E27FC236}">
                  <a16:creationId xmlns:a16="http://schemas.microsoft.com/office/drawing/2014/main" id="{900E476D-A509-C27B-72CB-2714B7535A06}"/>
                </a:ext>
              </a:extLst>
            </p:cNvPr>
            <p:cNvSpPr/>
            <p:nvPr/>
          </p:nvSpPr>
          <p:spPr>
            <a:xfrm>
              <a:off x="2153685" y="2540395"/>
              <a:ext cx="1005892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2024.09.30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" name="Calendar">
              <a:extLst>
                <a:ext uri="{FF2B5EF4-FFF2-40B4-BE49-F238E27FC236}">
                  <a16:creationId xmlns:a16="http://schemas.microsoft.com/office/drawing/2014/main" id="{69311CCE-B358-7ACF-5BDA-76BB22388E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31636" y="2577710"/>
              <a:ext cx="144943" cy="16735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585A8C9-5F9D-DE99-B884-B703F5F7E316}"/>
              </a:ext>
            </a:extLst>
          </p:cNvPr>
          <p:cNvSpPr/>
          <p:nvPr/>
        </p:nvSpPr>
        <p:spPr>
          <a:xfrm>
            <a:off x="2180105" y="2982105"/>
            <a:ext cx="5601626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2A84E8B-1943-6760-272E-371FE8CC1ACE}"/>
              </a:ext>
            </a:extLst>
          </p:cNvPr>
          <p:cNvSpPr/>
          <p:nvPr/>
        </p:nvSpPr>
        <p:spPr>
          <a:xfrm>
            <a:off x="2188731" y="1048027"/>
            <a:ext cx="5601626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Button">
            <a:extLst>
              <a:ext uri="{FF2B5EF4-FFF2-40B4-BE49-F238E27FC236}">
                <a16:creationId xmlns:a16="http://schemas.microsoft.com/office/drawing/2014/main" id="{943A0B44-1B64-1FEF-FBB0-745D6F30F715}"/>
              </a:ext>
            </a:extLst>
          </p:cNvPr>
          <p:cNvSpPr>
            <a:spLocks/>
          </p:cNvSpPr>
          <p:nvPr/>
        </p:nvSpPr>
        <p:spPr bwMode="auto">
          <a:xfrm>
            <a:off x="6530939" y="334273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5" name="Button">
            <a:extLst>
              <a:ext uri="{FF2B5EF4-FFF2-40B4-BE49-F238E27FC236}">
                <a16:creationId xmlns:a16="http://schemas.microsoft.com/office/drawing/2014/main" id="{F176D1E0-6219-89A0-C11B-62AE51C83E01}"/>
              </a:ext>
            </a:extLst>
          </p:cNvPr>
          <p:cNvSpPr>
            <a:spLocks/>
          </p:cNvSpPr>
          <p:nvPr/>
        </p:nvSpPr>
        <p:spPr bwMode="auto">
          <a:xfrm>
            <a:off x="7335889" y="3342736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" name="Button">
            <a:extLst>
              <a:ext uri="{FF2B5EF4-FFF2-40B4-BE49-F238E27FC236}">
                <a16:creationId xmlns:a16="http://schemas.microsoft.com/office/drawing/2014/main" id="{F7D55039-45AB-3CF6-ED6D-9BAC8554C650}"/>
              </a:ext>
            </a:extLst>
          </p:cNvPr>
          <p:cNvSpPr>
            <a:spLocks/>
          </p:cNvSpPr>
          <p:nvPr/>
        </p:nvSpPr>
        <p:spPr bwMode="auto">
          <a:xfrm>
            <a:off x="620932" y="334273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96C6EDC4-6B2C-11DD-1667-EEFA76925563}"/>
              </a:ext>
            </a:extLst>
          </p:cNvPr>
          <p:cNvSpPr/>
          <p:nvPr/>
        </p:nvSpPr>
        <p:spPr>
          <a:xfrm>
            <a:off x="620932" y="320796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7C447022-140C-08C3-7B67-609CF2432A55}"/>
              </a:ext>
            </a:extLst>
          </p:cNvPr>
          <p:cNvSpPr/>
          <p:nvPr/>
        </p:nvSpPr>
        <p:spPr>
          <a:xfrm>
            <a:off x="1265068" y="81544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758391E1-581F-1F6C-DE96-EB11BC33BFD4}"/>
              </a:ext>
            </a:extLst>
          </p:cNvPr>
          <p:cNvSpPr/>
          <p:nvPr/>
        </p:nvSpPr>
        <p:spPr>
          <a:xfrm>
            <a:off x="6530939" y="320796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D642199-53C2-8321-E5C1-9C9DCB52A2A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결제내역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r>
              <a:rPr lang="ko-KR" altLang="en-US" sz="900" dirty="0"/>
              <a:t> </a:t>
            </a:r>
            <a:r>
              <a:rPr lang="en-US" altLang="ko-KR" sz="900" dirty="0"/>
              <a:t>(1/2)</a:t>
            </a:r>
            <a:endParaRPr lang="ko-KR" altLang="en-US" sz="900" dirty="0"/>
          </a:p>
        </p:txBody>
      </p:sp>
      <p:sp>
        <p:nvSpPr>
          <p:cNvPr id="4" name="TextBox 30">
            <a:extLst>
              <a:ext uri="{FF2B5EF4-FFF2-40B4-BE49-F238E27FC236}">
                <a16:creationId xmlns:a16="http://schemas.microsoft.com/office/drawing/2014/main" id="{F4618712-BA7B-0E9D-5972-DE1484801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190911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결제관리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결제내역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</a:t>
            </a:r>
            <a:r>
              <a:rPr lang="ko-KR" altLang="en-US" sz="900" dirty="0"/>
              <a:t>버튼 클릭 시</a:t>
            </a:r>
          </a:p>
        </p:txBody>
      </p:sp>
    </p:spTree>
    <p:extLst>
      <p:ext uri="{BB962C8B-B14F-4D97-AF65-F5344CB8AC3E}">
        <p14:creationId xmlns:p14="http://schemas.microsoft.com/office/powerpoint/2010/main" val="349812413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5E8DB8-3DCD-E32C-590F-650B203EEC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ACC1131E-D026-3D7C-5CA2-67A27EFE7A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65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C15E6A7-F3C2-51DB-F79F-13DDECA46980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10. 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게시판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396836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145115-777E-A2B1-7200-0D402A104E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Box 20">
            <a:extLst>
              <a:ext uri="{FF2B5EF4-FFF2-40B4-BE49-F238E27FC236}">
                <a16:creationId xmlns:a16="http://schemas.microsoft.com/office/drawing/2014/main" id="{FB9353A7-98AC-D5CB-7F85-4E810973FB2A}"/>
              </a:ext>
            </a:extLst>
          </p:cNvPr>
          <p:cNvSpPr txBox="1"/>
          <p:nvPr/>
        </p:nvSpPr>
        <p:spPr>
          <a:xfrm>
            <a:off x="-1418" y="1091802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공지사항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1F993FC-1A9E-D7DD-F0C1-6449900D9676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DF5274C-8C66-BD0A-8174-EDA679E65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6425850"/>
              </p:ext>
            </p:extLst>
          </p:nvPr>
        </p:nvGraphicFramePr>
        <p:xfrm>
          <a:off x="114299" y="2696308"/>
          <a:ext cx="9488433" cy="206230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886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5211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607293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93507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818652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63649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5000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134349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336141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작성자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조회수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미추홀구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주민 교육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학산마당극놀래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191635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주안영상미디어센터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2024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하반기 미디어 교육 및 프로그램 안내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50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15241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장비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ㆍ공간대여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신청서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115740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주안영상미디어센터 수강수칙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530953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E1E992D6-DD63-68C0-710D-523C9F2D0DB1}"/>
              </a:ext>
            </a:extLst>
          </p:cNvPr>
          <p:cNvGrpSpPr/>
          <p:nvPr/>
        </p:nvGrpSpPr>
        <p:grpSpPr>
          <a:xfrm>
            <a:off x="8573502" y="3429000"/>
            <a:ext cx="931733" cy="241995"/>
            <a:chOff x="8483974" y="2715793"/>
            <a:chExt cx="931737" cy="241996"/>
          </a:xfrm>
        </p:grpSpPr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32799419-D565-1501-F592-C7789CFC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Button">
              <a:extLst>
                <a:ext uri="{FF2B5EF4-FFF2-40B4-BE49-F238E27FC236}">
                  <a16:creationId xmlns:a16="http://schemas.microsoft.com/office/drawing/2014/main" id="{A352E2E4-3A18-EFC7-CEA1-1C00B56B0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A86A6440-E8D8-0FCE-2039-F82D89AEFEE6}"/>
              </a:ext>
            </a:extLst>
          </p:cNvPr>
          <p:cNvGrpSpPr/>
          <p:nvPr/>
        </p:nvGrpSpPr>
        <p:grpSpPr>
          <a:xfrm>
            <a:off x="8573502" y="3776402"/>
            <a:ext cx="931733" cy="241995"/>
            <a:chOff x="8483974" y="2738652"/>
            <a:chExt cx="931737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C57C766A-8417-1AE4-C904-D8398A75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62896DBA-F04D-8704-32E4-CA57915B3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DAFFF970-9FE0-ECA4-F0CB-9B0C19AD1111}"/>
              </a:ext>
            </a:extLst>
          </p:cNvPr>
          <p:cNvGrpSpPr/>
          <p:nvPr/>
        </p:nvGrpSpPr>
        <p:grpSpPr>
          <a:xfrm>
            <a:off x="8573502" y="3077558"/>
            <a:ext cx="931733" cy="241995"/>
            <a:chOff x="8483974" y="2715793"/>
            <a:chExt cx="931737" cy="241996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9D30000C-1155-ACBC-B575-165A089E0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8E31CE7C-D7B1-46EF-70E0-B4702203D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11D66984-4052-656D-7354-0DD4A4DA09EF}"/>
              </a:ext>
            </a:extLst>
          </p:cNvPr>
          <p:cNvGrpSpPr/>
          <p:nvPr/>
        </p:nvGrpSpPr>
        <p:grpSpPr>
          <a:xfrm>
            <a:off x="8581303" y="4118405"/>
            <a:ext cx="931733" cy="241995"/>
            <a:chOff x="8483974" y="2715792"/>
            <a:chExt cx="931737" cy="241996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46FADA21-C5EF-BAE0-F9C8-F45BC052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678A2911-9530-0DE4-78FB-5B2C02946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06F2EE0D-295E-2B0E-6F1A-1C3A783594E4}"/>
              </a:ext>
            </a:extLst>
          </p:cNvPr>
          <p:cNvGrpSpPr/>
          <p:nvPr/>
        </p:nvGrpSpPr>
        <p:grpSpPr>
          <a:xfrm>
            <a:off x="8572963" y="4469606"/>
            <a:ext cx="931733" cy="241995"/>
            <a:chOff x="8483974" y="2715793"/>
            <a:chExt cx="931737" cy="241996"/>
          </a:xfrm>
        </p:grpSpPr>
        <p:sp>
          <p:nvSpPr>
            <p:cNvPr id="74" name="Button">
              <a:extLst>
                <a:ext uri="{FF2B5EF4-FFF2-40B4-BE49-F238E27FC236}">
                  <a16:creationId xmlns:a16="http://schemas.microsoft.com/office/drawing/2014/main" id="{5C1DCA88-F08E-DB6E-5DBB-8F2F4C44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47C2E73D-DB04-2540-73DD-CEAA2F74D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utton">
            <a:extLst>
              <a:ext uri="{FF2B5EF4-FFF2-40B4-BE49-F238E27FC236}">
                <a16:creationId xmlns:a16="http://schemas.microsoft.com/office/drawing/2014/main" id="{3A81E361-756F-CF47-6765-34BD01540B6B}"/>
              </a:ext>
            </a:extLst>
          </p:cNvPr>
          <p:cNvSpPr>
            <a:spLocks/>
          </p:cNvSpPr>
          <p:nvPr/>
        </p:nvSpPr>
        <p:spPr bwMode="auto">
          <a:xfrm>
            <a:off x="8115570" y="48587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D3A2DDD0-F8C0-3315-47F8-AA91A3FAB3F8}"/>
              </a:ext>
            </a:extLst>
          </p:cNvPr>
          <p:cNvSpPr>
            <a:spLocks/>
          </p:cNvSpPr>
          <p:nvPr/>
        </p:nvSpPr>
        <p:spPr bwMode="auto">
          <a:xfrm>
            <a:off x="8920520" y="485873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E432A148-BBA6-D88E-EDE7-D5DD4072D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1554932"/>
              </p:ext>
            </p:extLst>
          </p:nvPr>
        </p:nvGraphicFramePr>
        <p:xfrm>
          <a:off x="71755" y="1379140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579013B-B52C-4349-E92F-3EDC4645B6E3}"/>
              </a:ext>
            </a:extLst>
          </p:cNvPr>
          <p:cNvSpPr/>
          <p:nvPr/>
        </p:nvSpPr>
        <p:spPr>
          <a:xfrm>
            <a:off x="5085031" y="1426739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04" name="Text Box">
            <a:extLst>
              <a:ext uri="{FF2B5EF4-FFF2-40B4-BE49-F238E27FC236}">
                <a16:creationId xmlns:a16="http://schemas.microsoft.com/office/drawing/2014/main" id="{26694A29-9BB7-25F6-5B28-CE1ED2FB7DFB}"/>
              </a:ext>
            </a:extLst>
          </p:cNvPr>
          <p:cNvSpPr/>
          <p:nvPr/>
        </p:nvSpPr>
        <p:spPr>
          <a:xfrm>
            <a:off x="2392133" y="1419418"/>
            <a:ext cx="2640036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5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36E53EB8-3D7F-ECA9-4765-7B5DE469E432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21222" y="142352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106" name="Text Box">
              <a:extLst>
                <a:ext uri="{FF2B5EF4-FFF2-40B4-BE49-F238E27FC236}">
                  <a16:creationId xmlns:a16="http://schemas.microsoft.com/office/drawing/2014/main" id="{E657AD1E-12E4-2C58-4629-D134DB04BAFC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7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DC82053-253D-CAEB-C0C9-7090C1DFB7D4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9C488BE9-AE14-B894-2C61-58A622A851C7}"/>
              </a:ext>
            </a:extLst>
          </p:cNvPr>
          <p:cNvGrpSpPr/>
          <p:nvPr/>
        </p:nvGrpSpPr>
        <p:grpSpPr>
          <a:xfrm>
            <a:off x="1521221" y="1782158"/>
            <a:ext cx="1510731" cy="249177"/>
            <a:chOff x="1846644" y="2900860"/>
            <a:chExt cx="1687736" cy="241092"/>
          </a:xfrm>
        </p:grpSpPr>
        <p:sp>
          <p:nvSpPr>
            <p:cNvPr id="109" name="Text Box">
              <a:extLst>
                <a:ext uri="{FF2B5EF4-FFF2-40B4-BE49-F238E27FC236}">
                  <a16:creationId xmlns:a16="http://schemas.microsoft.com/office/drawing/2014/main" id="{1CB5326D-EF35-C6F9-CB9D-501C6764365D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110" name="Calendar">
              <a:extLst>
                <a:ext uri="{FF2B5EF4-FFF2-40B4-BE49-F238E27FC236}">
                  <a16:creationId xmlns:a16="http://schemas.microsoft.com/office/drawing/2014/main" id="{762379E0-DFE2-DEEC-11BE-7F1BC9DDA3F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1296E3E7-29A6-9626-85E5-33CBF0EDDFF2}"/>
              </a:ext>
            </a:extLst>
          </p:cNvPr>
          <p:cNvGrpSpPr/>
          <p:nvPr/>
        </p:nvGrpSpPr>
        <p:grpSpPr>
          <a:xfrm>
            <a:off x="3521438" y="1780574"/>
            <a:ext cx="1510731" cy="249177"/>
            <a:chOff x="1846644" y="2900860"/>
            <a:chExt cx="1687736" cy="241092"/>
          </a:xfrm>
        </p:grpSpPr>
        <p:sp>
          <p:nvSpPr>
            <p:cNvPr id="112" name="Text Box">
              <a:extLst>
                <a:ext uri="{FF2B5EF4-FFF2-40B4-BE49-F238E27FC236}">
                  <a16:creationId xmlns:a16="http://schemas.microsoft.com/office/drawing/2014/main" id="{B27B2370-0B55-811D-24DB-5F5622D025D4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113" name="Calendar">
              <a:extLst>
                <a:ext uri="{FF2B5EF4-FFF2-40B4-BE49-F238E27FC236}">
                  <a16:creationId xmlns:a16="http://schemas.microsoft.com/office/drawing/2014/main" id="{50144A53-F05C-2C1D-0E9D-B71D2FDB6C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4" name="TextBox 30">
            <a:extLst>
              <a:ext uri="{FF2B5EF4-FFF2-40B4-BE49-F238E27FC236}">
                <a16:creationId xmlns:a16="http://schemas.microsoft.com/office/drawing/2014/main" id="{CAB8A2FC-A1EA-D35B-888B-12578AD79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5605" y="1775581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1926EE7C-7E55-C9FE-8BE4-7EEC390DC5B6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9CB77826-D161-099B-A121-B94D7DC7510E}"/>
              </a:ext>
            </a:extLst>
          </p:cNvPr>
          <p:cNvGrpSpPr/>
          <p:nvPr/>
        </p:nvGrpSpPr>
        <p:grpSpPr>
          <a:xfrm>
            <a:off x="8509536" y="2426637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65622960-6B69-644F-2BF4-96E08D96E4AA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D1B31631-CEDC-EBFB-BFA9-032A7C01F1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5D31F0B6-8A2F-99BB-81F0-ADF2FD2671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01B740A3-B0D9-F14A-347B-89AE5107D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78784E5-74BA-2AE7-F70F-F0F988F2DA4C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공지사항</a:t>
            </a:r>
            <a:endParaRPr lang="en-US" altLang="ko-KR" sz="900" dirty="0"/>
          </a:p>
        </p:txBody>
      </p:sp>
      <p:sp>
        <p:nvSpPr>
          <p:cNvPr id="12" name="TextBox 30">
            <a:extLst>
              <a:ext uri="{FF2B5EF4-FFF2-40B4-BE49-F238E27FC236}">
                <a16:creationId xmlns:a16="http://schemas.microsoft.com/office/drawing/2014/main" id="{F9486B5D-7E60-2B53-C775-BB01C197E1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게시판 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공지사항</a:t>
            </a:r>
          </a:p>
        </p:txBody>
      </p:sp>
      <p:sp>
        <p:nvSpPr>
          <p:cNvPr id="2" name="Pagination">
            <a:extLst>
              <a:ext uri="{FF2B5EF4-FFF2-40B4-BE49-F238E27FC236}">
                <a16:creationId xmlns:a16="http://schemas.microsoft.com/office/drawing/2014/main" id="{DE66740B-6D11-A0D3-1F58-9CEB5DBBD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513830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3" name="File">
            <a:extLst>
              <a:ext uri="{FF2B5EF4-FFF2-40B4-BE49-F238E27FC236}">
                <a16:creationId xmlns:a16="http://schemas.microsoft.com/office/drawing/2014/main" id="{AF357C45-7646-5686-E633-E6121549D9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092223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" name="File">
            <a:extLst>
              <a:ext uri="{FF2B5EF4-FFF2-40B4-BE49-F238E27FC236}">
                <a16:creationId xmlns:a16="http://schemas.microsoft.com/office/drawing/2014/main" id="{8F7416F0-FDC5-A359-211E-43EE8E7C12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444958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File">
            <a:extLst>
              <a:ext uri="{FF2B5EF4-FFF2-40B4-BE49-F238E27FC236}">
                <a16:creationId xmlns:a16="http://schemas.microsoft.com/office/drawing/2014/main" id="{9B1FE55F-4F3E-5E8D-7FDB-65BFE0C2C0A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792360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File">
            <a:extLst>
              <a:ext uri="{FF2B5EF4-FFF2-40B4-BE49-F238E27FC236}">
                <a16:creationId xmlns:a16="http://schemas.microsoft.com/office/drawing/2014/main" id="{5F248527-2C5C-A248-D6AA-66C1227298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4131467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File">
            <a:extLst>
              <a:ext uri="{FF2B5EF4-FFF2-40B4-BE49-F238E27FC236}">
                <a16:creationId xmlns:a16="http://schemas.microsoft.com/office/drawing/2014/main" id="{962707A9-C313-AE2D-14AF-92928451192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7" y="4485131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AE4868F-B1D4-26EF-6DE2-91C32CBA62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5137093"/>
              </p:ext>
            </p:extLst>
          </p:nvPr>
        </p:nvGraphicFramePr>
        <p:xfrm>
          <a:off x="9693985" y="295164"/>
          <a:ext cx="2498015" cy="391647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공지사항 게시판에 게시글을 등록하고</a:t>
                      </a:r>
                      <a:r>
                        <a:rPr lang="en-US" altLang="ko-KR" sz="800" b="1" dirty="0"/>
                        <a:t> </a:t>
                      </a:r>
                      <a:r>
                        <a:rPr lang="ko-KR" altLang="en-US" sz="800" b="1" dirty="0"/>
                        <a:t>관리합니다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작성자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비공개 게시판 운영 여부 문의 </a:t>
                      </a: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0396928"/>
                  </a:ext>
                </a:extLst>
              </a:tr>
            </a:tbl>
          </a:graphicData>
        </a:graphic>
      </p:graphicFrame>
      <p:sp>
        <p:nvSpPr>
          <p:cNvPr id="11" name="직사각형 60">
            <a:extLst>
              <a:ext uri="{FF2B5EF4-FFF2-40B4-BE49-F238E27FC236}">
                <a16:creationId xmlns:a16="http://schemas.microsoft.com/office/drawing/2014/main" id="{C2E52751-F625-B469-92F5-C39AA28111AA}"/>
              </a:ext>
            </a:extLst>
          </p:cNvPr>
          <p:cNvSpPr/>
          <p:nvPr/>
        </p:nvSpPr>
        <p:spPr>
          <a:xfrm>
            <a:off x="731737" y="113880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3" name="직사각형 60">
            <a:extLst>
              <a:ext uri="{FF2B5EF4-FFF2-40B4-BE49-F238E27FC236}">
                <a16:creationId xmlns:a16="http://schemas.microsoft.com/office/drawing/2014/main" id="{9A0784A1-2DF9-8CE2-8D2B-F916AE968CC7}"/>
              </a:ext>
            </a:extLst>
          </p:cNvPr>
          <p:cNvSpPr/>
          <p:nvPr/>
        </p:nvSpPr>
        <p:spPr>
          <a:xfrm>
            <a:off x="8889093" y="289372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4" name="직사각형 60">
            <a:extLst>
              <a:ext uri="{FF2B5EF4-FFF2-40B4-BE49-F238E27FC236}">
                <a16:creationId xmlns:a16="http://schemas.microsoft.com/office/drawing/2014/main" id="{95E0D63F-E61F-1611-42B2-9BB49FF37363}"/>
              </a:ext>
            </a:extLst>
          </p:cNvPr>
          <p:cNvSpPr/>
          <p:nvPr/>
        </p:nvSpPr>
        <p:spPr>
          <a:xfrm>
            <a:off x="8118062" y="469472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37304018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A345B4-9BC9-FCB7-1A10-6C0446F662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1ED3E6A1-CFB4-6C13-24B1-548AF5299198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BBDCACDC-BB04-6ADA-7CE5-E1217CACBD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0221360"/>
              </p:ext>
            </p:extLst>
          </p:nvPr>
        </p:nvGraphicFramePr>
        <p:xfrm>
          <a:off x="114299" y="2696308"/>
          <a:ext cx="9488433" cy="206230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886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5211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607293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93507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818652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63649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5000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134349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336141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작성자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조회수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장비 대여 신청서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양식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게시글 제목입니다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게시글 제목입니다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게시글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...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191635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 제목입니다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 제목입니다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50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15241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 제목입니다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 제목입니다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115740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 제목입니다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 제목입니다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게시글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530953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9A680200-3DD2-5B20-6474-9F6B3BD5AD7A}"/>
              </a:ext>
            </a:extLst>
          </p:cNvPr>
          <p:cNvGrpSpPr/>
          <p:nvPr/>
        </p:nvGrpSpPr>
        <p:grpSpPr>
          <a:xfrm>
            <a:off x="8573502" y="3429000"/>
            <a:ext cx="931733" cy="241995"/>
            <a:chOff x="8483974" y="2715793"/>
            <a:chExt cx="931737" cy="241996"/>
          </a:xfrm>
        </p:grpSpPr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94EDD05E-6C7D-2116-43A2-FCE98B2B3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Button">
              <a:extLst>
                <a:ext uri="{FF2B5EF4-FFF2-40B4-BE49-F238E27FC236}">
                  <a16:creationId xmlns:a16="http://schemas.microsoft.com/office/drawing/2014/main" id="{65D2F4BE-7C71-E304-B121-26727708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733F6EF5-D8C7-CA0A-8C3B-5E83E2940DFB}"/>
              </a:ext>
            </a:extLst>
          </p:cNvPr>
          <p:cNvGrpSpPr/>
          <p:nvPr/>
        </p:nvGrpSpPr>
        <p:grpSpPr>
          <a:xfrm>
            <a:off x="8573502" y="3776402"/>
            <a:ext cx="931733" cy="241995"/>
            <a:chOff x="8483974" y="2738652"/>
            <a:chExt cx="931737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89EE36FE-4722-79EB-5E64-DA7101753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D5FCBF5C-8D60-CBBA-FB49-BDE1ECC9C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B1A178A9-3213-897B-49AB-2B64563586CE}"/>
              </a:ext>
            </a:extLst>
          </p:cNvPr>
          <p:cNvGrpSpPr/>
          <p:nvPr/>
        </p:nvGrpSpPr>
        <p:grpSpPr>
          <a:xfrm>
            <a:off x="8573502" y="3077558"/>
            <a:ext cx="931733" cy="241995"/>
            <a:chOff x="8483974" y="2715793"/>
            <a:chExt cx="931737" cy="241996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BE20D793-215B-4856-6F1A-848C6F31B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3FBFFB61-0F6C-B970-5FCE-7E5CFBAF9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C0BC2F83-313B-A7E2-0353-EDA205C254B2}"/>
              </a:ext>
            </a:extLst>
          </p:cNvPr>
          <p:cNvGrpSpPr/>
          <p:nvPr/>
        </p:nvGrpSpPr>
        <p:grpSpPr>
          <a:xfrm>
            <a:off x="8581303" y="4118405"/>
            <a:ext cx="931733" cy="241995"/>
            <a:chOff x="8483974" y="2715792"/>
            <a:chExt cx="931737" cy="241996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6B0B0194-E01C-8CA8-311A-9C821D9AE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FC8A636A-FA3D-43C5-5CA4-6210AD9E2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FFEAA124-E8AB-80AD-8851-454FD7C113D4}"/>
              </a:ext>
            </a:extLst>
          </p:cNvPr>
          <p:cNvGrpSpPr/>
          <p:nvPr/>
        </p:nvGrpSpPr>
        <p:grpSpPr>
          <a:xfrm>
            <a:off x="8572963" y="4469606"/>
            <a:ext cx="931733" cy="241995"/>
            <a:chOff x="8483974" y="2715793"/>
            <a:chExt cx="931737" cy="241996"/>
          </a:xfrm>
        </p:grpSpPr>
        <p:sp>
          <p:nvSpPr>
            <p:cNvPr id="74" name="Button">
              <a:extLst>
                <a:ext uri="{FF2B5EF4-FFF2-40B4-BE49-F238E27FC236}">
                  <a16:creationId xmlns:a16="http://schemas.microsoft.com/office/drawing/2014/main" id="{B2046C71-F4BC-7204-48A9-7D86B267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646DE0A4-0A61-3AAB-AA36-B30C93581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utton">
            <a:extLst>
              <a:ext uri="{FF2B5EF4-FFF2-40B4-BE49-F238E27FC236}">
                <a16:creationId xmlns:a16="http://schemas.microsoft.com/office/drawing/2014/main" id="{AAD1346A-939D-906E-09A8-571C71DBBAB7}"/>
              </a:ext>
            </a:extLst>
          </p:cNvPr>
          <p:cNvSpPr>
            <a:spLocks/>
          </p:cNvSpPr>
          <p:nvPr/>
        </p:nvSpPr>
        <p:spPr bwMode="auto">
          <a:xfrm>
            <a:off x="8115570" y="48587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BFEC323E-6AC3-762E-B638-CED033AA530A}"/>
              </a:ext>
            </a:extLst>
          </p:cNvPr>
          <p:cNvSpPr>
            <a:spLocks/>
          </p:cNvSpPr>
          <p:nvPr/>
        </p:nvSpPr>
        <p:spPr bwMode="auto">
          <a:xfrm>
            <a:off x="8920520" y="485873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D97CE2B1-CBAC-0D6A-4AF2-20BA01F08B6A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007A8A04-CB06-830D-F6A0-E59B370714B9}"/>
              </a:ext>
            </a:extLst>
          </p:cNvPr>
          <p:cNvGrpSpPr/>
          <p:nvPr/>
        </p:nvGrpSpPr>
        <p:grpSpPr>
          <a:xfrm>
            <a:off x="8509536" y="2426637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42B7EEEC-290E-7D23-633F-807531FE4514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F5FAF32F-6D60-6214-B271-B37DD7A0DE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65870AA3-8CE4-6AAB-31FE-C37EE7C0B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35B95546-4238-5975-88EB-AD79B2100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F9A00030-7EF7-CDE9-06D8-C7C81A8AC052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자료실</a:t>
            </a:r>
            <a:endParaRPr lang="en-US" altLang="ko-KR" sz="900" dirty="0"/>
          </a:p>
        </p:txBody>
      </p:sp>
      <p:sp>
        <p:nvSpPr>
          <p:cNvPr id="12" name="TextBox 30">
            <a:extLst>
              <a:ext uri="{FF2B5EF4-FFF2-40B4-BE49-F238E27FC236}">
                <a16:creationId xmlns:a16="http://schemas.microsoft.com/office/drawing/2014/main" id="{15BF2E0D-1F60-441E-3578-A528B280DA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게시판 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자료실</a:t>
            </a:r>
          </a:p>
        </p:txBody>
      </p:sp>
      <p:sp>
        <p:nvSpPr>
          <p:cNvPr id="2" name="Pagination">
            <a:extLst>
              <a:ext uri="{FF2B5EF4-FFF2-40B4-BE49-F238E27FC236}">
                <a16:creationId xmlns:a16="http://schemas.microsoft.com/office/drawing/2014/main" id="{8F776D86-EF7B-6F4E-41B5-D79820056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513830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3" name="File">
            <a:extLst>
              <a:ext uri="{FF2B5EF4-FFF2-40B4-BE49-F238E27FC236}">
                <a16:creationId xmlns:a16="http://schemas.microsoft.com/office/drawing/2014/main" id="{03F00F19-4F0C-84D7-DB1D-DA8381902C8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092223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" name="File">
            <a:extLst>
              <a:ext uri="{FF2B5EF4-FFF2-40B4-BE49-F238E27FC236}">
                <a16:creationId xmlns:a16="http://schemas.microsoft.com/office/drawing/2014/main" id="{82D390A9-BDB3-454C-ED1D-7C61C625B0A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444958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File">
            <a:extLst>
              <a:ext uri="{FF2B5EF4-FFF2-40B4-BE49-F238E27FC236}">
                <a16:creationId xmlns:a16="http://schemas.microsoft.com/office/drawing/2014/main" id="{1DB3CF5A-1D6C-23AA-660D-0C08CF1916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792360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File">
            <a:extLst>
              <a:ext uri="{FF2B5EF4-FFF2-40B4-BE49-F238E27FC236}">
                <a16:creationId xmlns:a16="http://schemas.microsoft.com/office/drawing/2014/main" id="{44A3CD24-5E4D-5ACF-29CD-7CD1A403F0C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4131467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File">
            <a:extLst>
              <a:ext uri="{FF2B5EF4-FFF2-40B4-BE49-F238E27FC236}">
                <a16:creationId xmlns:a16="http://schemas.microsoft.com/office/drawing/2014/main" id="{D7DCE2A0-ACA9-A6D1-D0F5-AB681CD00A4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7" y="4485131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858EDA3-1BEF-E977-7893-8518E5FA365D}"/>
              </a:ext>
            </a:extLst>
          </p:cNvPr>
          <p:cNvSpPr txBox="1"/>
          <p:nvPr/>
        </p:nvSpPr>
        <p:spPr>
          <a:xfrm>
            <a:off x="-1418" y="1091802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자료실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442F5DC1-655B-A7F7-A341-51D55FFC28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1374135"/>
              </p:ext>
            </p:extLst>
          </p:nvPr>
        </p:nvGraphicFramePr>
        <p:xfrm>
          <a:off x="71755" y="1379140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BB73937-74CF-9F54-5837-490692C72EBA}"/>
              </a:ext>
            </a:extLst>
          </p:cNvPr>
          <p:cNvSpPr/>
          <p:nvPr/>
        </p:nvSpPr>
        <p:spPr>
          <a:xfrm>
            <a:off x="5085031" y="1426739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909A940D-0536-B71D-A5DD-082669CEC542}"/>
              </a:ext>
            </a:extLst>
          </p:cNvPr>
          <p:cNvSpPr/>
          <p:nvPr/>
        </p:nvSpPr>
        <p:spPr>
          <a:xfrm>
            <a:off x="2392133" y="1419418"/>
            <a:ext cx="2640036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251D372-E56A-4360-579E-C8579FB94665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21222" y="142352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0" name="Text Box">
              <a:extLst>
                <a:ext uri="{FF2B5EF4-FFF2-40B4-BE49-F238E27FC236}">
                  <a16:creationId xmlns:a16="http://schemas.microsoft.com/office/drawing/2014/main" id="{2B34F17D-67A8-B9CB-17D2-71704790BB79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33E4E6-AB7F-CC20-5C7E-4CC9E5AF9665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9B2D7ABC-A4AD-33B1-F1F9-761963420963}"/>
              </a:ext>
            </a:extLst>
          </p:cNvPr>
          <p:cNvGrpSpPr/>
          <p:nvPr/>
        </p:nvGrpSpPr>
        <p:grpSpPr>
          <a:xfrm>
            <a:off x="1521221" y="1782158"/>
            <a:ext cx="1510731" cy="249177"/>
            <a:chOff x="1846644" y="2900860"/>
            <a:chExt cx="1687736" cy="241092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F3885156-83DE-BB1C-C481-B3C52C1DCCC3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28" name="Calendar">
              <a:extLst>
                <a:ext uri="{FF2B5EF4-FFF2-40B4-BE49-F238E27FC236}">
                  <a16:creationId xmlns:a16="http://schemas.microsoft.com/office/drawing/2014/main" id="{B411A238-D7B2-59A7-1A88-FB0FDB2369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3889798-722F-D24F-39BF-B858F6D65A0B}"/>
              </a:ext>
            </a:extLst>
          </p:cNvPr>
          <p:cNvGrpSpPr/>
          <p:nvPr/>
        </p:nvGrpSpPr>
        <p:grpSpPr>
          <a:xfrm>
            <a:off x="3521438" y="1780574"/>
            <a:ext cx="1510731" cy="249177"/>
            <a:chOff x="1846644" y="2900860"/>
            <a:chExt cx="1687736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9DBB397E-CE8A-6D5A-51BF-ED32F6B63AA4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31" name="Calendar">
              <a:extLst>
                <a:ext uri="{FF2B5EF4-FFF2-40B4-BE49-F238E27FC236}">
                  <a16:creationId xmlns:a16="http://schemas.microsoft.com/office/drawing/2014/main" id="{5AD96B66-863B-00ED-4EF5-0E84A51B01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" name="TextBox 30">
            <a:extLst>
              <a:ext uri="{FF2B5EF4-FFF2-40B4-BE49-F238E27FC236}">
                <a16:creationId xmlns:a16="http://schemas.microsoft.com/office/drawing/2014/main" id="{8F6D87B7-4AE5-D6DB-4DBB-7994A80D7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5605" y="1775581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4D3F49DD-0B4A-F267-341B-307A4D4361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6170719"/>
              </p:ext>
            </p:extLst>
          </p:nvPr>
        </p:nvGraphicFramePr>
        <p:xfrm>
          <a:off x="9693985" y="295164"/>
          <a:ext cx="2498015" cy="391647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자료실 게시판에 게시글을 등록하고</a:t>
                      </a:r>
                      <a:r>
                        <a:rPr lang="en-US" altLang="ko-KR" sz="800" b="1" dirty="0"/>
                        <a:t> </a:t>
                      </a:r>
                      <a:r>
                        <a:rPr lang="ko-KR" altLang="en-US" sz="800" b="1" dirty="0"/>
                        <a:t>관리합니다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작성자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비공개 게시판 운영 여부 문의 </a:t>
                      </a: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1200328"/>
                  </a:ext>
                </a:extLst>
              </a:tr>
            </a:tbl>
          </a:graphicData>
        </a:graphic>
      </p:graphicFrame>
      <p:sp>
        <p:nvSpPr>
          <p:cNvPr id="34" name="직사각형 60">
            <a:extLst>
              <a:ext uri="{FF2B5EF4-FFF2-40B4-BE49-F238E27FC236}">
                <a16:creationId xmlns:a16="http://schemas.microsoft.com/office/drawing/2014/main" id="{A24C364A-C37B-517D-4F0C-FFC3976D0619}"/>
              </a:ext>
            </a:extLst>
          </p:cNvPr>
          <p:cNvSpPr/>
          <p:nvPr/>
        </p:nvSpPr>
        <p:spPr>
          <a:xfrm>
            <a:off x="731737" y="113880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5" name="직사각형 60">
            <a:extLst>
              <a:ext uri="{FF2B5EF4-FFF2-40B4-BE49-F238E27FC236}">
                <a16:creationId xmlns:a16="http://schemas.microsoft.com/office/drawing/2014/main" id="{D04274E1-AB81-8123-795B-6A15C8923F81}"/>
              </a:ext>
            </a:extLst>
          </p:cNvPr>
          <p:cNvSpPr/>
          <p:nvPr/>
        </p:nvSpPr>
        <p:spPr>
          <a:xfrm>
            <a:off x="8889093" y="289372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6" name="직사각형 60">
            <a:extLst>
              <a:ext uri="{FF2B5EF4-FFF2-40B4-BE49-F238E27FC236}">
                <a16:creationId xmlns:a16="http://schemas.microsoft.com/office/drawing/2014/main" id="{0A92F0C2-C959-CBE2-7D93-CEB05DBDDB2C}"/>
              </a:ext>
            </a:extLst>
          </p:cNvPr>
          <p:cNvSpPr/>
          <p:nvPr/>
        </p:nvSpPr>
        <p:spPr>
          <a:xfrm>
            <a:off x="8118062" y="469472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37" name="직사각형 60">
            <a:extLst>
              <a:ext uri="{FF2B5EF4-FFF2-40B4-BE49-F238E27FC236}">
                <a16:creationId xmlns:a16="http://schemas.microsoft.com/office/drawing/2014/main" id="{919F52B0-1C45-EB63-C11B-AEFC52365B4A}"/>
              </a:ext>
            </a:extLst>
          </p:cNvPr>
          <p:cNvSpPr/>
          <p:nvPr/>
        </p:nvSpPr>
        <p:spPr>
          <a:xfrm>
            <a:off x="8917852" y="469020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107953466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D5187-EC5C-661B-0248-D6199BCC5D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5BB805B0-E7BC-1A63-ACFE-785E65BC5A1F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070D0720-AF96-8F51-0A76-A145D6E4E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8855828"/>
              </p:ext>
            </p:extLst>
          </p:nvPr>
        </p:nvGraphicFramePr>
        <p:xfrm>
          <a:off x="114299" y="2696308"/>
          <a:ext cx="9488433" cy="206230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886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55211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607293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93507">
                  <a:extLst>
                    <a:ext uri="{9D8B030D-6E8A-4147-A177-3AD203B41FA5}">
                      <a16:colId xmlns:a16="http://schemas.microsoft.com/office/drawing/2014/main" val="2852704168"/>
                    </a:ext>
                  </a:extLst>
                </a:gridCol>
                <a:gridCol w="818652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763649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55000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134349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336141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작성자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조회수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스웨덴영화제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36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영화 공간 주안 인생영화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디베르티멘토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191635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단편 영화 시나리오쓰기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50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152413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35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영화 공간 주안 인생영화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퍼펙트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데이즈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115740"/>
                  </a:ext>
                </a:extLst>
              </a:tr>
              <a:tr h="3452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모집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26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서울국제여성영화제 자원활동가 시우 프렌즈 모집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(~7/17)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530953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DDC283B5-22AA-38EA-77C6-9E2E2D352350}"/>
              </a:ext>
            </a:extLst>
          </p:cNvPr>
          <p:cNvGrpSpPr/>
          <p:nvPr/>
        </p:nvGrpSpPr>
        <p:grpSpPr>
          <a:xfrm>
            <a:off x="8573502" y="3429000"/>
            <a:ext cx="931733" cy="241995"/>
            <a:chOff x="8483974" y="2715793"/>
            <a:chExt cx="931737" cy="241996"/>
          </a:xfrm>
        </p:grpSpPr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AE8A8D4B-21BD-ED50-1767-E53F57B7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Button">
              <a:extLst>
                <a:ext uri="{FF2B5EF4-FFF2-40B4-BE49-F238E27FC236}">
                  <a16:creationId xmlns:a16="http://schemas.microsoft.com/office/drawing/2014/main" id="{9728E64A-3961-20D9-1DEA-27D0649D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B011B96-BA59-D860-CE8E-70B11C98FD90}"/>
              </a:ext>
            </a:extLst>
          </p:cNvPr>
          <p:cNvGrpSpPr/>
          <p:nvPr/>
        </p:nvGrpSpPr>
        <p:grpSpPr>
          <a:xfrm>
            <a:off x="8573502" y="3776402"/>
            <a:ext cx="931733" cy="241995"/>
            <a:chOff x="8483974" y="2738652"/>
            <a:chExt cx="931737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2852C4CB-E823-B83D-644E-AAFA5296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16006EA8-FEFA-521D-FDE7-BD387E37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DB29EDC-F12B-62CD-CD04-D28301B559DA}"/>
              </a:ext>
            </a:extLst>
          </p:cNvPr>
          <p:cNvGrpSpPr/>
          <p:nvPr/>
        </p:nvGrpSpPr>
        <p:grpSpPr>
          <a:xfrm>
            <a:off x="8573502" y="3077558"/>
            <a:ext cx="931733" cy="241995"/>
            <a:chOff x="8483974" y="2715793"/>
            <a:chExt cx="931737" cy="241996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3EB25473-A2A2-7B4F-9403-818A3EFA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44D3BA9E-15BD-7360-36B5-929C6750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46BC5CDC-36A3-F9B2-0D94-F02DF337EA3C}"/>
              </a:ext>
            </a:extLst>
          </p:cNvPr>
          <p:cNvGrpSpPr/>
          <p:nvPr/>
        </p:nvGrpSpPr>
        <p:grpSpPr>
          <a:xfrm>
            <a:off x="8581303" y="4118405"/>
            <a:ext cx="931733" cy="241995"/>
            <a:chOff x="8483974" y="2715792"/>
            <a:chExt cx="931737" cy="241996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682EF86B-8ABA-F360-2BA7-225F9EC2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843F9DE5-7726-F066-9CA1-FF80907D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F64F0C50-0B0D-B5E0-7E60-CA2EAED494E5}"/>
              </a:ext>
            </a:extLst>
          </p:cNvPr>
          <p:cNvGrpSpPr/>
          <p:nvPr/>
        </p:nvGrpSpPr>
        <p:grpSpPr>
          <a:xfrm>
            <a:off x="8572963" y="4469606"/>
            <a:ext cx="931733" cy="241995"/>
            <a:chOff x="8483974" y="2715793"/>
            <a:chExt cx="931737" cy="241996"/>
          </a:xfrm>
        </p:grpSpPr>
        <p:sp>
          <p:nvSpPr>
            <p:cNvPr id="74" name="Button">
              <a:extLst>
                <a:ext uri="{FF2B5EF4-FFF2-40B4-BE49-F238E27FC236}">
                  <a16:creationId xmlns:a16="http://schemas.microsoft.com/office/drawing/2014/main" id="{2C284932-5F8D-C14D-607D-BC5013C98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2769AACC-4EA1-2EEB-47F5-E864F949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utton">
            <a:extLst>
              <a:ext uri="{FF2B5EF4-FFF2-40B4-BE49-F238E27FC236}">
                <a16:creationId xmlns:a16="http://schemas.microsoft.com/office/drawing/2014/main" id="{7200C3FA-9BEA-6CA3-9C72-AF2C169351CC}"/>
              </a:ext>
            </a:extLst>
          </p:cNvPr>
          <p:cNvSpPr>
            <a:spLocks/>
          </p:cNvSpPr>
          <p:nvPr/>
        </p:nvSpPr>
        <p:spPr bwMode="auto">
          <a:xfrm>
            <a:off x="8115570" y="4858731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0CC294B9-2398-21D1-B00A-74A4614A6717}"/>
              </a:ext>
            </a:extLst>
          </p:cNvPr>
          <p:cNvSpPr>
            <a:spLocks/>
          </p:cNvSpPr>
          <p:nvPr/>
        </p:nvSpPr>
        <p:spPr bwMode="auto">
          <a:xfrm>
            <a:off x="8920520" y="4858731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04DBFC87-C542-DDE5-F01D-78CFF5FD4A4E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82D9284C-E23F-7B20-8A77-7E86F45345E1}"/>
              </a:ext>
            </a:extLst>
          </p:cNvPr>
          <p:cNvGrpSpPr/>
          <p:nvPr/>
        </p:nvGrpSpPr>
        <p:grpSpPr>
          <a:xfrm>
            <a:off x="8509536" y="2426637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B4C94C3E-4C9E-0ED0-429D-E50CD6BFB33D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DB24F384-C325-7220-0F7B-100CE865AF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0F0BF105-FDA2-BD43-0CD4-3A7C39A72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22D5CADE-EB68-B46D-95D7-B867983841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0BE88ADC-BEAF-6E0A-B171-9F75563485F6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자유게시판</a:t>
            </a:r>
            <a:endParaRPr lang="en-US" altLang="ko-KR" sz="900" dirty="0"/>
          </a:p>
        </p:txBody>
      </p:sp>
      <p:sp>
        <p:nvSpPr>
          <p:cNvPr id="12" name="TextBox 30">
            <a:extLst>
              <a:ext uri="{FF2B5EF4-FFF2-40B4-BE49-F238E27FC236}">
                <a16:creationId xmlns:a16="http://schemas.microsoft.com/office/drawing/2014/main" id="{4AE35BD5-2EB9-2B60-DE88-2486DA369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게시판 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자유게시판</a:t>
            </a:r>
          </a:p>
        </p:txBody>
      </p:sp>
      <p:sp>
        <p:nvSpPr>
          <p:cNvPr id="2" name="Pagination">
            <a:extLst>
              <a:ext uri="{FF2B5EF4-FFF2-40B4-BE49-F238E27FC236}">
                <a16:creationId xmlns:a16="http://schemas.microsoft.com/office/drawing/2014/main" id="{7327353A-2CA5-DC59-942A-0170F90CF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945" y="513830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3" name="File">
            <a:extLst>
              <a:ext uri="{FF2B5EF4-FFF2-40B4-BE49-F238E27FC236}">
                <a16:creationId xmlns:a16="http://schemas.microsoft.com/office/drawing/2014/main" id="{F716E5D1-BAC6-9429-4C39-4477EA41D2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092223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" name="File">
            <a:extLst>
              <a:ext uri="{FF2B5EF4-FFF2-40B4-BE49-F238E27FC236}">
                <a16:creationId xmlns:a16="http://schemas.microsoft.com/office/drawing/2014/main" id="{D080FAD2-4ED2-FAED-397E-9129516270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444958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File">
            <a:extLst>
              <a:ext uri="{FF2B5EF4-FFF2-40B4-BE49-F238E27FC236}">
                <a16:creationId xmlns:a16="http://schemas.microsoft.com/office/drawing/2014/main" id="{B03621E7-897C-747C-1D87-033BB3BAB25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3792360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" name="File">
            <a:extLst>
              <a:ext uri="{FF2B5EF4-FFF2-40B4-BE49-F238E27FC236}">
                <a16:creationId xmlns:a16="http://schemas.microsoft.com/office/drawing/2014/main" id="{9878A366-5C43-82C9-0AAE-44A90404B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8" y="4131467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File">
            <a:extLst>
              <a:ext uri="{FF2B5EF4-FFF2-40B4-BE49-F238E27FC236}">
                <a16:creationId xmlns:a16="http://schemas.microsoft.com/office/drawing/2014/main" id="{B21A64FB-E10E-3900-4CED-8156F96B7E5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6087" y="4485131"/>
            <a:ext cx="150351" cy="210078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D9BFEC6-160C-0A1F-A3FE-76E5EE387A71}"/>
              </a:ext>
            </a:extLst>
          </p:cNvPr>
          <p:cNvSpPr txBox="1"/>
          <p:nvPr/>
        </p:nvSpPr>
        <p:spPr>
          <a:xfrm>
            <a:off x="-1418" y="1091802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자유게시판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02DDE2BC-0490-C449-F091-78ABFF6FFA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1374135"/>
              </p:ext>
            </p:extLst>
          </p:nvPr>
        </p:nvGraphicFramePr>
        <p:xfrm>
          <a:off x="71755" y="1379140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E5CFFA9C-4187-34CA-9899-A538012CD942}"/>
              </a:ext>
            </a:extLst>
          </p:cNvPr>
          <p:cNvSpPr/>
          <p:nvPr/>
        </p:nvSpPr>
        <p:spPr>
          <a:xfrm>
            <a:off x="5085031" y="1426739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B500A3D5-628E-122D-2EE7-EEEFA7AF1A20}"/>
              </a:ext>
            </a:extLst>
          </p:cNvPr>
          <p:cNvSpPr/>
          <p:nvPr/>
        </p:nvSpPr>
        <p:spPr>
          <a:xfrm>
            <a:off x="2392133" y="1419418"/>
            <a:ext cx="2640036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F03146F7-73E1-6408-D162-891F862935C4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21222" y="142352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0" name="Text Box">
              <a:extLst>
                <a:ext uri="{FF2B5EF4-FFF2-40B4-BE49-F238E27FC236}">
                  <a16:creationId xmlns:a16="http://schemas.microsoft.com/office/drawing/2014/main" id="{00E501A1-B886-7EEB-5DA8-D7396CFE952F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01739BB-1347-A2D2-B5D2-6F053176DF9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2E6EFBB4-D4A7-3DF0-AF34-1E01BC0D5A6F}"/>
              </a:ext>
            </a:extLst>
          </p:cNvPr>
          <p:cNvGrpSpPr/>
          <p:nvPr/>
        </p:nvGrpSpPr>
        <p:grpSpPr>
          <a:xfrm>
            <a:off x="1521221" y="1782158"/>
            <a:ext cx="1510731" cy="249177"/>
            <a:chOff x="1846644" y="2900860"/>
            <a:chExt cx="1687736" cy="241092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0C23ABCB-8A8B-015F-91FF-50E0EB3F0CF8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28" name="Calendar">
              <a:extLst>
                <a:ext uri="{FF2B5EF4-FFF2-40B4-BE49-F238E27FC236}">
                  <a16:creationId xmlns:a16="http://schemas.microsoft.com/office/drawing/2014/main" id="{B534A377-1E49-EDB8-96B4-446AF07605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0C40395-CB45-1295-5823-3B60362EC2F8}"/>
              </a:ext>
            </a:extLst>
          </p:cNvPr>
          <p:cNvGrpSpPr/>
          <p:nvPr/>
        </p:nvGrpSpPr>
        <p:grpSpPr>
          <a:xfrm>
            <a:off x="3521438" y="1780574"/>
            <a:ext cx="1510731" cy="249177"/>
            <a:chOff x="1846644" y="2900860"/>
            <a:chExt cx="1687736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BEBCFB2C-DA5C-6173-319E-1BABD64B717A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31" name="Calendar">
              <a:extLst>
                <a:ext uri="{FF2B5EF4-FFF2-40B4-BE49-F238E27FC236}">
                  <a16:creationId xmlns:a16="http://schemas.microsoft.com/office/drawing/2014/main" id="{BA72F2C8-C8FE-D57A-E2AB-A0CB1E7861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" name="TextBox 30">
            <a:extLst>
              <a:ext uri="{FF2B5EF4-FFF2-40B4-BE49-F238E27FC236}">
                <a16:creationId xmlns:a16="http://schemas.microsoft.com/office/drawing/2014/main" id="{C39D676F-BF93-C2DC-C65A-4B2FBFEF89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5605" y="1775581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715F117-214E-6181-D844-2D9383DFF8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171998"/>
              </p:ext>
            </p:extLst>
          </p:nvPr>
        </p:nvGraphicFramePr>
        <p:xfrm>
          <a:off x="9693985" y="295164"/>
          <a:ext cx="2498015" cy="3916472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자유게시판에 게시글을 등록하고</a:t>
                      </a:r>
                      <a:r>
                        <a:rPr lang="en-US" altLang="ko-KR" sz="800" b="1" dirty="0"/>
                        <a:t> </a:t>
                      </a:r>
                      <a:r>
                        <a:rPr lang="ko-KR" altLang="en-US" sz="800" b="1" dirty="0"/>
                        <a:t>관리합니다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작성자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baseline="0" dirty="0"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884573"/>
                  </a:ext>
                </a:extLst>
              </a:tr>
            </a:tbl>
          </a:graphicData>
        </a:graphic>
      </p:graphicFrame>
      <p:sp>
        <p:nvSpPr>
          <p:cNvPr id="34" name="직사각형 60">
            <a:extLst>
              <a:ext uri="{FF2B5EF4-FFF2-40B4-BE49-F238E27FC236}">
                <a16:creationId xmlns:a16="http://schemas.microsoft.com/office/drawing/2014/main" id="{9DFABF90-A2A0-7C58-FA74-6F092BEC922D}"/>
              </a:ext>
            </a:extLst>
          </p:cNvPr>
          <p:cNvSpPr/>
          <p:nvPr/>
        </p:nvSpPr>
        <p:spPr>
          <a:xfrm>
            <a:off x="731737" y="113880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5" name="직사각형 60">
            <a:extLst>
              <a:ext uri="{FF2B5EF4-FFF2-40B4-BE49-F238E27FC236}">
                <a16:creationId xmlns:a16="http://schemas.microsoft.com/office/drawing/2014/main" id="{0AF344CC-A96E-7FB3-0C65-4AEAD89DCDED}"/>
              </a:ext>
            </a:extLst>
          </p:cNvPr>
          <p:cNvSpPr/>
          <p:nvPr/>
        </p:nvSpPr>
        <p:spPr>
          <a:xfrm>
            <a:off x="8889093" y="289372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6" name="직사각형 60">
            <a:extLst>
              <a:ext uri="{FF2B5EF4-FFF2-40B4-BE49-F238E27FC236}">
                <a16:creationId xmlns:a16="http://schemas.microsoft.com/office/drawing/2014/main" id="{00FDEEA6-E790-4C04-A0F6-5A1ADA741D40}"/>
              </a:ext>
            </a:extLst>
          </p:cNvPr>
          <p:cNvSpPr/>
          <p:nvPr/>
        </p:nvSpPr>
        <p:spPr>
          <a:xfrm>
            <a:off x="8118062" y="469472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73516708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0B61EA3-1085-E5C7-122A-EC81CF3813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064615"/>
              </p:ext>
            </p:extLst>
          </p:nvPr>
        </p:nvGraphicFramePr>
        <p:xfrm>
          <a:off x="505190" y="1348740"/>
          <a:ext cx="7399923" cy="35751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9881">
                  <a:extLst>
                    <a:ext uri="{9D8B030D-6E8A-4147-A177-3AD203B41FA5}">
                      <a16:colId xmlns:a16="http://schemas.microsoft.com/office/drawing/2014/main" val="4145493058"/>
                    </a:ext>
                  </a:extLst>
                </a:gridCol>
                <a:gridCol w="6330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1063978"/>
                  </a:ext>
                </a:extLst>
              </a:tr>
              <a:tr h="16106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4506938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첨부파일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9276382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작성자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/>
                        <a:t>홍길동</a:t>
                      </a:r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469747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2024.09.30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5267486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조회수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0000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56692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DE1B4C0-A882-4AD3-2844-5C2C6FEBCE33}"/>
              </a:ext>
            </a:extLst>
          </p:cNvPr>
          <p:cNvSpPr txBox="1"/>
          <p:nvPr/>
        </p:nvSpPr>
        <p:spPr>
          <a:xfrm>
            <a:off x="413274" y="1087472"/>
            <a:ext cx="3214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spcBef>
                <a:spcPct val="0"/>
              </a:spcBef>
            </a:pPr>
            <a:r>
              <a:rPr lang="ko-KR" altLang="en-US" b="1" dirty="0"/>
              <a:t>공지사항</a:t>
            </a:r>
            <a:r>
              <a:rPr lang="en-US" altLang="ko-KR" b="1" dirty="0"/>
              <a:t>,</a:t>
            </a:r>
            <a:r>
              <a:rPr lang="ko-KR" altLang="en-US" b="1" dirty="0"/>
              <a:t> 자료실</a:t>
            </a:r>
            <a:r>
              <a:rPr lang="en-US" altLang="ko-KR" b="1" dirty="0"/>
              <a:t>, </a:t>
            </a:r>
            <a:r>
              <a:rPr lang="ko-KR" altLang="en-US" b="1" dirty="0"/>
              <a:t>자유게시판</a:t>
            </a:r>
            <a:endParaRPr lang="ko-KR" altLang="en-US" sz="900" b="1" dirty="0"/>
          </a:p>
        </p:txBody>
      </p:sp>
      <p:sp>
        <p:nvSpPr>
          <p:cNvPr id="6" name="Text Box">
            <a:extLst>
              <a:ext uri="{FF2B5EF4-FFF2-40B4-BE49-F238E27FC236}">
                <a16:creationId xmlns:a16="http://schemas.microsoft.com/office/drawing/2014/main" id="{8E9827FC-FF47-ADDE-F364-A3435BAF736E}"/>
              </a:ext>
            </a:extLst>
          </p:cNvPr>
          <p:cNvSpPr/>
          <p:nvPr/>
        </p:nvSpPr>
        <p:spPr>
          <a:xfrm>
            <a:off x="1620635" y="1391255"/>
            <a:ext cx="522011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" name="Button">
            <a:extLst>
              <a:ext uri="{FF2B5EF4-FFF2-40B4-BE49-F238E27FC236}">
                <a16:creationId xmlns:a16="http://schemas.microsoft.com/office/drawing/2014/main" id="{70812456-9084-FD60-C47B-E760C0B5814F}"/>
              </a:ext>
            </a:extLst>
          </p:cNvPr>
          <p:cNvSpPr>
            <a:spLocks/>
          </p:cNvSpPr>
          <p:nvPr/>
        </p:nvSpPr>
        <p:spPr bwMode="auto">
          <a:xfrm>
            <a:off x="1648882" y="3392686"/>
            <a:ext cx="684952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선택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Button">
            <a:extLst>
              <a:ext uri="{FF2B5EF4-FFF2-40B4-BE49-F238E27FC236}">
                <a16:creationId xmlns:a16="http://schemas.microsoft.com/office/drawing/2014/main" id="{B6603203-0791-E826-5F75-1FAC0AA0CB3D}"/>
              </a:ext>
            </a:extLst>
          </p:cNvPr>
          <p:cNvSpPr>
            <a:spLocks/>
          </p:cNvSpPr>
          <p:nvPr/>
        </p:nvSpPr>
        <p:spPr bwMode="auto">
          <a:xfrm>
            <a:off x="2378875" y="3392686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Button">
            <a:extLst>
              <a:ext uri="{FF2B5EF4-FFF2-40B4-BE49-F238E27FC236}">
                <a16:creationId xmlns:a16="http://schemas.microsoft.com/office/drawing/2014/main" id="{D8B633CC-6B1C-6259-8B29-10A291A7338D}"/>
              </a:ext>
            </a:extLst>
          </p:cNvPr>
          <p:cNvSpPr>
            <a:spLocks/>
          </p:cNvSpPr>
          <p:nvPr/>
        </p:nvSpPr>
        <p:spPr bwMode="auto">
          <a:xfrm>
            <a:off x="2843702" y="3392686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7730639A-9384-2C04-2362-0CB26D9A801F}"/>
              </a:ext>
            </a:extLst>
          </p:cNvPr>
          <p:cNvSpPr>
            <a:spLocks/>
          </p:cNvSpPr>
          <p:nvPr/>
        </p:nvSpPr>
        <p:spPr bwMode="auto">
          <a:xfrm>
            <a:off x="6417950" y="501140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Button">
            <a:extLst>
              <a:ext uri="{FF2B5EF4-FFF2-40B4-BE49-F238E27FC236}">
                <a16:creationId xmlns:a16="http://schemas.microsoft.com/office/drawing/2014/main" id="{AC766E5C-5D7C-65AC-4CEB-7AC04ADDDE8E}"/>
              </a:ext>
            </a:extLst>
          </p:cNvPr>
          <p:cNvSpPr>
            <a:spLocks/>
          </p:cNvSpPr>
          <p:nvPr/>
        </p:nvSpPr>
        <p:spPr bwMode="auto">
          <a:xfrm>
            <a:off x="7222900" y="5011404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" name="Button">
            <a:extLst>
              <a:ext uri="{FF2B5EF4-FFF2-40B4-BE49-F238E27FC236}">
                <a16:creationId xmlns:a16="http://schemas.microsoft.com/office/drawing/2014/main" id="{0FED1F2A-79D8-CE9F-2B7A-D9A90B3EF0D2}"/>
              </a:ext>
            </a:extLst>
          </p:cNvPr>
          <p:cNvSpPr>
            <a:spLocks/>
          </p:cNvSpPr>
          <p:nvPr/>
        </p:nvSpPr>
        <p:spPr bwMode="auto">
          <a:xfrm>
            <a:off x="497403" y="501140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1668663-F564-E206-6DCA-BC6206C9D5A5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공지사항</a:t>
            </a:r>
            <a:r>
              <a:rPr lang="en-US" altLang="ko-KR" sz="900" dirty="0"/>
              <a:t>,</a:t>
            </a:r>
            <a:r>
              <a:rPr lang="ko-KR" altLang="en-US" sz="900" dirty="0"/>
              <a:t> 자료실</a:t>
            </a:r>
            <a:r>
              <a:rPr lang="en-US" altLang="ko-KR" sz="900" dirty="0"/>
              <a:t>, </a:t>
            </a:r>
            <a:r>
              <a:rPr lang="ko-KR" altLang="en-US" sz="900" dirty="0"/>
              <a:t>자유게시판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800" dirty="0"/>
          </a:p>
        </p:txBody>
      </p:sp>
      <p:sp>
        <p:nvSpPr>
          <p:cNvPr id="38" name="TextBox 30">
            <a:extLst>
              <a:ext uri="{FF2B5EF4-FFF2-40B4-BE49-F238E27FC236}">
                <a16:creationId xmlns:a16="http://schemas.microsoft.com/office/drawing/2014/main" id="{948A116F-7B9A-2883-39C7-90A5E1252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41722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게시판 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공지사항</a:t>
            </a:r>
            <a:r>
              <a:rPr lang="en-US" altLang="ko-KR" sz="900" dirty="0"/>
              <a:t>,</a:t>
            </a:r>
            <a:r>
              <a:rPr lang="ko-KR" altLang="en-US" sz="900" dirty="0"/>
              <a:t> 자료실</a:t>
            </a:r>
            <a:r>
              <a:rPr lang="en-US" altLang="ko-KR" sz="900" dirty="0"/>
              <a:t> </a:t>
            </a:r>
            <a:r>
              <a:rPr lang="ko-KR" altLang="en-US" sz="900" dirty="0"/>
              <a:t>자유게시판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  <a:endParaRPr lang="ko-KR" altLang="en-US" sz="800" dirty="0"/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A004EAE-DBE2-EB3F-2CF9-E9DF1D39915F}"/>
              </a:ext>
            </a:extLst>
          </p:cNvPr>
          <p:cNvGrpSpPr/>
          <p:nvPr/>
        </p:nvGrpSpPr>
        <p:grpSpPr>
          <a:xfrm>
            <a:off x="1648882" y="1784241"/>
            <a:ext cx="6028627" cy="1416159"/>
            <a:chOff x="2278582" y="4121999"/>
            <a:chExt cx="6028627" cy="1416159"/>
          </a:xfrm>
        </p:grpSpPr>
        <p:sp>
          <p:nvSpPr>
            <p:cNvPr id="40" name="Panel">
              <a:extLst>
                <a:ext uri="{FF2B5EF4-FFF2-40B4-BE49-F238E27FC236}">
                  <a16:creationId xmlns:a16="http://schemas.microsoft.com/office/drawing/2014/main" id="{B6DEB2DE-2D62-6014-B1B1-40B4EE978CE3}"/>
                </a:ext>
              </a:extLst>
            </p:cNvPr>
            <p:cNvSpPr/>
            <p:nvPr/>
          </p:nvSpPr>
          <p:spPr>
            <a:xfrm>
              <a:off x="2278582" y="4121999"/>
              <a:ext cx="6028627" cy="141615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39104955-1BE9-1CFA-03FC-CE4731B02A6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293822" y="4137238"/>
              <a:ext cx="6013387" cy="445359"/>
            </a:xfrm>
            <a:prstGeom prst="rect">
              <a:avLst/>
            </a:prstGeom>
          </p:spPr>
        </p:pic>
      </p:grp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874C67C3-0A7A-AE01-84DD-8821363391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6117495"/>
              </p:ext>
            </p:extLst>
          </p:nvPr>
        </p:nvGraphicFramePr>
        <p:xfrm>
          <a:off x="9693985" y="295164"/>
          <a:ext cx="2498015" cy="200453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공지사항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자료실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자유게시판 게시글을 등록 및 수정합니다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내용을 입력합니다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첨부파일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클릭하여 파일을 업로드 및 파일 추가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2E8BD29D-668F-8320-96D6-2FF7E8F8C4CA}"/>
              </a:ext>
            </a:extLst>
          </p:cNvPr>
          <p:cNvSpPr/>
          <p:nvPr/>
        </p:nvSpPr>
        <p:spPr>
          <a:xfrm>
            <a:off x="308719" y="132284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ADF3170-75B6-B92F-317C-0ACBF3C8A4BF}"/>
              </a:ext>
            </a:extLst>
          </p:cNvPr>
          <p:cNvSpPr/>
          <p:nvPr/>
        </p:nvSpPr>
        <p:spPr>
          <a:xfrm>
            <a:off x="308719" y="336059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153081424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500A36-84B5-7E40-2C36-026AE5B1E1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765E0059-F99D-F36B-C82D-D9849F96636B}"/>
              </a:ext>
            </a:extLst>
          </p:cNvPr>
          <p:cNvSpPr txBox="1"/>
          <p:nvPr/>
        </p:nvSpPr>
        <p:spPr>
          <a:xfrm>
            <a:off x="-1418" y="2407940"/>
            <a:ext cx="771365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129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E34F3C1-F7FB-3C0B-CE2C-5F8731E17B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0352154"/>
              </p:ext>
            </p:extLst>
          </p:nvPr>
        </p:nvGraphicFramePr>
        <p:xfrm>
          <a:off x="114299" y="2696308"/>
          <a:ext cx="9488434" cy="324971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11689">
                  <a:extLst>
                    <a:ext uri="{9D8B030D-6E8A-4147-A177-3AD203B41FA5}">
                      <a16:colId xmlns:a16="http://schemas.microsoft.com/office/drawing/2014/main" val="2864118008"/>
                    </a:ext>
                  </a:extLst>
                </a:gridCol>
                <a:gridCol w="63500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428757">
                  <a:extLst>
                    <a:ext uri="{9D8B030D-6E8A-4147-A177-3AD203B41FA5}">
                      <a16:colId xmlns:a16="http://schemas.microsoft.com/office/drawing/2014/main" val="173558146"/>
                    </a:ext>
                  </a:extLst>
                </a:gridCol>
                <a:gridCol w="3492519">
                  <a:extLst>
                    <a:ext uri="{9D8B030D-6E8A-4147-A177-3AD203B41FA5}">
                      <a16:colId xmlns:a16="http://schemas.microsoft.com/office/drawing/2014/main" val="1800738915"/>
                    </a:ext>
                  </a:extLst>
                </a:gridCol>
                <a:gridCol w="646343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850451">
                  <a:extLst>
                    <a:ext uri="{9D8B030D-6E8A-4147-A177-3AD203B41FA5}">
                      <a16:colId xmlns:a16="http://schemas.microsoft.com/office/drawing/2014/main" val="2023958466"/>
                    </a:ext>
                  </a:extLst>
                </a:gridCol>
                <a:gridCol w="68036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243311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540878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썸네일 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제목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작성자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등록일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조회수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41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스웨덴영화제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541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36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영화 공간 주안 인생영화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디베르티멘토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1916353"/>
                  </a:ext>
                </a:extLst>
              </a:tr>
              <a:tr h="541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단편 영화 시나리오쓰기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50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152413"/>
                  </a:ext>
                </a:extLst>
              </a:tr>
              <a:tr h="541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35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영화 공간 주안 인생영화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퍼펙트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데이즈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115740"/>
                  </a:ext>
                </a:extLst>
              </a:tr>
              <a:tr h="54176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모집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26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회 서울국제여성영화제 자원활동가 시우 프렌즈 모집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(~7/17)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u="none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0000.00.00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u="none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530953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7F2DD682-2264-1380-FF5A-80AADC6EE423}"/>
              </a:ext>
            </a:extLst>
          </p:cNvPr>
          <p:cNvGrpSpPr/>
          <p:nvPr/>
        </p:nvGrpSpPr>
        <p:grpSpPr>
          <a:xfrm>
            <a:off x="8573502" y="3944005"/>
            <a:ext cx="931733" cy="241995"/>
            <a:chOff x="8483974" y="2715793"/>
            <a:chExt cx="931737" cy="241996"/>
          </a:xfrm>
        </p:grpSpPr>
        <p:sp>
          <p:nvSpPr>
            <p:cNvPr id="40" name="Button">
              <a:extLst>
                <a:ext uri="{FF2B5EF4-FFF2-40B4-BE49-F238E27FC236}">
                  <a16:creationId xmlns:a16="http://schemas.microsoft.com/office/drawing/2014/main" id="{CB61B4CF-D977-467B-82D0-0D0B3984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Button">
              <a:extLst>
                <a:ext uri="{FF2B5EF4-FFF2-40B4-BE49-F238E27FC236}">
                  <a16:creationId xmlns:a16="http://schemas.microsoft.com/office/drawing/2014/main" id="{F9EF8804-F9D0-9D5F-C311-51CD82003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D6F2BE5E-9BF4-D3DD-1446-D175416CC05C}"/>
              </a:ext>
            </a:extLst>
          </p:cNvPr>
          <p:cNvGrpSpPr/>
          <p:nvPr/>
        </p:nvGrpSpPr>
        <p:grpSpPr>
          <a:xfrm>
            <a:off x="8573502" y="4470083"/>
            <a:ext cx="931733" cy="241995"/>
            <a:chOff x="8483974" y="2738652"/>
            <a:chExt cx="931737" cy="241996"/>
          </a:xfrm>
        </p:grpSpPr>
        <p:sp>
          <p:nvSpPr>
            <p:cNvPr id="47" name="Button">
              <a:extLst>
                <a:ext uri="{FF2B5EF4-FFF2-40B4-BE49-F238E27FC236}">
                  <a16:creationId xmlns:a16="http://schemas.microsoft.com/office/drawing/2014/main" id="{E3611DA7-1348-BB27-0B79-853351CB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FCA7C53C-C58F-F2E5-D71F-60C30E313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D6A2191B-EFC1-7F06-7622-2857213FCC93}"/>
              </a:ext>
            </a:extLst>
          </p:cNvPr>
          <p:cNvGrpSpPr/>
          <p:nvPr/>
        </p:nvGrpSpPr>
        <p:grpSpPr>
          <a:xfrm>
            <a:off x="8573502" y="3466439"/>
            <a:ext cx="931733" cy="241995"/>
            <a:chOff x="8483974" y="2715793"/>
            <a:chExt cx="931737" cy="241996"/>
          </a:xfrm>
        </p:grpSpPr>
        <p:sp>
          <p:nvSpPr>
            <p:cNvPr id="51" name="Button">
              <a:extLst>
                <a:ext uri="{FF2B5EF4-FFF2-40B4-BE49-F238E27FC236}">
                  <a16:creationId xmlns:a16="http://schemas.microsoft.com/office/drawing/2014/main" id="{6DC7FC2E-5A68-463F-ECA0-53BC724D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9EC75F87-39E7-7987-E8CB-440D669E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C8919943-EB18-1F4A-57AA-7BFBFB6CDFF6}"/>
              </a:ext>
            </a:extLst>
          </p:cNvPr>
          <p:cNvGrpSpPr/>
          <p:nvPr/>
        </p:nvGrpSpPr>
        <p:grpSpPr>
          <a:xfrm>
            <a:off x="8581303" y="5011782"/>
            <a:ext cx="931733" cy="241995"/>
            <a:chOff x="8483974" y="2715792"/>
            <a:chExt cx="931737" cy="241996"/>
          </a:xfrm>
        </p:grpSpPr>
        <p:sp>
          <p:nvSpPr>
            <p:cNvPr id="71" name="Button">
              <a:extLst>
                <a:ext uri="{FF2B5EF4-FFF2-40B4-BE49-F238E27FC236}">
                  <a16:creationId xmlns:a16="http://schemas.microsoft.com/office/drawing/2014/main" id="{FD0EE580-76EB-A93D-A6B5-95AB0E52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Button">
              <a:extLst>
                <a:ext uri="{FF2B5EF4-FFF2-40B4-BE49-F238E27FC236}">
                  <a16:creationId xmlns:a16="http://schemas.microsoft.com/office/drawing/2014/main" id="{3428F879-5F52-8A82-77A8-FABF64306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F7240B39-1B70-D786-4E4A-0B8C635FB826}"/>
              </a:ext>
            </a:extLst>
          </p:cNvPr>
          <p:cNvGrpSpPr/>
          <p:nvPr/>
        </p:nvGrpSpPr>
        <p:grpSpPr>
          <a:xfrm>
            <a:off x="8572963" y="5552167"/>
            <a:ext cx="931733" cy="241995"/>
            <a:chOff x="8483974" y="2715793"/>
            <a:chExt cx="931737" cy="241996"/>
          </a:xfrm>
        </p:grpSpPr>
        <p:sp>
          <p:nvSpPr>
            <p:cNvPr id="74" name="Button">
              <a:extLst>
                <a:ext uri="{FF2B5EF4-FFF2-40B4-BE49-F238E27FC236}">
                  <a16:creationId xmlns:a16="http://schemas.microsoft.com/office/drawing/2014/main" id="{D6588465-CC7B-D835-1467-7EDEDD08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Button">
              <a:extLst>
                <a:ext uri="{FF2B5EF4-FFF2-40B4-BE49-F238E27FC236}">
                  <a16:creationId xmlns:a16="http://schemas.microsoft.com/office/drawing/2014/main" id="{48C8E82D-4F3F-4A95-7076-BFFD2D15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0" name="Button">
            <a:extLst>
              <a:ext uri="{FF2B5EF4-FFF2-40B4-BE49-F238E27FC236}">
                <a16:creationId xmlns:a16="http://schemas.microsoft.com/office/drawing/2014/main" id="{D5EC8937-7EE2-834F-D754-934ACD3D5644}"/>
              </a:ext>
            </a:extLst>
          </p:cNvPr>
          <p:cNvSpPr>
            <a:spLocks/>
          </p:cNvSpPr>
          <p:nvPr/>
        </p:nvSpPr>
        <p:spPr bwMode="auto">
          <a:xfrm>
            <a:off x="8115570" y="608843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1" name="Button">
            <a:extLst>
              <a:ext uri="{FF2B5EF4-FFF2-40B4-BE49-F238E27FC236}">
                <a16:creationId xmlns:a16="http://schemas.microsoft.com/office/drawing/2014/main" id="{45C8ECF3-B9AF-CD6E-0F4F-569193233720}"/>
              </a:ext>
            </a:extLst>
          </p:cNvPr>
          <p:cNvSpPr>
            <a:spLocks/>
          </p:cNvSpPr>
          <p:nvPr/>
        </p:nvSpPr>
        <p:spPr bwMode="auto">
          <a:xfrm>
            <a:off x="8920520" y="6088436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9" name="Check" hidden="1">
            <a:extLst>
              <a:ext uri="{FF2B5EF4-FFF2-40B4-BE49-F238E27FC236}">
                <a16:creationId xmlns:a16="http://schemas.microsoft.com/office/drawing/2014/main" id="{F71E6885-58B1-B20D-8947-E76B178DF4E9}"/>
              </a:ext>
            </a:extLst>
          </p:cNvPr>
          <p:cNvSpPr/>
          <p:nvPr/>
        </p:nvSpPr>
        <p:spPr>
          <a:xfrm>
            <a:off x="1600762" y="1443265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E8EC0225-D090-951A-5AB2-159CE7A86998}"/>
              </a:ext>
            </a:extLst>
          </p:cNvPr>
          <p:cNvGrpSpPr/>
          <p:nvPr/>
        </p:nvGrpSpPr>
        <p:grpSpPr>
          <a:xfrm>
            <a:off x="8509536" y="2384596"/>
            <a:ext cx="1269654" cy="252577"/>
            <a:chOff x="8363497" y="1823453"/>
            <a:chExt cx="1269654" cy="252577"/>
          </a:xfrm>
        </p:grpSpPr>
        <p:sp>
          <p:nvSpPr>
            <p:cNvPr id="6" name="Text Box">
              <a:extLst>
                <a:ext uri="{FF2B5EF4-FFF2-40B4-BE49-F238E27FC236}">
                  <a16:creationId xmlns:a16="http://schemas.microsoft.com/office/drawing/2014/main" id="{B088BF3C-EFD9-3F10-F064-10CC4F146DAA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Chevron Down">
              <a:extLst>
                <a:ext uri="{FF2B5EF4-FFF2-40B4-BE49-F238E27FC236}">
                  <a16:creationId xmlns:a16="http://schemas.microsoft.com/office/drawing/2014/main" id="{324F5A6C-1ED1-DB9E-9F14-8A87EB5942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TextBox 30">
              <a:extLst>
                <a:ext uri="{FF2B5EF4-FFF2-40B4-BE49-F238E27FC236}">
                  <a16:creationId xmlns:a16="http://schemas.microsoft.com/office/drawing/2014/main" id="{C3DAFF86-6283-43E2-1BBE-D70849DE20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9" name="TextBox 30">
              <a:extLst>
                <a:ext uri="{FF2B5EF4-FFF2-40B4-BE49-F238E27FC236}">
                  <a16:creationId xmlns:a16="http://schemas.microsoft.com/office/drawing/2014/main" id="{53D92649-E4BE-6238-1D80-0C32F41B6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9F577FF-4B03-8637-061E-D7981E7E851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주영상 유튜브</a:t>
            </a:r>
            <a:endParaRPr lang="en-US" altLang="ko-KR" sz="900" dirty="0"/>
          </a:p>
        </p:txBody>
      </p:sp>
      <p:sp>
        <p:nvSpPr>
          <p:cNvPr id="12" name="TextBox 30">
            <a:extLst>
              <a:ext uri="{FF2B5EF4-FFF2-40B4-BE49-F238E27FC236}">
                <a16:creationId xmlns:a16="http://schemas.microsoft.com/office/drawing/2014/main" id="{1CAD76C8-878D-C454-9255-848329C27E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게시판 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주영상 유튜브</a:t>
            </a:r>
            <a:endParaRPr lang="en-US" altLang="ko-KR" sz="900" dirty="0"/>
          </a:p>
          <a:p>
            <a:pPr>
              <a:spcBef>
                <a:spcPct val="0"/>
              </a:spcBef>
              <a:buNone/>
            </a:pPr>
            <a:endParaRPr lang="ko-KR" altLang="en-US" sz="900" dirty="0"/>
          </a:p>
        </p:txBody>
      </p:sp>
      <p:sp>
        <p:nvSpPr>
          <p:cNvPr id="2" name="Pagination">
            <a:extLst>
              <a:ext uri="{FF2B5EF4-FFF2-40B4-BE49-F238E27FC236}">
                <a16:creationId xmlns:a16="http://schemas.microsoft.com/office/drawing/2014/main" id="{6076DE45-E9EC-D8A6-2291-29817F1EC3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0002" y="6242051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D301A85-0226-BB88-F7C0-526DE91BBFC3}"/>
              </a:ext>
            </a:extLst>
          </p:cNvPr>
          <p:cNvSpPr txBox="1"/>
          <p:nvPr/>
        </p:nvSpPr>
        <p:spPr>
          <a:xfrm>
            <a:off x="-1418" y="1091802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spcBef>
                <a:spcPct val="0"/>
              </a:spcBef>
            </a:pPr>
            <a:r>
              <a:rPr lang="ko-KR" altLang="en-US" sz="900" b="1" dirty="0"/>
              <a:t>주영상 유튜브</a:t>
            </a:r>
            <a:endParaRPr lang="en-US" altLang="ko-KR" sz="900" b="1" dirty="0"/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3E33236-AEFD-60EC-9FB0-1EF1DCFC70C2}"/>
              </a:ext>
            </a:extLst>
          </p:cNvPr>
          <p:cNvGraphicFramePr>
            <a:graphicFrameLocks noGrp="1"/>
          </p:cNvGraphicFramePr>
          <p:nvPr/>
        </p:nvGraphicFramePr>
        <p:xfrm>
          <a:off x="71755" y="1379140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F4092FD8-D561-6DB5-0F39-A303D6F9FF44}"/>
              </a:ext>
            </a:extLst>
          </p:cNvPr>
          <p:cNvSpPr/>
          <p:nvPr/>
        </p:nvSpPr>
        <p:spPr>
          <a:xfrm>
            <a:off x="5085031" y="1426739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F92BF069-DDDD-B32C-0949-064666414B68}"/>
              </a:ext>
            </a:extLst>
          </p:cNvPr>
          <p:cNvSpPr/>
          <p:nvPr/>
        </p:nvSpPr>
        <p:spPr>
          <a:xfrm>
            <a:off x="2392133" y="1419418"/>
            <a:ext cx="2640036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727F36C-4DD7-5801-748B-6A0BBB8990F2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521222" y="142352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0" name="Text Box">
              <a:extLst>
                <a:ext uri="{FF2B5EF4-FFF2-40B4-BE49-F238E27FC236}">
                  <a16:creationId xmlns:a16="http://schemas.microsoft.com/office/drawing/2014/main" id="{26252DA8-4E30-3512-2B39-97F2B0EC356A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7E843D4-FABE-894B-387A-A6C98CE81B89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51ADD3BF-B530-A5C3-E326-E3B69F42A390}"/>
              </a:ext>
            </a:extLst>
          </p:cNvPr>
          <p:cNvGrpSpPr/>
          <p:nvPr/>
        </p:nvGrpSpPr>
        <p:grpSpPr>
          <a:xfrm>
            <a:off x="1521221" y="1782158"/>
            <a:ext cx="1510731" cy="249177"/>
            <a:chOff x="1846644" y="2900860"/>
            <a:chExt cx="1687736" cy="241092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DD569211-F6D8-3593-2307-FDD10C69F785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28" name="Calendar">
              <a:extLst>
                <a:ext uri="{FF2B5EF4-FFF2-40B4-BE49-F238E27FC236}">
                  <a16:creationId xmlns:a16="http://schemas.microsoft.com/office/drawing/2014/main" id="{6020C069-49C8-09E0-BEB2-4BE2646CA1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336620D-637A-4A39-63AF-6F3828EFF29B}"/>
              </a:ext>
            </a:extLst>
          </p:cNvPr>
          <p:cNvGrpSpPr/>
          <p:nvPr/>
        </p:nvGrpSpPr>
        <p:grpSpPr>
          <a:xfrm>
            <a:off x="3521438" y="1780574"/>
            <a:ext cx="1510731" cy="249177"/>
            <a:chOff x="1846644" y="2900860"/>
            <a:chExt cx="1687736" cy="241092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3A5D4C11-0540-EF9A-D250-49217BAFF988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31" name="Calendar">
              <a:extLst>
                <a:ext uri="{FF2B5EF4-FFF2-40B4-BE49-F238E27FC236}">
                  <a16:creationId xmlns:a16="http://schemas.microsoft.com/office/drawing/2014/main" id="{7C36F685-E3BF-0727-9DC3-D602F33C4C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" name="TextBox 30">
            <a:extLst>
              <a:ext uri="{FF2B5EF4-FFF2-40B4-BE49-F238E27FC236}">
                <a16:creationId xmlns:a16="http://schemas.microsoft.com/office/drawing/2014/main" id="{2569A85D-22DD-43D2-B797-89FBCD95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5605" y="1775581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E456F84A-EADA-7469-6129-EC3392F01B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4188858"/>
              </p:ext>
            </p:extLst>
          </p:nvPr>
        </p:nvGraphicFramePr>
        <p:xfrm>
          <a:off x="9693985" y="295164"/>
          <a:ext cx="2498015" cy="353636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주영상 유튜브를 등록하고</a:t>
                      </a:r>
                      <a:r>
                        <a:rPr lang="en-US" altLang="ko-KR" sz="800" b="1" dirty="0"/>
                        <a:t> </a:t>
                      </a:r>
                      <a:r>
                        <a:rPr lang="ko-KR" altLang="en-US" sz="800" b="1" dirty="0"/>
                        <a:t>관리합니다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작성자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4" name="직사각형 60">
            <a:extLst>
              <a:ext uri="{FF2B5EF4-FFF2-40B4-BE49-F238E27FC236}">
                <a16:creationId xmlns:a16="http://schemas.microsoft.com/office/drawing/2014/main" id="{77EBB459-C54D-0367-038D-7A67D636CFEC}"/>
              </a:ext>
            </a:extLst>
          </p:cNvPr>
          <p:cNvSpPr/>
          <p:nvPr/>
        </p:nvSpPr>
        <p:spPr>
          <a:xfrm>
            <a:off x="870897" y="113880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35" name="직사각형 60">
            <a:extLst>
              <a:ext uri="{FF2B5EF4-FFF2-40B4-BE49-F238E27FC236}">
                <a16:creationId xmlns:a16="http://schemas.microsoft.com/office/drawing/2014/main" id="{08CB11D8-BC06-6455-4D85-6417A74CEB1C}"/>
              </a:ext>
            </a:extLst>
          </p:cNvPr>
          <p:cNvSpPr/>
          <p:nvPr/>
        </p:nvSpPr>
        <p:spPr>
          <a:xfrm>
            <a:off x="8889093" y="328260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6" name="직사각형 60">
            <a:extLst>
              <a:ext uri="{FF2B5EF4-FFF2-40B4-BE49-F238E27FC236}">
                <a16:creationId xmlns:a16="http://schemas.microsoft.com/office/drawing/2014/main" id="{99E9F00B-CE49-80DE-937C-70DAB92BFE98}"/>
              </a:ext>
            </a:extLst>
          </p:cNvPr>
          <p:cNvSpPr/>
          <p:nvPr/>
        </p:nvSpPr>
        <p:spPr>
          <a:xfrm>
            <a:off x="8118062" y="592442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grpSp>
        <p:nvGrpSpPr>
          <p:cNvPr id="21" name="Placeholder">
            <a:extLst>
              <a:ext uri="{FF2B5EF4-FFF2-40B4-BE49-F238E27FC236}">
                <a16:creationId xmlns:a16="http://schemas.microsoft.com/office/drawing/2014/main" id="{685F631E-6D4C-5317-E1B8-1E5D7F3BE5C8}"/>
              </a:ext>
            </a:extLst>
          </p:cNvPr>
          <p:cNvGrpSpPr>
            <a:grpSpLocks noChangeAspect="1"/>
          </p:cNvGrpSpPr>
          <p:nvPr/>
        </p:nvGrpSpPr>
        <p:grpSpPr>
          <a:xfrm>
            <a:off x="1627916" y="3269885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7" name="Border">
              <a:extLst>
                <a:ext uri="{FF2B5EF4-FFF2-40B4-BE49-F238E27FC236}">
                  <a16:creationId xmlns:a16="http://schemas.microsoft.com/office/drawing/2014/main" id="{328B4BA9-6EAD-70A9-12E7-9394380B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Picture">
              <a:extLst>
                <a:ext uri="{FF2B5EF4-FFF2-40B4-BE49-F238E27FC236}">
                  <a16:creationId xmlns:a16="http://schemas.microsoft.com/office/drawing/2014/main" id="{DCEC5FE7-533C-9C7F-A2E6-86F4658B05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" name="Placeholder">
            <a:extLst>
              <a:ext uri="{FF2B5EF4-FFF2-40B4-BE49-F238E27FC236}">
                <a16:creationId xmlns:a16="http://schemas.microsoft.com/office/drawing/2014/main" id="{CF78877D-FFCC-C95E-68DB-68D9D40E94D5}"/>
              </a:ext>
            </a:extLst>
          </p:cNvPr>
          <p:cNvGrpSpPr>
            <a:grpSpLocks noChangeAspect="1"/>
          </p:cNvGrpSpPr>
          <p:nvPr/>
        </p:nvGrpSpPr>
        <p:grpSpPr>
          <a:xfrm>
            <a:off x="1627916" y="3812955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43" name="Border">
              <a:extLst>
                <a:ext uri="{FF2B5EF4-FFF2-40B4-BE49-F238E27FC236}">
                  <a16:creationId xmlns:a16="http://schemas.microsoft.com/office/drawing/2014/main" id="{C696B7A6-48F9-2403-32C9-AB5C7396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Picture">
              <a:extLst>
                <a:ext uri="{FF2B5EF4-FFF2-40B4-BE49-F238E27FC236}">
                  <a16:creationId xmlns:a16="http://schemas.microsoft.com/office/drawing/2014/main" id="{BB7A3692-C406-8E34-1BD4-8DE212B491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5" name="Placeholder">
            <a:extLst>
              <a:ext uri="{FF2B5EF4-FFF2-40B4-BE49-F238E27FC236}">
                <a16:creationId xmlns:a16="http://schemas.microsoft.com/office/drawing/2014/main" id="{9AB069C7-4E58-DEDD-1898-8181026163DC}"/>
              </a:ext>
            </a:extLst>
          </p:cNvPr>
          <p:cNvGrpSpPr>
            <a:grpSpLocks noChangeAspect="1"/>
          </p:cNvGrpSpPr>
          <p:nvPr/>
        </p:nvGrpSpPr>
        <p:grpSpPr>
          <a:xfrm>
            <a:off x="1633366" y="4352081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46" name="Border">
              <a:extLst>
                <a:ext uri="{FF2B5EF4-FFF2-40B4-BE49-F238E27FC236}">
                  <a16:creationId xmlns:a16="http://schemas.microsoft.com/office/drawing/2014/main" id="{4A0943AC-21E8-5E87-F5F0-D195D28F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Picture">
              <a:extLst>
                <a:ext uri="{FF2B5EF4-FFF2-40B4-BE49-F238E27FC236}">
                  <a16:creationId xmlns:a16="http://schemas.microsoft.com/office/drawing/2014/main" id="{8D55ECFA-9943-BADA-7C66-F5D5277387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" name="Placeholder">
            <a:extLst>
              <a:ext uri="{FF2B5EF4-FFF2-40B4-BE49-F238E27FC236}">
                <a16:creationId xmlns:a16="http://schemas.microsoft.com/office/drawing/2014/main" id="{30184CFA-C731-F611-5CB9-1075D5A94E48}"/>
              </a:ext>
            </a:extLst>
          </p:cNvPr>
          <p:cNvGrpSpPr>
            <a:grpSpLocks noChangeAspect="1"/>
          </p:cNvGrpSpPr>
          <p:nvPr/>
        </p:nvGrpSpPr>
        <p:grpSpPr>
          <a:xfrm>
            <a:off x="1633366" y="4861520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3" name="Border">
              <a:extLst>
                <a:ext uri="{FF2B5EF4-FFF2-40B4-BE49-F238E27FC236}">
                  <a16:creationId xmlns:a16="http://schemas.microsoft.com/office/drawing/2014/main" id="{0F45C2B3-2B0F-AA0C-DA78-4613A6F31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Picture">
              <a:extLst>
                <a:ext uri="{FF2B5EF4-FFF2-40B4-BE49-F238E27FC236}">
                  <a16:creationId xmlns:a16="http://schemas.microsoft.com/office/drawing/2014/main" id="{97199586-914D-219C-D5DD-F3F7DB5921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5" name="Placeholder">
            <a:extLst>
              <a:ext uri="{FF2B5EF4-FFF2-40B4-BE49-F238E27FC236}">
                <a16:creationId xmlns:a16="http://schemas.microsoft.com/office/drawing/2014/main" id="{9107D3CA-D849-1243-8B72-5F9C713F080C}"/>
              </a:ext>
            </a:extLst>
          </p:cNvPr>
          <p:cNvGrpSpPr>
            <a:grpSpLocks noChangeAspect="1"/>
          </p:cNvGrpSpPr>
          <p:nvPr/>
        </p:nvGrpSpPr>
        <p:grpSpPr>
          <a:xfrm>
            <a:off x="1622982" y="5443550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6" name="Border">
              <a:extLst>
                <a:ext uri="{FF2B5EF4-FFF2-40B4-BE49-F238E27FC236}">
                  <a16:creationId xmlns:a16="http://schemas.microsoft.com/office/drawing/2014/main" id="{DDF158E2-838E-01EE-8480-5CF1A4FA1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Picture">
              <a:extLst>
                <a:ext uri="{FF2B5EF4-FFF2-40B4-BE49-F238E27FC236}">
                  <a16:creationId xmlns:a16="http://schemas.microsoft.com/office/drawing/2014/main" id="{79929B50-22F3-E751-4A8D-0BE9688C30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862001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6C4103-E39E-3528-5CCE-0495BF8B08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11BD7AE-B830-B4CE-104D-309A606A42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0877887"/>
              </p:ext>
            </p:extLst>
          </p:nvPr>
        </p:nvGraphicFramePr>
        <p:xfrm>
          <a:off x="505190" y="1348740"/>
          <a:ext cx="7399923" cy="34763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7385">
                  <a:extLst>
                    <a:ext uri="{9D8B030D-6E8A-4147-A177-3AD203B41FA5}">
                      <a16:colId xmlns:a16="http://schemas.microsoft.com/office/drawing/2014/main" val="4145493058"/>
                    </a:ext>
                  </a:extLst>
                </a:gridCol>
                <a:gridCol w="63525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1063978"/>
                  </a:ext>
                </a:extLst>
              </a:tr>
              <a:tr h="103247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928301"/>
                  </a:ext>
                </a:extLst>
              </a:tr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영상 링크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9096716"/>
                  </a:ext>
                </a:extLst>
              </a:tr>
              <a:tr h="51809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썸네일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988846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작성자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/>
                        <a:t>홍길동</a:t>
                      </a:r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469747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2024.09.30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5267486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조회수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0000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56692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48BD0D-5661-BBDA-45D3-753A11AA2FC9}"/>
              </a:ext>
            </a:extLst>
          </p:cNvPr>
          <p:cNvSpPr txBox="1"/>
          <p:nvPr/>
        </p:nvSpPr>
        <p:spPr>
          <a:xfrm>
            <a:off x="413274" y="1087472"/>
            <a:ext cx="3214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spcBef>
                <a:spcPct val="0"/>
              </a:spcBef>
            </a:pPr>
            <a:r>
              <a:rPr lang="ko-KR" altLang="en-US" sz="900" b="1" dirty="0"/>
              <a:t>주영상 유튜브</a:t>
            </a:r>
            <a:endParaRPr lang="en-US" altLang="ko-KR" sz="900" b="1" dirty="0"/>
          </a:p>
        </p:txBody>
      </p:sp>
      <p:sp>
        <p:nvSpPr>
          <p:cNvPr id="6" name="Text Box">
            <a:extLst>
              <a:ext uri="{FF2B5EF4-FFF2-40B4-BE49-F238E27FC236}">
                <a16:creationId xmlns:a16="http://schemas.microsoft.com/office/drawing/2014/main" id="{F8619F4F-73D1-C0B9-F7EA-A8114D0B2011}"/>
              </a:ext>
            </a:extLst>
          </p:cNvPr>
          <p:cNvSpPr/>
          <p:nvPr/>
        </p:nvSpPr>
        <p:spPr>
          <a:xfrm>
            <a:off x="1620635" y="1391255"/>
            <a:ext cx="522011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D33BD477-BCB0-CB39-559F-552E1115DD54}"/>
              </a:ext>
            </a:extLst>
          </p:cNvPr>
          <p:cNvSpPr>
            <a:spLocks/>
          </p:cNvSpPr>
          <p:nvPr/>
        </p:nvSpPr>
        <p:spPr bwMode="auto">
          <a:xfrm>
            <a:off x="6417950" y="516381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Button">
            <a:extLst>
              <a:ext uri="{FF2B5EF4-FFF2-40B4-BE49-F238E27FC236}">
                <a16:creationId xmlns:a16="http://schemas.microsoft.com/office/drawing/2014/main" id="{03A545A1-D3D0-BA76-D080-431898E40DB5}"/>
              </a:ext>
            </a:extLst>
          </p:cNvPr>
          <p:cNvSpPr>
            <a:spLocks/>
          </p:cNvSpPr>
          <p:nvPr/>
        </p:nvSpPr>
        <p:spPr bwMode="auto">
          <a:xfrm>
            <a:off x="7222900" y="5163818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" name="Button">
            <a:extLst>
              <a:ext uri="{FF2B5EF4-FFF2-40B4-BE49-F238E27FC236}">
                <a16:creationId xmlns:a16="http://schemas.microsoft.com/office/drawing/2014/main" id="{9AF93833-9D75-93F3-10CF-800F2923E9D4}"/>
              </a:ext>
            </a:extLst>
          </p:cNvPr>
          <p:cNvSpPr>
            <a:spLocks/>
          </p:cNvSpPr>
          <p:nvPr/>
        </p:nvSpPr>
        <p:spPr bwMode="auto">
          <a:xfrm>
            <a:off x="497403" y="516381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05FFB45-1B99-D4AF-5900-8F1DAF5DC2A8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ko-KR" altLang="en-US" sz="900" dirty="0"/>
              <a:t>주영상 유튜브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800" dirty="0"/>
          </a:p>
        </p:txBody>
      </p:sp>
      <p:sp>
        <p:nvSpPr>
          <p:cNvPr id="38" name="TextBox 30">
            <a:extLst>
              <a:ext uri="{FF2B5EF4-FFF2-40B4-BE49-F238E27FC236}">
                <a16:creationId xmlns:a16="http://schemas.microsoft.com/office/drawing/2014/main" id="{30608B9C-B114-255E-7DF3-29BC9C94A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41722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>
                <a:solidFill>
                  <a:srgbClr val="000000"/>
                </a:solidFill>
                <a:highlight>
                  <a:srgbClr val="FFFFFF"/>
                </a:highlight>
                <a:latin typeface="Arial" panose="020B0604020202020204" pitchFamily="34" charset="0"/>
              </a:rPr>
              <a:t>게시판 관리</a:t>
            </a:r>
            <a:r>
              <a:rPr lang="ko-KR" altLang="en-US" sz="900" dirty="0"/>
              <a:t> </a:t>
            </a:r>
            <a:r>
              <a:rPr lang="en-US" altLang="ko-KR" sz="900" dirty="0"/>
              <a:t>&gt; </a:t>
            </a:r>
            <a:r>
              <a:rPr lang="ko-KR" altLang="en-US" sz="900" dirty="0"/>
              <a:t>주영상 유튜브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  <a:endParaRPr lang="ko-KR" altLang="en-US" sz="800" dirty="0"/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0D2C01E2-9937-0C79-6363-B5965155B1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9780685"/>
              </p:ext>
            </p:extLst>
          </p:nvPr>
        </p:nvGraphicFramePr>
        <p:xfrm>
          <a:off x="9693985" y="295164"/>
          <a:ext cx="2498015" cy="226903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공지사항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자료실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자유게시판 게시글을 등록 및 수정합니다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7380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내용을 입력합니다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영상링크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사용자페이지에서 </a:t>
                      </a:r>
                      <a:r>
                        <a:rPr lang="en-US" altLang="ko-KR" sz="800" baseline="0" dirty="0" err="1">
                          <a:latin typeface="+mn-ea"/>
                          <a:ea typeface="+mn-ea"/>
                        </a:rPr>
                        <a:t>iframe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으로 노출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8991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썸네일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&lt;image&gt;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 선택하여 첨부 및 삭제 가능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드래그 앤 드롭으로 파일 첨부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47C34886-22A1-4786-E1B1-4C4EA99743F5}"/>
              </a:ext>
            </a:extLst>
          </p:cNvPr>
          <p:cNvSpPr/>
          <p:nvPr/>
        </p:nvSpPr>
        <p:spPr>
          <a:xfrm>
            <a:off x="302386" y="144339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600D5E5-8D10-714C-C069-C0377F9150A8}"/>
              </a:ext>
            </a:extLst>
          </p:cNvPr>
          <p:cNvSpPr/>
          <p:nvPr/>
        </p:nvSpPr>
        <p:spPr>
          <a:xfrm>
            <a:off x="302498" y="285308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8" name="Button">
            <a:extLst>
              <a:ext uri="{FF2B5EF4-FFF2-40B4-BE49-F238E27FC236}">
                <a16:creationId xmlns:a16="http://schemas.microsoft.com/office/drawing/2014/main" id="{18917DC8-07AD-4177-93B5-208E573B4ED3}"/>
              </a:ext>
            </a:extLst>
          </p:cNvPr>
          <p:cNvSpPr>
            <a:spLocks/>
          </p:cNvSpPr>
          <p:nvPr/>
        </p:nvSpPr>
        <p:spPr bwMode="auto">
          <a:xfrm>
            <a:off x="1685521" y="3220772"/>
            <a:ext cx="684952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선택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" name="Button">
            <a:extLst>
              <a:ext uri="{FF2B5EF4-FFF2-40B4-BE49-F238E27FC236}">
                <a16:creationId xmlns:a16="http://schemas.microsoft.com/office/drawing/2014/main" id="{BAC9B991-4FFD-EE7A-FD26-BFBF298016B5}"/>
              </a:ext>
            </a:extLst>
          </p:cNvPr>
          <p:cNvSpPr>
            <a:spLocks/>
          </p:cNvSpPr>
          <p:nvPr/>
        </p:nvSpPr>
        <p:spPr bwMode="auto">
          <a:xfrm>
            <a:off x="2415514" y="3220772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Button">
            <a:extLst>
              <a:ext uri="{FF2B5EF4-FFF2-40B4-BE49-F238E27FC236}">
                <a16:creationId xmlns:a16="http://schemas.microsoft.com/office/drawing/2014/main" id="{18E19739-4DEF-77A2-AD77-132D717BDDE7}"/>
              </a:ext>
            </a:extLst>
          </p:cNvPr>
          <p:cNvSpPr>
            <a:spLocks/>
          </p:cNvSpPr>
          <p:nvPr/>
        </p:nvSpPr>
        <p:spPr bwMode="auto">
          <a:xfrm>
            <a:off x="2880341" y="3220772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24CF8697-F20D-4286-8149-DD538DBD5B6D}"/>
              </a:ext>
            </a:extLst>
          </p:cNvPr>
          <p:cNvGrpSpPr/>
          <p:nvPr/>
        </p:nvGrpSpPr>
        <p:grpSpPr>
          <a:xfrm>
            <a:off x="1620636" y="2798384"/>
            <a:ext cx="5220112" cy="246221"/>
            <a:chOff x="4513927" y="4101535"/>
            <a:chExt cx="6673963" cy="246221"/>
          </a:xfrm>
        </p:grpSpPr>
        <p:sp>
          <p:nvSpPr>
            <p:cNvPr id="15" name="Panel">
              <a:extLst>
                <a:ext uri="{FF2B5EF4-FFF2-40B4-BE49-F238E27FC236}">
                  <a16:creationId xmlns:a16="http://schemas.microsoft.com/office/drawing/2014/main" id="{C14F086A-ABBD-E779-4F4E-2D5B7B3A82B9}"/>
                </a:ext>
              </a:extLst>
            </p:cNvPr>
            <p:cNvSpPr/>
            <p:nvPr/>
          </p:nvSpPr>
          <p:spPr>
            <a:xfrm>
              <a:off x="4535629" y="4105001"/>
              <a:ext cx="6652261" cy="24199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09411E-E2C7-BD80-C58A-466CA8189FF2}"/>
                </a:ext>
              </a:extLst>
            </p:cNvPr>
            <p:cNvSpPr txBox="1"/>
            <p:nvPr/>
          </p:nvSpPr>
          <p:spPr>
            <a:xfrm>
              <a:off x="4513927" y="4101535"/>
              <a:ext cx="2157176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https://</a:t>
              </a:r>
            </a:p>
          </p:txBody>
        </p:sp>
      </p:grpSp>
      <p:sp>
        <p:nvSpPr>
          <p:cNvPr id="17" name="Text Box">
            <a:extLst>
              <a:ext uri="{FF2B5EF4-FFF2-40B4-BE49-F238E27FC236}">
                <a16:creationId xmlns:a16="http://schemas.microsoft.com/office/drawing/2014/main" id="{7DED1B74-9508-7563-626B-7C8F8403C93F}"/>
              </a:ext>
            </a:extLst>
          </p:cNvPr>
          <p:cNvSpPr/>
          <p:nvPr/>
        </p:nvSpPr>
        <p:spPr>
          <a:xfrm>
            <a:off x="1637610" y="1731923"/>
            <a:ext cx="5220112" cy="93358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</a:t>
            </a:r>
          </a:p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C67A0C7-D00C-8152-5251-A7560254E594}"/>
              </a:ext>
            </a:extLst>
          </p:cNvPr>
          <p:cNvSpPr/>
          <p:nvPr/>
        </p:nvSpPr>
        <p:spPr>
          <a:xfrm>
            <a:off x="305023" y="327336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28421515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162F676-3688-458E-B720-A203BE2DD7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72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E5B7890-E8FB-4E2E-AB15-8B9801BE9F9B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10.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 홈페이지 관리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176895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F72E6-08D4-E680-52A2-1C75CCA7E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Box 45">
            <a:extLst>
              <a:ext uri="{FF2B5EF4-FFF2-40B4-BE49-F238E27FC236}">
                <a16:creationId xmlns:a16="http://schemas.microsoft.com/office/drawing/2014/main" id="{A9D9A84B-C9A7-A30E-429F-FC9CE4C80977}"/>
              </a:ext>
            </a:extLst>
          </p:cNvPr>
          <p:cNvSpPr txBox="1"/>
          <p:nvPr/>
        </p:nvSpPr>
        <p:spPr>
          <a:xfrm>
            <a:off x="54442" y="3014035"/>
            <a:ext cx="830677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1000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204C905-9591-E935-EA56-2A9207187A2D}"/>
              </a:ext>
            </a:extLst>
          </p:cNvPr>
          <p:cNvSpPr/>
          <p:nvPr/>
        </p:nvSpPr>
        <p:spPr>
          <a:xfrm>
            <a:off x="152070" y="284075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B20EC1E-8876-7BDB-A9F3-48BAC9C68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4670847"/>
              </p:ext>
            </p:extLst>
          </p:nvPr>
        </p:nvGraphicFramePr>
        <p:xfrm>
          <a:off x="170158" y="3302404"/>
          <a:ext cx="9431041" cy="2411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55876">
                  <a:extLst>
                    <a:ext uri="{9D8B030D-6E8A-4147-A177-3AD203B41FA5}">
                      <a16:colId xmlns:a16="http://schemas.microsoft.com/office/drawing/2014/main" val="502259943"/>
                    </a:ext>
                  </a:extLst>
                </a:gridCol>
                <a:gridCol w="77257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796892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533594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1692818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2118959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959870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104757">
                  <a:extLst>
                    <a:ext uri="{9D8B030D-6E8A-4147-A177-3AD203B41FA5}">
                      <a16:colId xmlns:a16="http://schemas.microsoft.com/office/drawing/2014/main" val="4024679468"/>
                    </a:ext>
                  </a:extLst>
                </a:gridCol>
                <a:gridCol w="1095701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39936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메뉴구분 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제목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발송 제목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작성자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등록일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3353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SMS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SMS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SMS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3353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EMAIL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EMAIL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EMAIL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462044"/>
                  </a:ext>
                </a:extLst>
              </a:tr>
              <a:tr h="3353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SMS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SMS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SMS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852844"/>
                  </a:ext>
                </a:extLst>
              </a:tr>
              <a:tr h="3353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SMS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SMS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SMS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437872"/>
                  </a:ext>
                </a:extLst>
              </a:tr>
              <a:tr h="3353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EMAIL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EMAIL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EMAIL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218151"/>
                  </a:ext>
                </a:extLst>
              </a:tr>
              <a:tr h="3353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EMAIL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EMAIL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EMAIL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제목입니다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5741517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675D99F6-EB06-A08D-C6B8-ADE8ADB4B2E5}"/>
              </a:ext>
            </a:extLst>
          </p:cNvPr>
          <p:cNvSpPr txBox="1"/>
          <p:nvPr/>
        </p:nvSpPr>
        <p:spPr>
          <a:xfrm>
            <a:off x="105269" y="81060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>
              <a:spcBef>
                <a:spcPct val="0"/>
              </a:spcBef>
            </a:pPr>
            <a:r>
              <a:rPr lang="ko-KR" altLang="en-US" sz="900" b="1" dirty="0"/>
              <a:t>메일</a:t>
            </a:r>
            <a:r>
              <a:rPr lang="en-US" altLang="ko-KR" sz="900" b="1" dirty="0"/>
              <a:t>&amp;</a:t>
            </a:r>
            <a:r>
              <a:rPr lang="ko-KR" altLang="en-US" sz="900" b="1" dirty="0"/>
              <a:t>문자 관리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CD8202C-1702-8425-51DB-0B12FF5BFA03}"/>
              </a:ext>
            </a:extLst>
          </p:cNvPr>
          <p:cNvSpPr/>
          <p:nvPr/>
        </p:nvSpPr>
        <p:spPr>
          <a:xfrm>
            <a:off x="1035031" y="84574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DD6A473E-839B-3108-CD3D-9D9A8F73F076}"/>
              </a:ext>
            </a:extLst>
          </p:cNvPr>
          <p:cNvGrpSpPr/>
          <p:nvPr/>
        </p:nvGrpSpPr>
        <p:grpSpPr>
          <a:xfrm>
            <a:off x="8487631" y="2964933"/>
            <a:ext cx="1269654" cy="252577"/>
            <a:chOff x="8363497" y="1823453"/>
            <a:chExt cx="1269654" cy="252577"/>
          </a:xfrm>
        </p:grpSpPr>
        <p:sp>
          <p:nvSpPr>
            <p:cNvPr id="52" name="Text Box">
              <a:extLst>
                <a:ext uri="{FF2B5EF4-FFF2-40B4-BE49-F238E27FC236}">
                  <a16:creationId xmlns:a16="http://schemas.microsoft.com/office/drawing/2014/main" id="{E8956465-AA61-2199-686D-479291F6A596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Chevron Down">
              <a:extLst>
                <a:ext uri="{FF2B5EF4-FFF2-40B4-BE49-F238E27FC236}">
                  <a16:creationId xmlns:a16="http://schemas.microsoft.com/office/drawing/2014/main" id="{921B90E9-6F55-0DD7-E126-F6DE02BCC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TextBox 30">
              <a:extLst>
                <a:ext uri="{FF2B5EF4-FFF2-40B4-BE49-F238E27FC236}">
                  <a16:creationId xmlns:a16="http://schemas.microsoft.com/office/drawing/2014/main" id="{9091C2E6-D6FB-88B8-43E2-ADB46ED75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69" name="TextBox 30">
              <a:extLst>
                <a:ext uri="{FF2B5EF4-FFF2-40B4-BE49-F238E27FC236}">
                  <a16:creationId xmlns:a16="http://schemas.microsoft.com/office/drawing/2014/main" id="{F9723236-235F-4640-0880-83F31F5AA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TextBox 30">
            <a:extLst>
              <a:ext uri="{FF2B5EF4-FFF2-40B4-BE49-F238E27FC236}">
                <a16:creationId xmlns:a16="http://schemas.microsoft.com/office/drawing/2014/main" id="{D755B59B-65E5-46C3-E983-46C47A290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메일</a:t>
            </a:r>
            <a:r>
              <a:rPr lang="en-US" altLang="ko-KR" sz="900" dirty="0"/>
              <a:t>&amp;</a:t>
            </a:r>
            <a:r>
              <a:rPr lang="ko-KR" altLang="en-US" sz="900" dirty="0"/>
              <a:t>문자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CF2979A-CA8F-375F-E419-9FA4B3ADE7AB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메일</a:t>
            </a:r>
            <a:r>
              <a:rPr lang="en-US" altLang="ko-KR" sz="900" dirty="0"/>
              <a:t>&amp;</a:t>
            </a:r>
            <a:r>
              <a:rPr lang="ko-KR" altLang="en-US" sz="900" dirty="0"/>
              <a:t>문자 관리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355604B1-F700-609B-0FF0-29851719AC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1197492"/>
              </p:ext>
            </p:extLst>
          </p:nvPr>
        </p:nvGraphicFramePr>
        <p:xfrm>
          <a:off x="127155" y="1060495"/>
          <a:ext cx="6064095" cy="14080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12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메뉴구분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021932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1573472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0122254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0E895A1D-2160-C902-8942-7BA2574249E7}"/>
              </a:ext>
            </a:extLst>
          </p:cNvPr>
          <p:cNvSpPr/>
          <p:nvPr/>
        </p:nvSpPr>
        <p:spPr>
          <a:xfrm>
            <a:off x="5233660" y="1108094"/>
            <a:ext cx="902707" cy="131039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7040B92-0A71-B06E-FD1D-B358DC8DC9FE}"/>
              </a:ext>
            </a:extLst>
          </p:cNvPr>
          <p:cNvGrpSpPr/>
          <p:nvPr/>
        </p:nvGrpSpPr>
        <p:grpSpPr>
          <a:xfrm>
            <a:off x="1626812" y="2164315"/>
            <a:ext cx="3510948" cy="255754"/>
            <a:chOff x="1576621" y="1456936"/>
            <a:chExt cx="3510948" cy="255754"/>
          </a:xfrm>
        </p:grpSpPr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4106A184-E0E1-2EC3-8C4C-1E79FD1F4A19}"/>
                </a:ext>
              </a:extLst>
            </p:cNvPr>
            <p:cNvGrpSpPr/>
            <p:nvPr/>
          </p:nvGrpSpPr>
          <p:grpSpPr>
            <a:xfrm>
              <a:off x="1576621" y="1463513"/>
              <a:ext cx="1510731" cy="249177"/>
              <a:chOff x="1846644" y="2900860"/>
              <a:chExt cx="1687736" cy="241092"/>
            </a:xfrm>
          </p:grpSpPr>
          <p:sp>
            <p:nvSpPr>
              <p:cNvPr id="41" name="Text Box">
                <a:extLst>
                  <a:ext uri="{FF2B5EF4-FFF2-40B4-BE49-F238E27FC236}">
                    <a16:creationId xmlns:a16="http://schemas.microsoft.com/office/drawing/2014/main" id="{9BFFD3FB-E94D-56A1-06A3-23843CE6D59A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2" name="Calendar">
                <a:extLst>
                  <a:ext uri="{FF2B5EF4-FFF2-40B4-BE49-F238E27FC236}">
                    <a16:creationId xmlns:a16="http://schemas.microsoft.com/office/drawing/2014/main" id="{8D5EF245-59A8-A29A-700B-96B9796A14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D3665111-2DFB-01EC-28FB-FB2C6E5BF745}"/>
                </a:ext>
              </a:extLst>
            </p:cNvPr>
            <p:cNvGrpSpPr/>
            <p:nvPr/>
          </p:nvGrpSpPr>
          <p:grpSpPr>
            <a:xfrm>
              <a:off x="3576838" y="1461930"/>
              <a:ext cx="1510731" cy="249177"/>
              <a:chOff x="1846644" y="2900861"/>
              <a:chExt cx="1687736" cy="241092"/>
            </a:xfrm>
          </p:grpSpPr>
          <p:sp>
            <p:nvSpPr>
              <p:cNvPr id="44" name="Text Box">
                <a:extLst>
                  <a:ext uri="{FF2B5EF4-FFF2-40B4-BE49-F238E27FC236}">
                    <a16:creationId xmlns:a16="http://schemas.microsoft.com/office/drawing/2014/main" id="{AAE9C3D5-4BEC-83BE-1D5D-947DB95EECB1}"/>
                  </a:ext>
                </a:extLst>
              </p:cNvPr>
              <p:cNvSpPr/>
              <p:nvPr/>
            </p:nvSpPr>
            <p:spPr>
              <a:xfrm>
                <a:off x="1846644" y="2900861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7" name="Calendar">
                <a:extLst>
                  <a:ext uri="{FF2B5EF4-FFF2-40B4-BE49-F238E27FC236}">
                    <a16:creationId xmlns:a16="http://schemas.microsoft.com/office/drawing/2014/main" id="{27AC8F20-56F2-9BCF-094C-985CB88F8F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" name="TextBox 30">
              <a:extLst>
                <a:ext uri="{FF2B5EF4-FFF2-40B4-BE49-F238E27FC236}">
                  <a16:creationId xmlns:a16="http://schemas.microsoft.com/office/drawing/2014/main" id="{DBA9DC70-6504-ED15-AF95-F43F154A7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1005" y="1456936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D2BDFD49-9FFE-4527-3F0E-0F0D995E2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670125"/>
              </p:ext>
            </p:extLst>
          </p:nvPr>
        </p:nvGraphicFramePr>
        <p:xfrm>
          <a:off x="9696887" y="292432"/>
          <a:ext cx="2498015" cy="451873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메일 </a:t>
                      </a:r>
                      <a:r>
                        <a:rPr lang="en-US" altLang="ko-KR" sz="800" b="1" dirty="0"/>
                        <a:t>&amp; </a:t>
                      </a:r>
                      <a:r>
                        <a:rPr lang="ko-KR" altLang="en-US" sz="800" b="1" dirty="0"/>
                        <a:t>문자 리스트를 등록 및 수정 관리하는 페이지입니다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메뉴구분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SMS, EAIL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발송제목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작성자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 항목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No,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메뉴구분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발송제목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작성자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작성일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885461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345054"/>
                  </a:ext>
                </a:extLst>
              </a:tr>
            </a:tbl>
          </a:graphicData>
        </a:graphic>
      </p:graphicFrame>
      <p:sp>
        <p:nvSpPr>
          <p:cNvPr id="5" name="Pagination">
            <a:extLst>
              <a:ext uri="{FF2B5EF4-FFF2-40B4-BE49-F238E27FC236}">
                <a16:creationId xmlns:a16="http://schemas.microsoft.com/office/drawing/2014/main" id="{CF59377A-A622-329F-2E3C-CF80FAB8B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7652" y="6007947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0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0C008841-D64A-35EF-360B-FA730963D14C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626812" y="1817482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1" name="Text Box">
              <a:extLst>
                <a:ext uri="{FF2B5EF4-FFF2-40B4-BE49-F238E27FC236}">
                  <a16:creationId xmlns:a16="http://schemas.microsoft.com/office/drawing/2014/main" id="{1A4ACAEF-083F-FC4B-70F5-7AB7EB278AB5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FBE44B6-559F-199E-A98A-F97E3002151A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" name="Panel">
            <a:extLst>
              <a:ext uri="{FF2B5EF4-FFF2-40B4-BE49-F238E27FC236}">
                <a16:creationId xmlns:a16="http://schemas.microsoft.com/office/drawing/2014/main" id="{C5CAF2C4-DFAB-1922-07CF-A51816C00927}"/>
              </a:ext>
            </a:extLst>
          </p:cNvPr>
          <p:cNvSpPr/>
          <p:nvPr/>
        </p:nvSpPr>
        <p:spPr>
          <a:xfrm>
            <a:off x="2520250" y="1811572"/>
            <a:ext cx="2617510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7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0FC84789-68D4-2BCC-E0BC-0645B74DDF41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626812" y="1113717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18" name="Text Box">
              <a:extLst>
                <a:ext uri="{FF2B5EF4-FFF2-40B4-BE49-F238E27FC236}">
                  <a16:creationId xmlns:a16="http://schemas.microsoft.com/office/drawing/2014/main" id="{131F8471-B669-6922-893C-B4ADF14D6DB0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6046BEE-9F0D-134E-F1E1-19AA40A69F79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EF9D550-4C1B-F528-AA14-056296114022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1626812" y="1445310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25E4C3C3-BCD3-099A-0C9B-436716720C1B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EBF403A-D09C-9ED8-162E-5E033F825C99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9DA7C7AD-2D1F-8CFA-4DD0-07D4BAF4E076}"/>
              </a:ext>
            </a:extLst>
          </p:cNvPr>
          <p:cNvGrpSpPr/>
          <p:nvPr/>
        </p:nvGrpSpPr>
        <p:grpSpPr>
          <a:xfrm>
            <a:off x="8581151" y="3740570"/>
            <a:ext cx="931733" cy="241995"/>
            <a:chOff x="8483974" y="2715793"/>
            <a:chExt cx="931737" cy="241996"/>
          </a:xfrm>
        </p:grpSpPr>
        <p:sp>
          <p:nvSpPr>
            <p:cNvPr id="32" name="Button">
              <a:extLst>
                <a:ext uri="{FF2B5EF4-FFF2-40B4-BE49-F238E27FC236}">
                  <a16:creationId xmlns:a16="http://schemas.microsoft.com/office/drawing/2014/main" id="{015627C4-FA8F-9475-4CE9-9307635B0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EC68656D-173E-CB5B-AB4C-15B4D2AF7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02FC3E50-D3FB-E58D-B66D-C9A0C86C2F5A}"/>
              </a:ext>
            </a:extLst>
          </p:cNvPr>
          <p:cNvGrpSpPr/>
          <p:nvPr/>
        </p:nvGrpSpPr>
        <p:grpSpPr>
          <a:xfrm>
            <a:off x="8581151" y="4082770"/>
            <a:ext cx="931733" cy="241995"/>
            <a:chOff x="8483974" y="2715793"/>
            <a:chExt cx="931737" cy="241996"/>
          </a:xfrm>
        </p:grpSpPr>
        <p:sp>
          <p:nvSpPr>
            <p:cNvPr id="37" name="Button">
              <a:extLst>
                <a:ext uri="{FF2B5EF4-FFF2-40B4-BE49-F238E27FC236}">
                  <a16:creationId xmlns:a16="http://schemas.microsoft.com/office/drawing/2014/main" id="{B992CBE5-40AC-C88F-8EE0-032AEFAA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Button">
              <a:extLst>
                <a:ext uri="{FF2B5EF4-FFF2-40B4-BE49-F238E27FC236}">
                  <a16:creationId xmlns:a16="http://schemas.microsoft.com/office/drawing/2014/main" id="{5036907B-9054-B106-0949-3FF68A9F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2D2B8B59-6C8B-63B5-6B23-C6E93B14201B}"/>
              </a:ext>
            </a:extLst>
          </p:cNvPr>
          <p:cNvGrpSpPr/>
          <p:nvPr/>
        </p:nvGrpSpPr>
        <p:grpSpPr>
          <a:xfrm>
            <a:off x="8581151" y="4420730"/>
            <a:ext cx="931733" cy="241995"/>
            <a:chOff x="8483974" y="2715793"/>
            <a:chExt cx="931737" cy="241996"/>
          </a:xfrm>
        </p:grpSpPr>
        <p:sp>
          <p:nvSpPr>
            <p:cNvPr id="49" name="Button">
              <a:extLst>
                <a:ext uri="{FF2B5EF4-FFF2-40B4-BE49-F238E27FC236}">
                  <a16:creationId xmlns:a16="http://schemas.microsoft.com/office/drawing/2014/main" id="{E0ECBA8A-0A8A-0740-053E-CAC1706E4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FAA17ABC-7B9F-0793-E3FA-43D9B924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9E8FD970-CFDB-5BBB-ADF6-440C67098CED}"/>
              </a:ext>
            </a:extLst>
          </p:cNvPr>
          <p:cNvGrpSpPr/>
          <p:nvPr/>
        </p:nvGrpSpPr>
        <p:grpSpPr>
          <a:xfrm>
            <a:off x="8581151" y="4754762"/>
            <a:ext cx="931733" cy="241995"/>
            <a:chOff x="8483974" y="2715793"/>
            <a:chExt cx="931737" cy="241996"/>
          </a:xfrm>
        </p:grpSpPr>
        <p:sp>
          <p:nvSpPr>
            <p:cNvPr id="53" name="Button">
              <a:extLst>
                <a:ext uri="{FF2B5EF4-FFF2-40B4-BE49-F238E27FC236}">
                  <a16:creationId xmlns:a16="http://schemas.microsoft.com/office/drawing/2014/main" id="{A385103B-E2BC-1BB1-24B5-91989488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Button">
              <a:extLst>
                <a:ext uri="{FF2B5EF4-FFF2-40B4-BE49-F238E27FC236}">
                  <a16:creationId xmlns:a16="http://schemas.microsoft.com/office/drawing/2014/main" id="{D32E7A55-FE7D-4F70-0A6F-FDE9BE868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FEFCB1C3-9835-664F-0401-54DF902CF2BF}"/>
              </a:ext>
            </a:extLst>
          </p:cNvPr>
          <p:cNvGrpSpPr/>
          <p:nvPr/>
        </p:nvGrpSpPr>
        <p:grpSpPr>
          <a:xfrm>
            <a:off x="8581151" y="5088794"/>
            <a:ext cx="931733" cy="241995"/>
            <a:chOff x="8483974" y="2715793"/>
            <a:chExt cx="931737" cy="241996"/>
          </a:xfrm>
        </p:grpSpPr>
        <p:sp>
          <p:nvSpPr>
            <p:cNvPr id="56" name="Button">
              <a:extLst>
                <a:ext uri="{FF2B5EF4-FFF2-40B4-BE49-F238E27FC236}">
                  <a16:creationId xmlns:a16="http://schemas.microsoft.com/office/drawing/2014/main" id="{D652B72C-10D5-A7B6-2BB0-530AE25A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Button">
              <a:extLst>
                <a:ext uri="{FF2B5EF4-FFF2-40B4-BE49-F238E27FC236}">
                  <a16:creationId xmlns:a16="http://schemas.microsoft.com/office/drawing/2014/main" id="{4E42BE20-4BFD-C5E0-67D7-592E0297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74A8244D-5E38-0172-8123-AB533385F56C}"/>
              </a:ext>
            </a:extLst>
          </p:cNvPr>
          <p:cNvGrpSpPr/>
          <p:nvPr/>
        </p:nvGrpSpPr>
        <p:grpSpPr>
          <a:xfrm>
            <a:off x="8581151" y="5415682"/>
            <a:ext cx="931733" cy="241995"/>
            <a:chOff x="8483974" y="2715793"/>
            <a:chExt cx="931737" cy="241996"/>
          </a:xfrm>
        </p:grpSpPr>
        <p:sp>
          <p:nvSpPr>
            <p:cNvPr id="60" name="Button">
              <a:extLst>
                <a:ext uri="{FF2B5EF4-FFF2-40B4-BE49-F238E27FC236}">
                  <a16:creationId xmlns:a16="http://schemas.microsoft.com/office/drawing/2014/main" id="{870C4B7B-7B4C-D407-46B5-8997F46D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Button">
              <a:extLst>
                <a:ext uri="{FF2B5EF4-FFF2-40B4-BE49-F238E27FC236}">
                  <a16:creationId xmlns:a16="http://schemas.microsoft.com/office/drawing/2014/main" id="{B9933743-F94A-666E-C0E3-9A13CF1E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3" name="Button">
            <a:extLst>
              <a:ext uri="{FF2B5EF4-FFF2-40B4-BE49-F238E27FC236}">
                <a16:creationId xmlns:a16="http://schemas.microsoft.com/office/drawing/2014/main" id="{3319DE58-C761-93B3-571E-C85464F1EA4E}"/>
              </a:ext>
            </a:extLst>
          </p:cNvPr>
          <p:cNvSpPr>
            <a:spLocks/>
          </p:cNvSpPr>
          <p:nvPr/>
        </p:nvSpPr>
        <p:spPr bwMode="auto">
          <a:xfrm>
            <a:off x="8918986" y="5775597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5" name="Button">
            <a:extLst>
              <a:ext uri="{FF2B5EF4-FFF2-40B4-BE49-F238E27FC236}">
                <a16:creationId xmlns:a16="http://schemas.microsoft.com/office/drawing/2014/main" id="{B6557FD0-11C1-01B4-8AD5-C57AB890EE92}"/>
              </a:ext>
            </a:extLst>
          </p:cNvPr>
          <p:cNvSpPr>
            <a:spLocks/>
          </p:cNvSpPr>
          <p:nvPr/>
        </p:nvSpPr>
        <p:spPr bwMode="auto">
          <a:xfrm>
            <a:off x="8120857" y="5782085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60">
            <a:extLst>
              <a:ext uri="{FF2B5EF4-FFF2-40B4-BE49-F238E27FC236}">
                <a16:creationId xmlns:a16="http://schemas.microsoft.com/office/drawing/2014/main" id="{DCA72517-B964-CFD4-3031-5921B5DEB9EE}"/>
              </a:ext>
            </a:extLst>
          </p:cNvPr>
          <p:cNvSpPr/>
          <p:nvPr/>
        </p:nvSpPr>
        <p:spPr>
          <a:xfrm>
            <a:off x="8891888" y="361468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8" name="직사각형 60">
            <a:extLst>
              <a:ext uri="{FF2B5EF4-FFF2-40B4-BE49-F238E27FC236}">
                <a16:creationId xmlns:a16="http://schemas.microsoft.com/office/drawing/2014/main" id="{88ACDBBB-8AA9-AD9D-18CF-3B99B283BCC0}"/>
              </a:ext>
            </a:extLst>
          </p:cNvPr>
          <p:cNvSpPr/>
          <p:nvPr/>
        </p:nvSpPr>
        <p:spPr>
          <a:xfrm>
            <a:off x="8125356" y="563877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52585815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2A3E48-9133-5644-0338-3DEEB67D08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B3F60F0-F667-B267-47A3-EBF1E59CB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3725501"/>
              </p:ext>
            </p:extLst>
          </p:nvPr>
        </p:nvGraphicFramePr>
        <p:xfrm>
          <a:off x="487937" y="1365994"/>
          <a:ext cx="7399923" cy="42604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9881">
                  <a:extLst>
                    <a:ext uri="{9D8B030D-6E8A-4147-A177-3AD203B41FA5}">
                      <a16:colId xmlns:a16="http://schemas.microsoft.com/office/drawing/2014/main" val="4145493058"/>
                    </a:ext>
                  </a:extLst>
                </a:gridCol>
                <a:gridCol w="6330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메뉴구분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965124"/>
                  </a:ext>
                </a:extLst>
              </a:tr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8660353"/>
                  </a:ext>
                </a:extLst>
              </a:tr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048857"/>
                  </a:ext>
                </a:extLst>
              </a:tr>
              <a:tr h="36198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발송 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1063978"/>
                  </a:ext>
                </a:extLst>
              </a:tr>
              <a:tr h="16106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내용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4506938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첨부파일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9276382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작성자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/>
                        <a:t> 홍길동</a:t>
                      </a:r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469747"/>
                  </a:ext>
                </a:extLst>
              </a:tr>
              <a:tr h="4006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 2024.09.30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526748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5DEB4AC-1FB8-3FC3-E504-0823A905B531}"/>
              </a:ext>
            </a:extLst>
          </p:cNvPr>
          <p:cNvSpPr txBox="1"/>
          <p:nvPr/>
        </p:nvSpPr>
        <p:spPr>
          <a:xfrm>
            <a:off x="413274" y="1087472"/>
            <a:ext cx="3214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메일</a:t>
            </a:r>
            <a:r>
              <a:rPr lang="en-US" altLang="ko-KR" sz="900" b="1" dirty="0"/>
              <a:t>&amp;</a:t>
            </a:r>
            <a:r>
              <a:rPr lang="ko-KR" altLang="en-US" sz="900" b="1" dirty="0"/>
              <a:t>문자 관리</a:t>
            </a:r>
          </a:p>
        </p:txBody>
      </p:sp>
      <p:sp>
        <p:nvSpPr>
          <p:cNvPr id="6" name="Text Box">
            <a:extLst>
              <a:ext uri="{FF2B5EF4-FFF2-40B4-BE49-F238E27FC236}">
                <a16:creationId xmlns:a16="http://schemas.microsoft.com/office/drawing/2014/main" id="{D495DACE-6B1F-6FCF-0649-09585E84BF59}"/>
              </a:ext>
            </a:extLst>
          </p:cNvPr>
          <p:cNvSpPr/>
          <p:nvPr/>
        </p:nvSpPr>
        <p:spPr>
          <a:xfrm>
            <a:off x="1631629" y="2523357"/>
            <a:ext cx="522011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" name="Button">
            <a:extLst>
              <a:ext uri="{FF2B5EF4-FFF2-40B4-BE49-F238E27FC236}">
                <a16:creationId xmlns:a16="http://schemas.microsoft.com/office/drawing/2014/main" id="{D02ED96B-3477-3532-FBFF-9D5F41BF9271}"/>
              </a:ext>
            </a:extLst>
          </p:cNvPr>
          <p:cNvSpPr>
            <a:spLocks/>
          </p:cNvSpPr>
          <p:nvPr/>
        </p:nvSpPr>
        <p:spPr bwMode="auto">
          <a:xfrm>
            <a:off x="1651755" y="4490927"/>
            <a:ext cx="684952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선택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Button">
            <a:extLst>
              <a:ext uri="{FF2B5EF4-FFF2-40B4-BE49-F238E27FC236}">
                <a16:creationId xmlns:a16="http://schemas.microsoft.com/office/drawing/2014/main" id="{C9FFE794-A960-C3BF-E5F0-C3354A138EFE}"/>
              </a:ext>
            </a:extLst>
          </p:cNvPr>
          <p:cNvSpPr>
            <a:spLocks/>
          </p:cNvSpPr>
          <p:nvPr/>
        </p:nvSpPr>
        <p:spPr bwMode="auto">
          <a:xfrm>
            <a:off x="2381748" y="4490927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추가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Button">
            <a:extLst>
              <a:ext uri="{FF2B5EF4-FFF2-40B4-BE49-F238E27FC236}">
                <a16:creationId xmlns:a16="http://schemas.microsoft.com/office/drawing/2014/main" id="{807747DA-A627-463B-7929-E49ED93E25A5}"/>
              </a:ext>
            </a:extLst>
          </p:cNvPr>
          <p:cNvSpPr>
            <a:spLocks/>
          </p:cNvSpPr>
          <p:nvPr/>
        </p:nvSpPr>
        <p:spPr bwMode="auto">
          <a:xfrm>
            <a:off x="2846575" y="4490927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8C147D60-DBAB-4980-7902-86D2307D2C50}"/>
              </a:ext>
            </a:extLst>
          </p:cNvPr>
          <p:cNvSpPr>
            <a:spLocks/>
          </p:cNvSpPr>
          <p:nvPr/>
        </p:nvSpPr>
        <p:spPr bwMode="auto">
          <a:xfrm>
            <a:off x="6400697" y="568426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Button">
            <a:extLst>
              <a:ext uri="{FF2B5EF4-FFF2-40B4-BE49-F238E27FC236}">
                <a16:creationId xmlns:a16="http://schemas.microsoft.com/office/drawing/2014/main" id="{740B4336-6AF4-9F69-3247-DEEA77E5ADA1}"/>
              </a:ext>
            </a:extLst>
          </p:cNvPr>
          <p:cNvSpPr>
            <a:spLocks/>
          </p:cNvSpPr>
          <p:nvPr/>
        </p:nvSpPr>
        <p:spPr bwMode="auto">
          <a:xfrm>
            <a:off x="7205647" y="5684264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" name="Button">
            <a:extLst>
              <a:ext uri="{FF2B5EF4-FFF2-40B4-BE49-F238E27FC236}">
                <a16:creationId xmlns:a16="http://schemas.microsoft.com/office/drawing/2014/main" id="{5C813996-D6C6-4165-572F-48257E346E46}"/>
              </a:ext>
            </a:extLst>
          </p:cNvPr>
          <p:cNvSpPr>
            <a:spLocks/>
          </p:cNvSpPr>
          <p:nvPr/>
        </p:nvSpPr>
        <p:spPr bwMode="auto">
          <a:xfrm>
            <a:off x="480150" y="568426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70D514C-1DCB-658A-B7F0-DE111B6C4504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메일</a:t>
            </a:r>
            <a:r>
              <a:rPr lang="en-US" altLang="ko-KR" sz="900" dirty="0"/>
              <a:t>&amp;</a:t>
            </a:r>
            <a:r>
              <a:rPr lang="ko-KR" altLang="en-US" sz="900" dirty="0"/>
              <a:t>문자 관리 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3D9D3014-1B02-90AB-FE25-D0590E098C1C}"/>
              </a:ext>
            </a:extLst>
          </p:cNvPr>
          <p:cNvGrpSpPr/>
          <p:nvPr/>
        </p:nvGrpSpPr>
        <p:grpSpPr>
          <a:xfrm>
            <a:off x="1631629" y="2915255"/>
            <a:ext cx="6028627" cy="1416159"/>
            <a:chOff x="2278582" y="4121999"/>
            <a:chExt cx="6028627" cy="1416159"/>
          </a:xfrm>
        </p:grpSpPr>
        <p:sp>
          <p:nvSpPr>
            <p:cNvPr id="40" name="Panel">
              <a:extLst>
                <a:ext uri="{FF2B5EF4-FFF2-40B4-BE49-F238E27FC236}">
                  <a16:creationId xmlns:a16="http://schemas.microsoft.com/office/drawing/2014/main" id="{6D572B82-0941-4C4F-9896-511BA8E06EAD}"/>
                </a:ext>
              </a:extLst>
            </p:cNvPr>
            <p:cNvSpPr/>
            <p:nvPr/>
          </p:nvSpPr>
          <p:spPr>
            <a:xfrm>
              <a:off x="2278582" y="4121999"/>
              <a:ext cx="6028627" cy="141615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2DD70195-16B0-F1EB-EDE3-D1D9749625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293822" y="4137238"/>
              <a:ext cx="6013387" cy="445359"/>
            </a:xfrm>
            <a:prstGeom prst="rect">
              <a:avLst/>
            </a:prstGeom>
          </p:spPr>
        </p:pic>
      </p:grp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3F7CE080-4E91-DE23-EBDC-83B27A185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8705356"/>
              </p:ext>
            </p:extLst>
          </p:nvPr>
        </p:nvGraphicFramePr>
        <p:xfrm>
          <a:off x="9693985" y="295164"/>
          <a:ext cx="2498015" cy="287198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메일</a:t>
                      </a:r>
                      <a:r>
                        <a:rPr lang="en-US" altLang="ko-KR" sz="800" b="1" dirty="0"/>
                        <a:t>&amp;</a:t>
                      </a:r>
                      <a:r>
                        <a:rPr lang="ko-KR" altLang="en-US" sz="800" b="1" dirty="0"/>
                        <a:t>문자 리스트를 등록 및 수정합니다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/>
                        </a:rPr>
                        <a:t>메뉴구분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메뉴구분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공간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&lt;radio&gt;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SMS,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EAIL &lt;radio&gt;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380109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발송제목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발송제목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내용을 입력합니다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1057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첨부파일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추가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클릭하여 파일을 업로드 및 파일 추가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30">
            <a:extLst>
              <a:ext uri="{FF2B5EF4-FFF2-40B4-BE49-F238E27FC236}">
                <a16:creationId xmlns:a16="http://schemas.microsoft.com/office/drawing/2014/main" id="{E7611B1E-02CF-C2EB-BD14-72CE3AA030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0" y="317500"/>
            <a:ext cx="452681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메일</a:t>
            </a:r>
            <a:r>
              <a:rPr lang="en-US" altLang="ko-KR" sz="900" dirty="0"/>
              <a:t>&amp;</a:t>
            </a:r>
            <a:r>
              <a:rPr lang="ko-KR" altLang="en-US" sz="900" dirty="0"/>
              <a:t>문자 관리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7" name="Text Box">
            <a:extLst>
              <a:ext uri="{FF2B5EF4-FFF2-40B4-BE49-F238E27FC236}">
                <a16:creationId xmlns:a16="http://schemas.microsoft.com/office/drawing/2014/main" id="{D5FD0D54-81DB-78EA-C9BD-E3DA88DDAB4E}"/>
              </a:ext>
            </a:extLst>
          </p:cNvPr>
          <p:cNvSpPr/>
          <p:nvPr/>
        </p:nvSpPr>
        <p:spPr>
          <a:xfrm>
            <a:off x="1631629" y="2149876"/>
            <a:ext cx="5220112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44B6304-B3B5-DFD9-832E-823EF76DF422}"/>
              </a:ext>
            </a:extLst>
          </p:cNvPr>
          <p:cNvGrpSpPr/>
          <p:nvPr/>
        </p:nvGrpSpPr>
        <p:grpSpPr>
          <a:xfrm>
            <a:off x="1646869" y="1805623"/>
            <a:ext cx="1187745" cy="212366"/>
            <a:chOff x="1646869" y="2211063"/>
            <a:chExt cx="1187745" cy="212366"/>
          </a:xfrm>
        </p:grpSpPr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C7085BB7-4565-26C4-A396-287DD093AA73}"/>
                </a:ext>
              </a:extLst>
            </p:cNvPr>
            <p:cNvGrpSpPr/>
            <p:nvPr/>
          </p:nvGrpSpPr>
          <p:grpSpPr>
            <a:xfrm>
              <a:off x="1646869" y="2211063"/>
              <a:ext cx="507107" cy="212366"/>
              <a:chOff x="2192961" y="1297266"/>
              <a:chExt cx="507107" cy="212366"/>
            </a:xfrm>
          </p:grpSpPr>
          <p:sp>
            <p:nvSpPr>
              <p:cNvPr id="19" name="Circle">
                <a:extLst>
                  <a:ext uri="{FF2B5EF4-FFF2-40B4-BE49-F238E27FC236}">
                    <a16:creationId xmlns:a16="http://schemas.microsoft.com/office/drawing/2014/main" id="{AA9B3954-CE74-0F61-E547-4EB29DA77F9F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" name="Label">
                <a:extLst>
                  <a:ext uri="{FF2B5EF4-FFF2-40B4-BE49-F238E27FC236}">
                    <a16:creationId xmlns:a16="http://schemas.microsoft.com/office/drawing/2014/main" id="{5473E3C4-C7AF-F5A2-5E9E-B621E2017EFF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373757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SMS</a:t>
                </a:r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37AA5666-61AA-471A-0637-F9FBBAE5D375}"/>
                </a:ext>
              </a:extLst>
            </p:cNvPr>
            <p:cNvGrpSpPr/>
            <p:nvPr/>
          </p:nvGrpSpPr>
          <p:grpSpPr>
            <a:xfrm>
              <a:off x="2232931" y="2211063"/>
              <a:ext cx="601683" cy="212366"/>
              <a:chOff x="2629362" y="1297266"/>
              <a:chExt cx="601683" cy="212366"/>
            </a:xfrm>
          </p:grpSpPr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156563DC-8E6B-5BBB-1D27-9DB4780722A8}"/>
                  </a:ext>
                </a:extLst>
              </p:cNvPr>
              <p:cNvGrpSpPr/>
              <p:nvPr/>
            </p:nvGrpSpPr>
            <p:grpSpPr>
              <a:xfrm>
                <a:off x="2629362" y="1297266"/>
                <a:ext cx="601683" cy="212366"/>
                <a:chOff x="2617303" y="4444471"/>
                <a:chExt cx="601683" cy="212366"/>
              </a:xfrm>
            </p:grpSpPr>
            <p:sp>
              <p:nvSpPr>
                <p:cNvPr id="16" name="Circle">
                  <a:extLst>
                    <a:ext uri="{FF2B5EF4-FFF2-40B4-BE49-F238E27FC236}">
                      <a16:creationId xmlns:a16="http://schemas.microsoft.com/office/drawing/2014/main" id="{30200FF7-1548-82CB-53D9-940D55447F08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" name="Check" hidden="1">
                  <a:extLst>
                    <a:ext uri="{FF2B5EF4-FFF2-40B4-BE49-F238E27FC236}">
                      <a16:creationId xmlns:a16="http://schemas.microsoft.com/office/drawing/2014/main" id="{E62847D7-DAA1-5ED2-E456-D3280E07D3AA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" name="Label">
                  <a:extLst>
                    <a:ext uri="{FF2B5EF4-FFF2-40B4-BE49-F238E27FC236}">
                      <a16:creationId xmlns:a16="http://schemas.microsoft.com/office/drawing/2014/main" id="{A65EB321-5693-D26C-1E6C-493FCF9120D1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468333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EAMIL</a:t>
                  </a:r>
                </a:p>
              </p:txBody>
            </p:sp>
          </p:grpSp>
          <p:sp>
            <p:nvSpPr>
              <p:cNvPr id="15" name="Check">
                <a:extLst>
                  <a:ext uri="{FF2B5EF4-FFF2-40B4-BE49-F238E27FC236}">
                    <a16:creationId xmlns:a16="http://schemas.microsoft.com/office/drawing/2014/main" id="{6B0B166D-7959-AA99-3985-C5F9E44FA4FB}"/>
                  </a:ext>
                </a:extLst>
              </p:cNvPr>
              <p:cNvSpPr/>
              <p:nvPr/>
            </p:nvSpPr>
            <p:spPr>
              <a:xfrm>
                <a:off x="2666602" y="1374080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E185F65A-E1AC-1F6F-E874-70E4D648176C}"/>
              </a:ext>
            </a:extLst>
          </p:cNvPr>
          <p:cNvGrpSpPr/>
          <p:nvPr/>
        </p:nvGrpSpPr>
        <p:grpSpPr>
          <a:xfrm>
            <a:off x="1645171" y="1438887"/>
            <a:ext cx="1748076" cy="214742"/>
            <a:chOff x="1645171" y="1844327"/>
            <a:chExt cx="1748076" cy="214742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98B1DF0-CCF1-87D7-C237-94EB262AFBC6}"/>
                </a:ext>
              </a:extLst>
            </p:cNvPr>
            <p:cNvGrpSpPr/>
            <p:nvPr/>
          </p:nvGrpSpPr>
          <p:grpSpPr>
            <a:xfrm>
              <a:off x="1645171" y="1846703"/>
              <a:ext cx="511915" cy="212366"/>
              <a:chOff x="2192961" y="1297266"/>
              <a:chExt cx="511915" cy="212366"/>
            </a:xfrm>
          </p:grpSpPr>
          <p:sp>
            <p:nvSpPr>
              <p:cNvPr id="52" name="Circle">
                <a:extLst>
                  <a:ext uri="{FF2B5EF4-FFF2-40B4-BE49-F238E27FC236}">
                    <a16:creationId xmlns:a16="http://schemas.microsoft.com/office/drawing/2014/main" id="{A9E6DAA7-E5A3-A322-97E3-BC17DEAD9C76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3" name="Label">
                <a:extLst>
                  <a:ext uri="{FF2B5EF4-FFF2-40B4-BE49-F238E27FC236}">
                    <a16:creationId xmlns:a16="http://schemas.microsoft.com/office/drawing/2014/main" id="{1D0E9770-49EB-F192-A344-388D00E7381B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37856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교육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483A614A-0553-46A5-A8C0-1348CD62824C}"/>
                </a:ext>
              </a:extLst>
            </p:cNvPr>
            <p:cNvGrpSpPr/>
            <p:nvPr/>
          </p:nvGrpSpPr>
          <p:grpSpPr>
            <a:xfrm>
              <a:off x="2263252" y="1846703"/>
              <a:ext cx="511915" cy="212366"/>
              <a:chOff x="2629362" y="1297266"/>
              <a:chExt cx="511915" cy="212366"/>
            </a:xfrm>
          </p:grpSpPr>
          <p:grpSp>
            <p:nvGrpSpPr>
              <p:cNvPr id="47" name="그룹 46">
                <a:extLst>
                  <a:ext uri="{FF2B5EF4-FFF2-40B4-BE49-F238E27FC236}">
                    <a16:creationId xmlns:a16="http://schemas.microsoft.com/office/drawing/2014/main" id="{27B554E0-2E72-8CE9-1AE7-34871D04ABFB}"/>
                  </a:ext>
                </a:extLst>
              </p:cNvPr>
              <p:cNvGrpSpPr/>
              <p:nvPr/>
            </p:nvGrpSpPr>
            <p:grpSpPr>
              <a:xfrm>
                <a:off x="2629362" y="1297266"/>
                <a:ext cx="511915" cy="212366"/>
                <a:chOff x="2617303" y="4444471"/>
                <a:chExt cx="511915" cy="212366"/>
              </a:xfrm>
            </p:grpSpPr>
            <p:sp>
              <p:nvSpPr>
                <p:cNvPr id="49" name="Circle">
                  <a:extLst>
                    <a:ext uri="{FF2B5EF4-FFF2-40B4-BE49-F238E27FC236}">
                      <a16:creationId xmlns:a16="http://schemas.microsoft.com/office/drawing/2014/main" id="{E2DB4357-151A-EF63-6874-9D829F2FB89A}"/>
                    </a:ext>
                  </a:extLst>
                </p:cNvPr>
                <p:cNvSpPr/>
                <p:nvPr/>
              </p:nvSpPr>
              <p:spPr>
                <a:xfrm>
                  <a:off x="2617303" y="4483979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0" name="Check" hidden="1">
                  <a:extLst>
                    <a:ext uri="{FF2B5EF4-FFF2-40B4-BE49-F238E27FC236}">
                      <a16:creationId xmlns:a16="http://schemas.microsoft.com/office/drawing/2014/main" id="{7263186A-1622-4B61-9147-CB48D8207BE5}"/>
                    </a:ext>
                  </a:extLst>
                </p:cNvPr>
                <p:cNvSpPr/>
                <p:nvPr/>
              </p:nvSpPr>
              <p:spPr>
                <a:xfrm>
                  <a:off x="2654609" y="4521285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1" name="Label">
                  <a:extLst>
                    <a:ext uri="{FF2B5EF4-FFF2-40B4-BE49-F238E27FC236}">
                      <a16:creationId xmlns:a16="http://schemas.microsoft.com/office/drawing/2014/main" id="{AE4B3A52-98E3-A8DB-3678-224518003913}"/>
                    </a:ext>
                  </a:extLst>
                </p:cNvPr>
                <p:cNvSpPr txBox="1"/>
                <p:nvPr/>
              </p:nvSpPr>
              <p:spPr>
                <a:xfrm>
                  <a:off x="2750653" y="4444471"/>
                  <a:ext cx="378565" cy="212366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ko-KR" alt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장비</a:t>
                  </a:r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8" name="Check">
                <a:extLst>
                  <a:ext uri="{FF2B5EF4-FFF2-40B4-BE49-F238E27FC236}">
                    <a16:creationId xmlns:a16="http://schemas.microsoft.com/office/drawing/2014/main" id="{4CD869C1-2BB6-5CD8-43DE-F143C6ADFB7B}"/>
                  </a:ext>
                </a:extLst>
              </p:cNvPr>
              <p:cNvSpPr/>
              <p:nvPr/>
            </p:nvSpPr>
            <p:spPr>
              <a:xfrm>
                <a:off x="2666602" y="1374080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420AD086-69C0-5DC2-2345-CE9FD019C1B2}"/>
                </a:ext>
              </a:extLst>
            </p:cNvPr>
            <p:cNvGrpSpPr/>
            <p:nvPr/>
          </p:nvGrpSpPr>
          <p:grpSpPr>
            <a:xfrm>
              <a:off x="2881332" y="1844327"/>
              <a:ext cx="511915" cy="212366"/>
              <a:chOff x="2192961" y="1297266"/>
              <a:chExt cx="511915" cy="212366"/>
            </a:xfrm>
          </p:grpSpPr>
          <p:sp>
            <p:nvSpPr>
              <p:cNvPr id="55" name="Circle">
                <a:extLst>
                  <a:ext uri="{FF2B5EF4-FFF2-40B4-BE49-F238E27FC236}">
                    <a16:creationId xmlns:a16="http://schemas.microsoft.com/office/drawing/2014/main" id="{F8F8108F-CD86-A4B7-56AD-9F5EE40AE65E}"/>
                  </a:ext>
                </a:extLst>
              </p:cNvPr>
              <p:cNvSpPr/>
              <p:nvPr/>
            </p:nvSpPr>
            <p:spPr>
              <a:xfrm>
                <a:off x="2192961" y="1336774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abel">
                <a:extLst>
                  <a:ext uri="{FF2B5EF4-FFF2-40B4-BE49-F238E27FC236}">
                    <a16:creationId xmlns:a16="http://schemas.microsoft.com/office/drawing/2014/main" id="{32432F5E-7B93-E040-00A5-284804F50FC6}"/>
                  </a:ext>
                </a:extLst>
              </p:cNvPr>
              <p:cNvSpPr txBox="1"/>
              <p:nvPr/>
            </p:nvSpPr>
            <p:spPr>
              <a:xfrm>
                <a:off x="2326311" y="1297266"/>
                <a:ext cx="37856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공간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FF08A64-43D5-120F-6B4B-DF8FC217ADB9}"/>
              </a:ext>
            </a:extLst>
          </p:cNvPr>
          <p:cNvSpPr/>
          <p:nvPr/>
        </p:nvSpPr>
        <p:spPr>
          <a:xfrm>
            <a:off x="278794" y="136957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F4590A7-0E8B-D205-A76C-131F2676D768}"/>
              </a:ext>
            </a:extLst>
          </p:cNvPr>
          <p:cNvSpPr/>
          <p:nvPr/>
        </p:nvSpPr>
        <p:spPr>
          <a:xfrm>
            <a:off x="278794" y="178551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B388BD-EE21-8332-149F-4566A5BB8D2C}"/>
              </a:ext>
            </a:extLst>
          </p:cNvPr>
          <p:cNvSpPr/>
          <p:nvPr/>
        </p:nvSpPr>
        <p:spPr>
          <a:xfrm>
            <a:off x="278794" y="215433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FF576EB-CAF5-A050-B520-3AC21ABACE4E}"/>
              </a:ext>
            </a:extLst>
          </p:cNvPr>
          <p:cNvSpPr/>
          <p:nvPr/>
        </p:nvSpPr>
        <p:spPr>
          <a:xfrm>
            <a:off x="278794" y="455442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94917379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60B3A3-CF1E-0516-D0EB-EC1E29AD9C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Box 45">
            <a:extLst>
              <a:ext uri="{FF2B5EF4-FFF2-40B4-BE49-F238E27FC236}">
                <a16:creationId xmlns:a16="http://schemas.microsoft.com/office/drawing/2014/main" id="{7B117F6C-2E89-F4D9-EEE6-3FCCF64DAE08}"/>
              </a:ext>
            </a:extLst>
          </p:cNvPr>
          <p:cNvSpPr txBox="1"/>
          <p:nvPr/>
        </p:nvSpPr>
        <p:spPr>
          <a:xfrm>
            <a:off x="43902" y="2437027"/>
            <a:ext cx="708848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900" b="1" dirty="0">
                <a:latin typeface="+mj-ea"/>
                <a:ea typeface="+mj-ea"/>
              </a:rPr>
              <a:t>전체 </a:t>
            </a:r>
            <a:r>
              <a:rPr lang="en-US" altLang="ko-KR" sz="900" b="1" dirty="0">
                <a:latin typeface="+mj-ea"/>
                <a:ea typeface="+mj-ea"/>
              </a:rPr>
              <a:t>: 5</a:t>
            </a:r>
            <a:r>
              <a:rPr lang="ko-KR" altLang="en-US" sz="900" b="1" dirty="0">
                <a:latin typeface="+mj-ea"/>
                <a:ea typeface="+mj-ea"/>
              </a:rPr>
              <a:t>개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CEB54B2-0739-4DC1-67CD-C69BAF27D2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1277635"/>
              </p:ext>
            </p:extLst>
          </p:nvPr>
        </p:nvGraphicFramePr>
        <p:xfrm>
          <a:off x="122296" y="2697403"/>
          <a:ext cx="9496156" cy="34923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9410">
                  <a:extLst>
                    <a:ext uri="{9D8B030D-6E8A-4147-A177-3AD203B41FA5}">
                      <a16:colId xmlns:a16="http://schemas.microsoft.com/office/drawing/2014/main" val="3204798309"/>
                    </a:ext>
                  </a:extLst>
                </a:gridCol>
                <a:gridCol w="675868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514440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1514440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2023792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963447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185299">
                  <a:extLst>
                    <a:ext uri="{9D8B030D-6E8A-4147-A177-3AD203B41FA5}">
                      <a16:colId xmlns:a16="http://schemas.microsoft.com/office/drawing/2014/main" val="4024679468"/>
                    </a:ext>
                  </a:extLst>
                </a:gridCol>
                <a:gridCol w="1249460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56789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이미지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제목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노출여부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등록일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메인 배너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배너 </a:t>
                      </a:r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브런치 무비톡</a:t>
                      </a:r>
                      <a:endParaRPr lang="en-US" altLang="ko-KR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무비톡</a:t>
                      </a:r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유튜브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영상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미디어 체험 배너</a:t>
                      </a: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체험 배너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메인 배너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배너 </a:t>
                      </a:r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30315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E1F806EF-990B-ABF3-EE73-58C41C0C8079}"/>
              </a:ext>
            </a:extLst>
          </p:cNvPr>
          <p:cNvGrpSpPr/>
          <p:nvPr/>
        </p:nvGrpSpPr>
        <p:grpSpPr>
          <a:xfrm>
            <a:off x="8556182" y="4021138"/>
            <a:ext cx="931730" cy="241996"/>
            <a:chOff x="8634098" y="3369726"/>
            <a:chExt cx="931734" cy="241997"/>
          </a:xfrm>
        </p:grpSpPr>
        <p:sp>
          <p:nvSpPr>
            <p:cNvPr id="9" name="Button">
              <a:extLst>
                <a:ext uri="{FF2B5EF4-FFF2-40B4-BE49-F238E27FC236}">
                  <a16:creationId xmlns:a16="http://schemas.microsoft.com/office/drawing/2014/main" id="{C36C2E4A-4344-0FA8-E3FA-A9C19125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098" y="3369728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Button">
              <a:extLst>
                <a:ext uri="{FF2B5EF4-FFF2-40B4-BE49-F238E27FC236}">
                  <a16:creationId xmlns:a16="http://schemas.microsoft.com/office/drawing/2014/main" id="{03A37D46-E4DE-29B4-E243-3707F3F7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8279" y="336972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55662A1-3EB7-3D35-27C8-882B262DA1F4}"/>
              </a:ext>
            </a:extLst>
          </p:cNvPr>
          <p:cNvGrpSpPr/>
          <p:nvPr/>
        </p:nvGrpSpPr>
        <p:grpSpPr>
          <a:xfrm>
            <a:off x="8554909" y="4615935"/>
            <a:ext cx="931733" cy="241995"/>
            <a:chOff x="8483974" y="2738652"/>
            <a:chExt cx="931737" cy="241996"/>
          </a:xfrm>
        </p:grpSpPr>
        <p:sp>
          <p:nvSpPr>
            <p:cNvPr id="12" name="Button">
              <a:extLst>
                <a:ext uri="{FF2B5EF4-FFF2-40B4-BE49-F238E27FC236}">
                  <a16:creationId xmlns:a16="http://schemas.microsoft.com/office/drawing/2014/main" id="{F6728D42-2849-5213-1E44-73C41076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Button">
              <a:extLst>
                <a:ext uri="{FF2B5EF4-FFF2-40B4-BE49-F238E27FC236}">
                  <a16:creationId xmlns:a16="http://schemas.microsoft.com/office/drawing/2014/main" id="{F658469E-45D7-4511-6787-1695DBFA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1C6B8E3-FD68-1E05-5E32-129F94549B8E}"/>
              </a:ext>
            </a:extLst>
          </p:cNvPr>
          <p:cNvGrpSpPr/>
          <p:nvPr/>
        </p:nvGrpSpPr>
        <p:grpSpPr>
          <a:xfrm>
            <a:off x="8560124" y="3424101"/>
            <a:ext cx="931733" cy="241995"/>
            <a:chOff x="8483974" y="2715793"/>
            <a:chExt cx="931737" cy="241996"/>
          </a:xfrm>
        </p:grpSpPr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49CAE8D2-CCC6-FD6E-32C4-32049F25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" name="Button">
              <a:extLst>
                <a:ext uri="{FF2B5EF4-FFF2-40B4-BE49-F238E27FC236}">
                  <a16:creationId xmlns:a16="http://schemas.microsoft.com/office/drawing/2014/main" id="{ED3AE450-0FFD-C998-BA10-55CFA848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6905B447-1687-0F5E-0F75-7C3CA101FCDF}"/>
              </a:ext>
            </a:extLst>
          </p:cNvPr>
          <p:cNvGrpSpPr/>
          <p:nvPr/>
        </p:nvGrpSpPr>
        <p:grpSpPr>
          <a:xfrm>
            <a:off x="8567307" y="5195097"/>
            <a:ext cx="931731" cy="241996"/>
            <a:chOff x="8645886" y="3904791"/>
            <a:chExt cx="931735" cy="241997"/>
          </a:xfrm>
        </p:grpSpPr>
        <p:sp>
          <p:nvSpPr>
            <p:cNvPr id="18" name="Button">
              <a:extLst>
                <a:ext uri="{FF2B5EF4-FFF2-40B4-BE49-F238E27FC236}">
                  <a16:creationId xmlns:a16="http://schemas.microsoft.com/office/drawing/2014/main" id="{1EB763A7-ABCC-FC9E-F361-97EC8627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5886" y="3904791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Button">
              <a:extLst>
                <a:ext uri="{FF2B5EF4-FFF2-40B4-BE49-F238E27FC236}">
                  <a16:creationId xmlns:a16="http://schemas.microsoft.com/office/drawing/2014/main" id="{1E7D2E67-3871-4226-78CE-4A382A2F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0068" y="3904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F2291D9E-D11F-64F6-2B18-F834034290D5}"/>
              </a:ext>
            </a:extLst>
          </p:cNvPr>
          <p:cNvGrpSpPr/>
          <p:nvPr/>
        </p:nvGrpSpPr>
        <p:grpSpPr>
          <a:xfrm>
            <a:off x="8567961" y="5767038"/>
            <a:ext cx="931734" cy="242003"/>
            <a:chOff x="8645878" y="4159552"/>
            <a:chExt cx="931738" cy="242004"/>
          </a:xfrm>
        </p:grpSpPr>
        <p:sp>
          <p:nvSpPr>
            <p:cNvPr id="32" name="Button">
              <a:extLst>
                <a:ext uri="{FF2B5EF4-FFF2-40B4-BE49-F238E27FC236}">
                  <a16:creationId xmlns:a16="http://schemas.microsoft.com/office/drawing/2014/main" id="{F5153146-D2C3-F508-ECA5-4A93B37D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5878" y="41595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599E2333-5568-0069-36CE-051E9834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0063" y="4159561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0" name="Button">
            <a:extLst>
              <a:ext uri="{FF2B5EF4-FFF2-40B4-BE49-F238E27FC236}">
                <a16:creationId xmlns:a16="http://schemas.microsoft.com/office/drawing/2014/main" id="{D0031EDA-DBF7-AD03-C0FD-911F83A35EDE}"/>
              </a:ext>
            </a:extLst>
          </p:cNvPr>
          <p:cNvSpPr>
            <a:spLocks/>
          </p:cNvSpPr>
          <p:nvPr/>
        </p:nvSpPr>
        <p:spPr bwMode="auto">
          <a:xfrm>
            <a:off x="8814215" y="6298819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9" name="Placeholder">
            <a:extLst>
              <a:ext uri="{FF2B5EF4-FFF2-40B4-BE49-F238E27FC236}">
                <a16:creationId xmlns:a16="http://schemas.microsoft.com/office/drawing/2014/main" id="{0B1DE025-9874-5F46-2DE4-E72D8517FE11}"/>
              </a:ext>
            </a:extLst>
          </p:cNvPr>
          <p:cNvGrpSpPr>
            <a:grpSpLocks noChangeAspect="1"/>
          </p:cNvGrpSpPr>
          <p:nvPr/>
        </p:nvGrpSpPr>
        <p:grpSpPr>
          <a:xfrm>
            <a:off x="3003175" y="3320557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0" name="Border">
              <a:extLst>
                <a:ext uri="{FF2B5EF4-FFF2-40B4-BE49-F238E27FC236}">
                  <a16:creationId xmlns:a16="http://schemas.microsoft.com/office/drawing/2014/main" id="{651A8D63-9AAE-4010-03A6-73EFD899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Picture">
              <a:extLst>
                <a:ext uri="{FF2B5EF4-FFF2-40B4-BE49-F238E27FC236}">
                  <a16:creationId xmlns:a16="http://schemas.microsoft.com/office/drawing/2014/main" id="{1A1336A7-01D0-6C10-B38B-922249F1B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Placeholder">
            <a:extLst>
              <a:ext uri="{FF2B5EF4-FFF2-40B4-BE49-F238E27FC236}">
                <a16:creationId xmlns:a16="http://schemas.microsoft.com/office/drawing/2014/main" id="{EA93F233-3B34-78DD-353B-07D326057EA1}"/>
              </a:ext>
            </a:extLst>
          </p:cNvPr>
          <p:cNvGrpSpPr>
            <a:grpSpLocks noChangeAspect="1"/>
          </p:cNvGrpSpPr>
          <p:nvPr/>
        </p:nvGrpSpPr>
        <p:grpSpPr>
          <a:xfrm>
            <a:off x="3007312" y="3881024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4" name="Border">
              <a:extLst>
                <a:ext uri="{FF2B5EF4-FFF2-40B4-BE49-F238E27FC236}">
                  <a16:creationId xmlns:a16="http://schemas.microsoft.com/office/drawing/2014/main" id="{7354AA41-2D0A-419C-4393-285040A1E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Picture">
              <a:extLst>
                <a:ext uri="{FF2B5EF4-FFF2-40B4-BE49-F238E27FC236}">
                  <a16:creationId xmlns:a16="http://schemas.microsoft.com/office/drawing/2014/main" id="{A3992697-AC28-E307-7277-FFBB49CC21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" name="Placeholder">
            <a:extLst>
              <a:ext uri="{FF2B5EF4-FFF2-40B4-BE49-F238E27FC236}">
                <a16:creationId xmlns:a16="http://schemas.microsoft.com/office/drawing/2014/main" id="{6AE05D2B-FFC7-7C62-592B-A8DE004991E2}"/>
              </a:ext>
            </a:extLst>
          </p:cNvPr>
          <p:cNvGrpSpPr>
            <a:grpSpLocks noChangeAspect="1"/>
          </p:cNvGrpSpPr>
          <p:nvPr/>
        </p:nvGrpSpPr>
        <p:grpSpPr>
          <a:xfrm>
            <a:off x="3003175" y="4497253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7" name="Border">
              <a:extLst>
                <a:ext uri="{FF2B5EF4-FFF2-40B4-BE49-F238E27FC236}">
                  <a16:creationId xmlns:a16="http://schemas.microsoft.com/office/drawing/2014/main" id="{828B0738-EDA9-B222-9365-95791F56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Picture">
              <a:extLst>
                <a:ext uri="{FF2B5EF4-FFF2-40B4-BE49-F238E27FC236}">
                  <a16:creationId xmlns:a16="http://schemas.microsoft.com/office/drawing/2014/main" id="{7DD4EBF6-92AD-A92F-A200-A343BA22E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2" name="Placeholder">
            <a:extLst>
              <a:ext uri="{FF2B5EF4-FFF2-40B4-BE49-F238E27FC236}">
                <a16:creationId xmlns:a16="http://schemas.microsoft.com/office/drawing/2014/main" id="{9E60BCAF-5F40-5687-9FBA-6D6320498D33}"/>
              </a:ext>
            </a:extLst>
          </p:cNvPr>
          <p:cNvGrpSpPr>
            <a:grpSpLocks noChangeAspect="1"/>
          </p:cNvGrpSpPr>
          <p:nvPr/>
        </p:nvGrpSpPr>
        <p:grpSpPr>
          <a:xfrm>
            <a:off x="3003175" y="5077664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63" name="Border">
              <a:extLst>
                <a:ext uri="{FF2B5EF4-FFF2-40B4-BE49-F238E27FC236}">
                  <a16:creationId xmlns:a16="http://schemas.microsoft.com/office/drawing/2014/main" id="{220084A9-77AF-255A-414D-0DFCB7925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Picture">
              <a:extLst>
                <a:ext uri="{FF2B5EF4-FFF2-40B4-BE49-F238E27FC236}">
                  <a16:creationId xmlns:a16="http://schemas.microsoft.com/office/drawing/2014/main" id="{497B8110-9306-7F04-00E3-45BEC879C0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Placeholder">
            <a:extLst>
              <a:ext uri="{FF2B5EF4-FFF2-40B4-BE49-F238E27FC236}">
                <a16:creationId xmlns:a16="http://schemas.microsoft.com/office/drawing/2014/main" id="{1D32AF2A-0DEF-43CC-1B2B-A8A6051A755C}"/>
              </a:ext>
            </a:extLst>
          </p:cNvPr>
          <p:cNvGrpSpPr>
            <a:grpSpLocks noChangeAspect="1"/>
          </p:cNvGrpSpPr>
          <p:nvPr/>
        </p:nvGrpSpPr>
        <p:grpSpPr>
          <a:xfrm>
            <a:off x="3003175" y="5651652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67" name="Border">
              <a:extLst>
                <a:ext uri="{FF2B5EF4-FFF2-40B4-BE49-F238E27FC236}">
                  <a16:creationId xmlns:a16="http://schemas.microsoft.com/office/drawing/2014/main" id="{C715B68D-FE3E-9DF6-BCCD-48C26DC5F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Picture">
              <a:extLst>
                <a:ext uri="{FF2B5EF4-FFF2-40B4-BE49-F238E27FC236}">
                  <a16:creationId xmlns:a16="http://schemas.microsoft.com/office/drawing/2014/main" id="{8B636B45-4F16-BCF9-259E-3DD0BCA82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9B919252-FBDC-2AD7-369A-55DFD3DD081E}"/>
              </a:ext>
            </a:extLst>
          </p:cNvPr>
          <p:cNvSpPr txBox="1"/>
          <p:nvPr/>
        </p:nvSpPr>
        <p:spPr>
          <a:xfrm>
            <a:off x="43902" y="815455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배너 관리</a:t>
            </a:r>
            <a:endParaRPr lang="ko-KR" altLang="en-US" sz="900" b="1" dirty="0"/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83F6CCFA-4780-EF17-D47C-4CFFF681E351}"/>
              </a:ext>
            </a:extLst>
          </p:cNvPr>
          <p:cNvGrpSpPr/>
          <p:nvPr/>
        </p:nvGrpSpPr>
        <p:grpSpPr>
          <a:xfrm>
            <a:off x="8439767" y="2396620"/>
            <a:ext cx="1269654" cy="252577"/>
            <a:chOff x="8363497" y="1823453"/>
            <a:chExt cx="1269654" cy="252577"/>
          </a:xfrm>
        </p:grpSpPr>
        <p:sp>
          <p:nvSpPr>
            <p:cNvPr id="52" name="Text Box">
              <a:extLst>
                <a:ext uri="{FF2B5EF4-FFF2-40B4-BE49-F238E27FC236}">
                  <a16:creationId xmlns:a16="http://schemas.microsoft.com/office/drawing/2014/main" id="{0BE5E51A-AEB1-11B5-2DF1-B4064BC8A28A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Chevron Down">
              <a:extLst>
                <a:ext uri="{FF2B5EF4-FFF2-40B4-BE49-F238E27FC236}">
                  <a16:creationId xmlns:a16="http://schemas.microsoft.com/office/drawing/2014/main" id="{A6E5175F-6A44-4E35-6862-E754E293FE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TextBox 30">
              <a:extLst>
                <a:ext uri="{FF2B5EF4-FFF2-40B4-BE49-F238E27FC236}">
                  <a16:creationId xmlns:a16="http://schemas.microsoft.com/office/drawing/2014/main" id="{8144D233-51C6-0DB4-EBEE-2A4BBCE5C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69" name="TextBox 30">
              <a:extLst>
                <a:ext uri="{FF2B5EF4-FFF2-40B4-BE49-F238E27FC236}">
                  <a16:creationId xmlns:a16="http://schemas.microsoft.com/office/drawing/2014/main" id="{A9ACADCE-132C-C266-1912-A3025AD59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TextBox 30">
            <a:extLst>
              <a:ext uri="{FF2B5EF4-FFF2-40B4-BE49-F238E27FC236}">
                <a16:creationId xmlns:a16="http://schemas.microsoft.com/office/drawing/2014/main" id="{DE08C920-2B2C-F693-495B-973042394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배너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D4D4DF-0215-3231-36DC-1BDF65AE6E15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배너 관리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6BFF6731-3DCB-F0BE-82DE-17B9111971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9984239"/>
              </p:ext>
            </p:extLst>
          </p:nvPr>
        </p:nvGraphicFramePr>
        <p:xfrm>
          <a:off x="122296" y="1088457"/>
          <a:ext cx="5908642" cy="9413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812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505318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검색어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7164825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노출여부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</a:tbl>
          </a:graphicData>
        </a:graphic>
      </p:graphicFrame>
      <p:sp>
        <p:nvSpPr>
          <p:cNvPr id="75" name="직사각형 74">
            <a:extLst>
              <a:ext uri="{FF2B5EF4-FFF2-40B4-BE49-F238E27FC236}">
                <a16:creationId xmlns:a16="http://schemas.microsoft.com/office/drawing/2014/main" id="{665ED5F9-4835-113A-9416-7594EBF45613}"/>
              </a:ext>
            </a:extLst>
          </p:cNvPr>
          <p:cNvSpPr/>
          <p:nvPr/>
        </p:nvSpPr>
        <p:spPr>
          <a:xfrm>
            <a:off x="5000156" y="1119903"/>
            <a:ext cx="974897" cy="85862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76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D3F5B663-EF12-A99E-B7F5-DD3292713D4D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412008" y="1756099"/>
            <a:ext cx="1016704" cy="241092"/>
            <a:chOff x="595686" y="1221834"/>
            <a:chExt cx="1368150" cy="319910"/>
          </a:xfrm>
          <a:solidFill>
            <a:srgbClr val="FFFFFF"/>
          </a:solidFill>
        </p:grpSpPr>
        <p:sp>
          <p:nvSpPr>
            <p:cNvPr id="77" name="Text Box">
              <a:extLst>
                <a:ext uri="{FF2B5EF4-FFF2-40B4-BE49-F238E27FC236}">
                  <a16:creationId xmlns:a16="http://schemas.microsoft.com/office/drawing/2014/main" id="{41DB2C60-B770-0C45-D9E0-0410DA066EA6}"/>
                </a:ext>
              </a:extLst>
            </p:cNvPr>
            <p:cNvSpPr/>
            <p:nvPr/>
          </p:nvSpPr>
          <p:spPr>
            <a:xfrm>
              <a:off x="595686" y="1221834"/>
              <a:ext cx="1368150" cy="31991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Y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D3B25DA-C1F9-7E25-63FE-0B581459F3F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1809082" y="1357788"/>
              <a:ext cx="86134" cy="48004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AECBBCB3-58F0-4824-0000-F3525CC2B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7579416"/>
              </p:ext>
            </p:extLst>
          </p:nvPr>
        </p:nvGraphicFramePr>
        <p:xfrm>
          <a:off x="9693985" y="295164"/>
          <a:ext cx="2498015" cy="451873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배너를 등록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수정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삭제하는 관리 페이지입니다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메인 배너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브런치 무비톡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유튜브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미디어체험배너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제목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Y / N &lt;radio&gt;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No,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3140633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7227623"/>
                  </a:ext>
                </a:extLst>
              </a:tr>
            </a:tbl>
          </a:graphicData>
        </a:graphic>
      </p:graphicFrame>
      <p:sp>
        <p:nvSpPr>
          <p:cNvPr id="4" name="Button">
            <a:extLst>
              <a:ext uri="{FF2B5EF4-FFF2-40B4-BE49-F238E27FC236}">
                <a16:creationId xmlns:a16="http://schemas.microsoft.com/office/drawing/2014/main" id="{80CA9588-D878-E62B-A0CE-71958AC049B3}"/>
              </a:ext>
            </a:extLst>
          </p:cNvPr>
          <p:cNvSpPr>
            <a:spLocks/>
          </p:cNvSpPr>
          <p:nvPr/>
        </p:nvSpPr>
        <p:spPr bwMode="auto">
          <a:xfrm>
            <a:off x="8060871" y="6304042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" name="Pagination">
            <a:extLst>
              <a:ext uri="{FF2B5EF4-FFF2-40B4-BE49-F238E27FC236}">
                <a16:creationId xmlns:a16="http://schemas.microsoft.com/office/drawing/2014/main" id="{918FD544-0F0B-AD0E-92BC-D812193AE1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2246" y="6583619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926E416F-E0D5-A3EC-7EF3-60A1AB9BB209}"/>
              </a:ext>
            </a:extLst>
          </p:cNvPr>
          <p:cNvSpPr/>
          <p:nvPr/>
        </p:nvSpPr>
        <p:spPr>
          <a:xfrm>
            <a:off x="672957" y="86246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8E767B79-0B2F-DA95-36B5-4B5CA8FA75DF}"/>
              </a:ext>
            </a:extLst>
          </p:cNvPr>
          <p:cNvGrpSpPr/>
          <p:nvPr/>
        </p:nvGrpSpPr>
        <p:grpSpPr>
          <a:xfrm>
            <a:off x="1412008" y="1109881"/>
            <a:ext cx="3510948" cy="260995"/>
            <a:chOff x="1626812" y="1811572"/>
            <a:chExt cx="3510948" cy="260995"/>
          </a:xfrm>
        </p:grpSpPr>
        <p:grpSp>
          <p:nvGrpSpPr>
            <p:cNvPr id="20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F1AD9FDE-53FE-9C70-A1C9-AB0E219D0B3A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1626812" y="1817482"/>
              <a:ext cx="816238" cy="249177"/>
              <a:chOff x="584362" y="1155975"/>
              <a:chExt cx="1368150" cy="395090"/>
            </a:xfrm>
            <a:solidFill>
              <a:srgbClr val="FFFFFF"/>
            </a:solidFill>
          </p:grpSpPr>
          <p:sp>
            <p:nvSpPr>
              <p:cNvPr id="21" name="Text Box">
                <a:extLst>
                  <a:ext uri="{FF2B5EF4-FFF2-40B4-BE49-F238E27FC236}">
                    <a16:creationId xmlns:a16="http://schemas.microsoft.com/office/drawing/2014/main" id="{304C69A3-22A8-B894-6E20-33F09D8D05C7}"/>
                  </a:ext>
                </a:extLst>
              </p:cNvPr>
              <p:cNvSpPr/>
              <p:nvPr/>
            </p:nvSpPr>
            <p:spPr>
              <a:xfrm>
                <a:off x="584362" y="1155975"/>
                <a:ext cx="1368150" cy="395090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AB1926C-3CFE-4721-AF46-401831309758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flipH="1">
                <a:off x="1780982" y="1361391"/>
                <a:ext cx="103518" cy="40798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" name="Panel">
              <a:extLst>
                <a:ext uri="{FF2B5EF4-FFF2-40B4-BE49-F238E27FC236}">
                  <a16:creationId xmlns:a16="http://schemas.microsoft.com/office/drawing/2014/main" id="{DE7C4BF0-D988-EA2B-DD8E-E72C3F8699D7}"/>
                </a:ext>
              </a:extLst>
            </p:cNvPr>
            <p:cNvSpPr/>
            <p:nvPr/>
          </p:nvSpPr>
          <p:spPr>
            <a:xfrm>
              <a:off x="2520250" y="1811572"/>
              <a:ext cx="2617510" cy="26099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8724822D-B994-A531-DE2B-501048C345A7}"/>
              </a:ext>
            </a:extLst>
          </p:cNvPr>
          <p:cNvGrpSpPr/>
          <p:nvPr/>
        </p:nvGrpSpPr>
        <p:grpSpPr>
          <a:xfrm>
            <a:off x="1412008" y="1417987"/>
            <a:ext cx="3510948" cy="260995"/>
            <a:chOff x="1412008" y="1438970"/>
            <a:chExt cx="3510948" cy="260995"/>
          </a:xfrm>
        </p:grpSpPr>
        <p:grpSp>
          <p:nvGrpSpPr>
            <p:cNvPr id="25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C535703C-E9DD-FC92-D1C9-CFAEEF430F3B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1412008" y="1444880"/>
              <a:ext cx="816238" cy="249177"/>
              <a:chOff x="584362" y="1155975"/>
              <a:chExt cx="1368150" cy="395090"/>
            </a:xfrm>
            <a:solidFill>
              <a:srgbClr val="FFFFFF"/>
            </a:solidFill>
          </p:grpSpPr>
          <p:sp>
            <p:nvSpPr>
              <p:cNvPr id="26" name="Text Box">
                <a:extLst>
                  <a:ext uri="{FF2B5EF4-FFF2-40B4-BE49-F238E27FC236}">
                    <a16:creationId xmlns:a16="http://schemas.microsoft.com/office/drawing/2014/main" id="{EE302122-73B4-3EC0-8C17-243717F699BE}"/>
                  </a:ext>
                </a:extLst>
              </p:cNvPr>
              <p:cNvSpPr/>
              <p:nvPr/>
            </p:nvSpPr>
            <p:spPr>
              <a:xfrm>
                <a:off x="584362" y="1155975"/>
                <a:ext cx="1368150" cy="395090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256032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1F8299-203F-5857-5C1D-B17444A10D91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1780982" y="1361391"/>
                <a:ext cx="103518" cy="40798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" name="Panel">
              <a:extLst>
                <a:ext uri="{FF2B5EF4-FFF2-40B4-BE49-F238E27FC236}">
                  <a16:creationId xmlns:a16="http://schemas.microsoft.com/office/drawing/2014/main" id="{61B968F1-FD2A-2914-8013-A44AF6A3A811}"/>
                </a:ext>
              </a:extLst>
            </p:cNvPr>
            <p:cNvSpPr/>
            <p:nvPr/>
          </p:nvSpPr>
          <p:spPr>
            <a:xfrm>
              <a:off x="2305446" y="1438970"/>
              <a:ext cx="2617510" cy="26099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1">
                <a:defRPr/>
              </a:pPr>
              <a:endPara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97CA8D9-0A4F-B601-DDBE-F94F41D99189}"/>
              </a:ext>
            </a:extLst>
          </p:cNvPr>
          <p:cNvSpPr/>
          <p:nvPr/>
        </p:nvSpPr>
        <p:spPr>
          <a:xfrm>
            <a:off x="43902" y="263771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35" name="직사각형 60">
            <a:extLst>
              <a:ext uri="{FF2B5EF4-FFF2-40B4-BE49-F238E27FC236}">
                <a16:creationId xmlns:a16="http://schemas.microsoft.com/office/drawing/2014/main" id="{3E53E69D-5D00-7C34-91ED-AD99315CC096}"/>
              </a:ext>
            </a:extLst>
          </p:cNvPr>
          <p:cNvSpPr/>
          <p:nvPr/>
        </p:nvSpPr>
        <p:spPr>
          <a:xfrm>
            <a:off x="8878357" y="325064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36" name="직사각형 60">
            <a:extLst>
              <a:ext uri="{FF2B5EF4-FFF2-40B4-BE49-F238E27FC236}">
                <a16:creationId xmlns:a16="http://schemas.microsoft.com/office/drawing/2014/main" id="{62E55D55-61D4-4E34-DD3C-9D9DDA54A731}"/>
              </a:ext>
            </a:extLst>
          </p:cNvPr>
          <p:cNvSpPr/>
          <p:nvPr/>
        </p:nvSpPr>
        <p:spPr>
          <a:xfrm>
            <a:off x="8060871" y="611647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01554896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21E86CF-1655-A040-7CC8-7616EF4DFC05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배너 관리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5" name="TextBox 30">
            <a:extLst>
              <a:ext uri="{FF2B5EF4-FFF2-40B4-BE49-F238E27FC236}">
                <a16:creationId xmlns:a16="http://schemas.microsoft.com/office/drawing/2014/main" id="{A4E0629E-A539-6607-F476-A5D0E0404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배너 관리</a:t>
            </a:r>
            <a:r>
              <a:rPr lang="en-US" altLang="ko-KR" sz="900" dirty="0"/>
              <a:t> 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892D366-F5F1-1E40-87A1-FEB6FFC2C8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6046486"/>
              </p:ext>
            </p:extLst>
          </p:nvPr>
        </p:nvGraphicFramePr>
        <p:xfrm>
          <a:off x="539697" y="1201679"/>
          <a:ext cx="7399923" cy="221589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9881">
                  <a:extLst>
                    <a:ext uri="{9D8B030D-6E8A-4147-A177-3AD203B41FA5}">
                      <a16:colId xmlns:a16="http://schemas.microsoft.com/office/drawing/2014/main" val="4145493058"/>
                    </a:ext>
                  </a:extLst>
                </a:gridCol>
                <a:gridCol w="6330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93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107516"/>
                  </a:ext>
                </a:extLst>
              </a:tr>
              <a:tr h="3693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이미지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1794264"/>
                  </a:ext>
                </a:extLst>
              </a:tr>
              <a:tr h="3693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7060289"/>
                  </a:ext>
                </a:extLst>
              </a:tr>
              <a:tr h="3693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링크</a:t>
                      </a:r>
                      <a:r>
                        <a:rPr lang="en-US" altLang="ko-KR" sz="900" b="0" dirty="0"/>
                        <a:t>(URL)</a:t>
                      </a:r>
                      <a:endParaRPr lang="ko-KR" altLang="en-US" sz="9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0470148"/>
                  </a:ext>
                </a:extLst>
              </a:tr>
              <a:tr h="3693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노출여부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245396"/>
                  </a:ext>
                </a:extLst>
              </a:tr>
              <a:tr h="3693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/>
                        <a:t> 2024.09.30</a:t>
                      </a:r>
                      <a:endParaRPr lang="ko-KR" altLang="en-US" sz="900" b="0" dirty="0"/>
                    </a:p>
                  </a:txBody>
                  <a:tcPr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886079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570E0F1-C5DC-980F-619C-215E25DC46AF}"/>
              </a:ext>
            </a:extLst>
          </p:cNvPr>
          <p:cNvSpPr txBox="1"/>
          <p:nvPr/>
        </p:nvSpPr>
        <p:spPr>
          <a:xfrm>
            <a:off x="465033" y="916741"/>
            <a:ext cx="3214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latinLnBrk="1"/>
            <a:r>
              <a:rPr lang="ko-KR" altLang="en-US" sz="900" b="1" dirty="0"/>
              <a:t>배너</a:t>
            </a:r>
            <a:r>
              <a:rPr lang="en-US" altLang="ko-KR" b="1" dirty="0"/>
              <a:t> </a:t>
            </a:r>
            <a:r>
              <a:rPr lang="ko-KR" altLang="en-US" b="1" dirty="0"/>
              <a:t>등록</a:t>
            </a:r>
            <a:endParaRPr lang="ko-KR" altLang="en-US" sz="900" b="1" dirty="0"/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0F08DE81-B23E-9E17-CD15-6D771F1B2749}"/>
              </a:ext>
            </a:extLst>
          </p:cNvPr>
          <p:cNvGrpSpPr/>
          <p:nvPr/>
        </p:nvGrpSpPr>
        <p:grpSpPr>
          <a:xfrm>
            <a:off x="1686536" y="2725950"/>
            <a:ext cx="857065" cy="212366"/>
            <a:chOff x="1828943" y="3874542"/>
            <a:chExt cx="857065" cy="212366"/>
          </a:xfrm>
        </p:grpSpPr>
        <p:grpSp>
          <p:nvGrpSpPr>
            <p:cNvPr id="9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5C7B3A60-545D-0329-F948-7688533F0515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1828943" y="3874542"/>
              <a:ext cx="345203" cy="212366"/>
              <a:chOff x="593892" y="1585163"/>
              <a:chExt cx="345203" cy="212366"/>
            </a:xfrm>
          </p:grpSpPr>
          <p:sp>
            <p:nvSpPr>
              <p:cNvPr id="10" name="Circle">
                <a:extLst>
                  <a:ext uri="{FF2B5EF4-FFF2-40B4-BE49-F238E27FC236}">
                    <a16:creationId xmlns:a16="http://schemas.microsoft.com/office/drawing/2014/main" id="{64C3935C-93CC-FF6A-113B-291AB4FF2649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" name="Label">
                <a:extLst>
                  <a:ext uri="{FF2B5EF4-FFF2-40B4-BE49-F238E27FC236}">
                    <a16:creationId xmlns:a16="http://schemas.microsoft.com/office/drawing/2014/main" id="{09C560A9-4394-8D11-EF6C-47C4D93AFFA7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211853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Y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3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E2AEF4B2-7576-90D4-E371-B4C11CB09990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2318363" y="3874542"/>
              <a:ext cx="367645" cy="212366"/>
              <a:chOff x="593892" y="1585163"/>
              <a:chExt cx="367645" cy="212366"/>
            </a:xfrm>
          </p:grpSpPr>
          <p:sp>
            <p:nvSpPr>
              <p:cNvPr id="14" name="Circle">
                <a:extLst>
                  <a:ext uri="{FF2B5EF4-FFF2-40B4-BE49-F238E27FC236}">
                    <a16:creationId xmlns:a16="http://schemas.microsoft.com/office/drawing/2014/main" id="{40ABDF2D-FFAC-2752-4D6F-973F30D58287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Check" hidden="1">
                <a:extLst>
                  <a:ext uri="{FF2B5EF4-FFF2-40B4-BE49-F238E27FC236}">
                    <a16:creationId xmlns:a16="http://schemas.microsoft.com/office/drawing/2014/main" id="{644B8B03-C34B-EAB3-F09A-C9F83CBA078C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Label">
                <a:extLst>
                  <a:ext uri="{FF2B5EF4-FFF2-40B4-BE49-F238E27FC236}">
                    <a16:creationId xmlns:a16="http://schemas.microsoft.com/office/drawing/2014/main" id="{AA86373F-842C-F4E3-6200-5767AD01140B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234295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8" name="Button">
            <a:extLst>
              <a:ext uri="{FF2B5EF4-FFF2-40B4-BE49-F238E27FC236}">
                <a16:creationId xmlns:a16="http://schemas.microsoft.com/office/drawing/2014/main" id="{8EF739CB-3B4F-8DE2-7A06-A28FC6F589A4}"/>
              </a:ext>
            </a:extLst>
          </p:cNvPr>
          <p:cNvSpPr>
            <a:spLocks/>
          </p:cNvSpPr>
          <p:nvPr/>
        </p:nvSpPr>
        <p:spPr bwMode="auto">
          <a:xfrm>
            <a:off x="1692732" y="1633484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첨부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57B11D0-3AB4-78CD-D814-125118C0CC0A}"/>
              </a:ext>
            </a:extLst>
          </p:cNvPr>
          <p:cNvSpPr/>
          <p:nvPr/>
        </p:nvSpPr>
        <p:spPr>
          <a:xfrm>
            <a:off x="283674" y="1240024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66A09F-6A43-B0ED-5D35-A5BBFEDB6D6E}"/>
              </a:ext>
            </a:extLst>
          </p:cNvPr>
          <p:cNvSpPr/>
          <p:nvPr/>
        </p:nvSpPr>
        <p:spPr>
          <a:xfrm>
            <a:off x="288533" y="1649594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2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1D13460-EF47-70D0-BC8B-50C30B404E2C}"/>
              </a:ext>
            </a:extLst>
          </p:cNvPr>
          <p:cNvSpPr/>
          <p:nvPr/>
        </p:nvSpPr>
        <p:spPr>
          <a:xfrm>
            <a:off x="307226" y="2798093"/>
            <a:ext cx="315614" cy="169657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3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86EC4F5-6C84-9CC9-6079-F81AC9E6F6A1}"/>
              </a:ext>
            </a:extLst>
          </p:cNvPr>
          <p:cNvSpPr/>
          <p:nvPr/>
        </p:nvSpPr>
        <p:spPr>
          <a:xfrm>
            <a:off x="1677910" y="2011968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093BFE3-C837-B52C-61D7-4249C2FE1268}"/>
              </a:ext>
            </a:extLst>
          </p:cNvPr>
          <p:cNvSpPr/>
          <p:nvPr/>
        </p:nvSpPr>
        <p:spPr>
          <a:xfrm>
            <a:off x="1677910" y="2376130"/>
            <a:ext cx="3035708" cy="22586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Button">
            <a:extLst>
              <a:ext uri="{FF2B5EF4-FFF2-40B4-BE49-F238E27FC236}">
                <a16:creationId xmlns:a16="http://schemas.microsoft.com/office/drawing/2014/main" id="{F4720EA0-9A2B-7130-8682-F94E9AA255A4}"/>
              </a:ext>
            </a:extLst>
          </p:cNvPr>
          <p:cNvSpPr>
            <a:spLocks/>
          </p:cNvSpPr>
          <p:nvPr/>
        </p:nvSpPr>
        <p:spPr bwMode="auto">
          <a:xfrm>
            <a:off x="6452457" y="350592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" name="Button">
            <a:extLst>
              <a:ext uri="{FF2B5EF4-FFF2-40B4-BE49-F238E27FC236}">
                <a16:creationId xmlns:a16="http://schemas.microsoft.com/office/drawing/2014/main" id="{AE424D6E-F663-BDF1-EF5A-88951ED082BD}"/>
              </a:ext>
            </a:extLst>
          </p:cNvPr>
          <p:cNvSpPr>
            <a:spLocks/>
          </p:cNvSpPr>
          <p:nvPr/>
        </p:nvSpPr>
        <p:spPr bwMode="auto">
          <a:xfrm>
            <a:off x="7257407" y="3505926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Button">
            <a:extLst>
              <a:ext uri="{FF2B5EF4-FFF2-40B4-BE49-F238E27FC236}">
                <a16:creationId xmlns:a16="http://schemas.microsoft.com/office/drawing/2014/main" id="{B5BCE74F-A3AF-7E1C-C886-98BDEEB0F26D}"/>
              </a:ext>
            </a:extLst>
          </p:cNvPr>
          <p:cNvSpPr>
            <a:spLocks/>
          </p:cNvSpPr>
          <p:nvPr/>
        </p:nvSpPr>
        <p:spPr bwMode="auto">
          <a:xfrm>
            <a:off x="539697" y="3505926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D9C3450B-5116-DAB5-89D3-E806EC784AD9}"/>
              </a:ext>
            </a:extLst>
          </p:cNvPr>
          <p:cNvGrpSpPr/>
          <p:nvPr/>
        </p:nvGrpSpPr>
        <p:grpSpPr>
          <a:xfrm>
            <a:off x="1686536" y="1287882"/>
            <a:ext cx="774808" cy="212366"/>
            <a:chOff x="2192961" y="1297266"/>
            <a:chExt cx="774808" cy="212366"/>
          </a:xfrm>
        </p:grpSpPr>
        <p:sp>
          <p:nvSpPr>
            <p:cNvPr id="30" name="Circle">
              <a:extLst>
                <a:ext uri="{FF2B5EF4-FFF2-40B4-BE49-F238E27FC236}">
                  <a16:creationId xmlns:a16="http://schemas.microsoft.com/office/drawing/2014/main" id="{A3333898-BFF8-E9D6-6FCD-C9F978D9B321}"/>
                </a:ext>
              </a:extLst>
            </p:cNvPr>
            <p:cNvSpPr/>
            <p:nvPr/>
          </p:nvSpPr>
          <p:spPr>
            <a:xfrm>
              <a:off x="2192961" y="1336774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Label">
              <a:extLst>
                <a:ext uri="{FF2B5EF4-FFF2-40B4-BE49-F238E27FC236}">
                  <a16:creationId xmlns:a16="http://schemas.microsoft.com/office/drawing/2014/main" id="{B12CB0AD-4F0C-965C-CEEC-27D303A509A6}"/>
                </a:ext>
              </a:extLst>
            </p:cNvPr>
            <p:cNvSpPr txBox="1"/>
            <p:nvPr/>
          </p:nvSpPr>
          <p:spPr>
            <a:xfrm>
              <a:off x="2326311" y="1297266"/>
              <a:ext cx="64145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메인 배너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ECFAE348-ED7B-FCCC-AD83-766E0072A585}"/>
              </a:ext>
            </a:extLst>
          </p:cNvPr>
          <p:cNvGrpSpPr/>
          <p:nvPr/>
        </p:nvGrpSpPr>
        <p:grpSpPr>
          <a:xfrm>
            <a:off x="2427871" y="1287882"/>
            <a:ext cx="1005640" cy="212366"/>
            <a:chOff x="2629362" y="1297266"/>
            <a:chExt cx="1005640" cy="212366"/>
          </a:xfrm>
        </p:grpSpPr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3F91490E-471B-4192-66CA-6D2958D77999}"/>
                </a:ext>
              </a:extLst>
            </p:cNvPr>
            <p:cNvGrpSpPr/>
            <p:nvPr/>
          </p:nvGrpSpPr>
          <p:grpSpPr>
            <a:xfrm>
              <a:off x="2629362" y="1297266"/>
              <a:ext cx="1005640" cy="212366"/>
              <a:chOff x="2617303" y="4444471"/>
              <a:chExt cx="1005640" cy="212366"/>
            </a:xfrm>
          </p:grpSpPr>
          <p:sp>
            <p:nvSpPr>
              <p:cNvPr id="27" name="Circle">
                <a:extLst>
                  <a:ext uri="{FF2B5EF4-FFF2-40B4-BE49-F238E27FC236}">
                    <a16:creationId xmlns:a16="http://schemas.microsoft.com/office/drawing/2014/main" id="{027C7C5D-511A-BB88-A440-D8977B798EC4}"/>
                  </a:ext>
                </a:extLst>
              </p:cNvPr>
              <p:cNvSpPr/>
              <p:nvPr/>
            </p:nvSpPr>
            <p:spPr>
              <a:xfrm>
                <a:off x="2617303" y="4483979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Check" hidden="1">
                <a:extLst>
                  <a:ext uri="{FF2B5EF4-FFF2-40B4-BE49-F238E27FC236}">
                    <a16:creationId xmlns:a16="http://schemas.microsoft.com/office/drawing/2014/main" id="{63604A75-6FEE-8A96-55FB-9074E50D0BC2}"/>
                  </a:ext>
                </a:extLst>
              </p:cNvPr>
              <p:cNvSpPr/>
              <p:nvPr/>
            </p:nvSpPr>
            <p:spPr>
              <a:xfrm>
                <a:off x="2654609" y="4521285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" name="Label">
                <a:extLst>
                  <a:ext uri="{FF2B5EF4-FFF2-40B4-BE49-F238E27FC236}">
                    <a16:creationId xmlns:a16="http://schemas.microsoft.com/office/drawing/2014/main" id="{FBEFE80F-13B7-49AA-BFD6-9CABAEFF5D29}"/>
                  </a:ext>
                </a:extLst>
              </p:cNvPr>
              <p:cNvSpPr txBox="1"/>
              <p:nvPr/>
            </p:nvSpPr>
            <p:spPr>
              <a:xfrm>
                <a:off x="2750653" y="4444471"/>
                <a:ext cx="872290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브런치 무비톡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" name="Check">
              <a:extLst>
                <a:ext uri="{FF2B5EF4-FFF2-40B4-BE49-F238E27FC236}">
                  <a16:creationId xmlns:a16="http://schemas.microsoft.com/office/drawing/2014/main" id="{90384DC2-D2FD-8E9D-D187-3D08F9FDDE97}"/>
                </a:ext>
              </a:extLst>
            </p:cNvPr>
            <p:cNvSpPr/>
            <p:nvPr/>
          </p:nvSpPr>
          <p:spPr>
            <a:xfrm>
              <a:off x="2666602" y="1374080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A4617F7-42D5-56E1-8FA7-5125517FEF63}"/>
              </a:ext>
            </a:extLst>
          </p:cNvPr>
          <p:cNvGrpSpPr/>
          <p:nvPr/>
        </p:nvGrpSpPr>
        <p:grpSpPr>
          <a:xfrm>
            <a:off x="3441975" y="1287882"/>
            <a:ext cx="1153116" cy="212366"/>
            <a:chOff x="2192961" y="1297266"/>
            <a:chExt cx="1153116" cy="212366"/>
          </a:xfrm>
        </p:grpSpPr>
        <p:sp>
          <p:nvSpPr>
            <p:cNvPr id="23" name="Circle">
              <a:extLst>
                <a:ext uri="{FF2B5EF4-FFF2-40B4-BE49-F238E27FC236}">
                  <a16:creationId xmlns:a16="http://schemas.microsoft.com/office/drawing/2014/main" id="{6043E706-D252-9FE3-1D97-0FADA561E6C0}"/>
                </a:ext>
              </a:extLst>
            </p:cNvPr>
            <p:cNvSpPr/>
            <p:nvPr/>
          </p:nvSpPr>
          <p:spPr>
            <a:xfrm>
              <a:off x="2192961" y="1336774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Label">
              <a:extLst>
                <a:ext uri="{FF2B5EF4-FFF2-40B4-BE49-F238E27FC236}">
                  <a16:creationId xmlns:a16="http://schemas.microsoft.com/office/drawing/2014/main" id="{61977E07-A81C-7B1C-F98D-DE56E8357FA0}"/>
                </a:ext>
              </a:extLst>
            </p:cNvPr>
            <p:cNvSpPr txBox="1"/>
            <p:nvPr/>
          </p:nvSpPr>
          <p:spPr>
            <a:xfrm>
              <a:off x="2326311" y="1297266"/>
              <a:ext cx="101976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미디어 체험 배너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8FD36D0-60EB-3261-3D6D-FFADC4AC8558}"/>
              </a:ext>
            </a:extLst>
          </p:cNvPr>
          <p:cNvGrpSpPr/>
          <p:nvPr/>
        </p:nvGrpSpPr>
        <p:grpSpPr>
          <a:xfrm>
            <a:off x="4603717" y="1287882"/>
            <a:ext cx="627331" cy="212366"/>
            <a:chOff x="2192961" y="1297266"/>
            <a:chExt cx="627331" cy="212366"/>
          </a:xfrm>
        </p:grpSpPr>
        <p:sp>
          <p:nvSpPr>
            <p:cNvPr id="33" name="Circle">
              <a:extLst>
                <a:ext uri="{FF2B5EF4-FFF2-40B4-BE49-F238E27FC236}">
                  <a16:creationId xmlns:a16="http://schemas.microsoft.com/office/drawing/2014/main" id="{B62C5995-83D0-5559-CEF1-42FB4A1FF319}"/>
                </a:ext>
              </a:extLst>
            </p:cNvPr>
            <p:cNvSpPr/>
            <p:nvPr/>
          </p:nvSpPr>
          <p:spPr>
            <a:xfrm>
              <a:off x="2192961" y="1336774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Label">
              <a:extLst>
                <a:ext uri="{FF2B5EF4-FFF2-40B4-BE49-F238E27FC236}">
                  <a16:creationId xmlns:a16="http://schemas.microsoft.com/office/drawing/2014/main" id="{74E38948-4DE0-BA82-7A4C-0F31CB45BE9C}"/>
                </a:ext>
              </a:extLst>
            </p:cNvPr>
            <p:cNvSpPr txBox="1"/>
            <p:nvPr/>
          </p:nvSpPr>
          <p:spPr>
            <a:xfrm>
              <a:off x="2326311" y="1297266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유튜브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AD1B5B86-2B32-0041-1873-E26B0734A9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5042556"/>
              </p:ext>
            </p:extLst>
          </p:nvPr>
        </p:nvGraphicFramePr>
        <p:xfrm>
          <a:off x="9693985" y="295164"/>
          <a:ext cx="2498015" cy="371841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배너 정보를 등록 및 수정하는 </a:t>
                      </a:r>
                      <a:r>
                        <a:rPr lang="ko-KR" altLang="en-US" sz="800" b="1" dirty="0" err="1"/>
                        <a:t>상세페이지입니다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메인 배너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브런치 무비톡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유튜브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미디어체험배너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검색어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제목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/>
                        </a:rPr>
                        <a:t>&lt;select&gt;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Y / N &lt;radio&gt;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/>
                        </a:rPr>
                        <a:t>등록일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클릭하여 파일을 업로드 및 파일 삭제 할 수 있습니다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423873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 페이지에서 노출여부를 선택하는 기능입니다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노출은 기본적으로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지정됨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3140633"/>
                  </a:ext>
                </a:extLst>
              </a:tr>
            </a:tbl>
          </a:graphicData>
        </a:graphic>
      </p:graphicFrame>
      <p:sp>
        <p:nvSpPr>
          <p:cNvPr id="44" name="Button">
            <a:extLst>
              <a:ext uri="{FF2B5EF4-FFF2-40B4-BE49-F238E27FC236}">
                <a16:creationId xmlns:a16="http://schemas.microsoft.com/office/drawing/2014/main" id="{FC9D225F-BBFE-506D-BE86-5543996DA674}"/>
              </a:ext>
            </a:extLst>
          </p:cNvPr>
          <p:cNvSpPr>
            <a:spLocks/>
          </p:cNvSpPr>
          <p:nvPr/>
        </p:nvSpPr>
        <p:spPr bwMode="auto">
          <a:xfrm>
            <a:off x="2461344" y="1629368"/>
            <a:ext cx="477799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5" name="Check">
            <a:extLst>
              <a:ext uri="{FF2B5EF4-FFF2-40B4-BE49-F238E27FC236}">
                <a16:creationId xmlns:a16="http://schemas.microsoft.com/office/drawing/2014/main" id="{532D8896-1DB5-BB7D-D4FC-D8471BE9671A}"/>
              </a:ext>
            </a:extLst>
          </p:cNvPr>
          <p:cNvSpPr/>
          <p:nvPr/>
        </p:nvSpPr>
        <p:spPr>
          <a:xfrm>
            <a:off x="2213262" y="2803187"/>
            <a:ext cx="58738" cy="58738"/>
          </a:xfrm>
          <a:prstGeom prst="ellipse">
            <a:avLst/>
          </a:prstGeom>
          <a:solidFill>
            <a:srgbClr val="80808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527696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87C43A-7E2D-77EE-F4F2-C4691C2D9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Box 45">
            <a:extLst>
              <a:ext uri="{FF2B5EF4-FFF2-40B4-BE49-F238E27FC236}">
                <a16:creationId xmlns:a16="http://schemas.microsoft.com/office/drawing/2014/main" id="{A60D6A1C-225D-8DDA-75E8-840648BA31BD}"/>
              </a:ext>
            </a:extLst>
          </p:cNvPr>
          <p:cNvSpPr txBox="1"/>
          <p:nvPr/>
        </p:nvSpPr>
        <p:spPr>
          <a:xfrm>
            <a:off x="6578" y="2084037"/>
            <a:ext cx="652743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5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8D5D957-1791-D581-AB0A-DF324954122E}"/>
              </a:ext>
            </a:extLst>
          </p:cNvPr>
          <p:cNvSpPr/>
          <p:nvPr/>
        </p:nvSpPr>
        <p:spPr>
          <a:xfrm>
            <a:off x="122297" y="193477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08F9581-5784-3680-8537-E5B2C98EED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362934"/>
              </p:ext>
            </p:extLst>
          </p:nvPr>
        </p:nvGraphicFramePr>
        <p:xfrm>
          <a:off x="122296" y="2372406"/>
          <a:ext cx="9374132" cy="34923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1772">
                  <a:extLst>
                    <a:ext uri="{9D8B030D-6E8A-4147-A177-3AD203B41FA5}">
                      <a16:colId xmlns:a16="http://schemas.microsoft.com/office/drawing/2014/main" val="502259943"/>
                    </a:ext>
                  </a:extLst>
                </a:gridCol>
                <a:gridCol w="63341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340440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1340440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1791270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969028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852752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1049115">
                  <a:extLst>
                    <a:ext uri="{9D8B030D-6E8A-4147-A177-3AD203B41FA5}">
                      <a16:colId xmlns:a16="http://schemas.microsoft.com/office/drawing/2014/main" val="4024679468"/>
                    </a:ext>
                  </a:extLst>
                </a:gridCol>
                <a:gridCol w="1105905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</a:tblGrid>
              <a:tr h="56789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팝업타입 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이미지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팝업제목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시작일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종료일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등록일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레이어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레이어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팝업</a:t>
                      </a:r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  <a:tr h="5848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레이어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팝업제목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/>
                        <a:t>팝업</a:t>
                      </a:r>
                      <a:r>
                        <a:rPr lang="en-US" altLang="ko-KR" sz="800" b="0" dirty="0"/>
                        <a:t>1</a:t>
                      </a:r>
                      <a:endParaRPr lang="ko-KR" altLang="en-US" sz="800" b="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2024.04.04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30315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8C20A486-0269-9C2B-63C1-E0953F9CD786}"/>
              </a:ext>
            </a:extLst>
          </p:cNvPr>
          <p:cNvGrpSpPr/>
          <p:nvPr/>
        </p:nvGrpSpPr>
        <p:grpSpPr>
          <a:xfrm>
            <a:off x="8441040" y="3688984"/>
            <a:ext cx="931730" cy="241996"/>
            <a:chOff x="8634098" y="3369726"/>
            <a:chExt cx="931734" cy="241997"/>
          </a:xfrm>
        </p:grpSpPr>
        <p:sp>
          <p:nvSpPr>
            <p:cNvPr id="9" name="Button">
              <a:extLst>
                <a:ext uri="{FF2B5EF4-FFF2-40B4-BE49-F238E27FC236}">
                  <a16:creationId xmlns:a16="http://schemas.microsoft.com/office/drawing/2014/main" id="{4216ED3C-8BC8-F22D-9082-E4758F91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098" y="3369728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Button">
              <a:extLst>
                <a:ext uri="{FF2B5EF4-FFF2-40B4-BE49-F238E27FC236}">
                  <a16:creationId xmlns:a16="http://schemas.microsoft.com/office/drawing/2014/main" id="{16D42DD4-4E80-C5F3-D86F-7C6E3819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8279" y="3369726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CA50AFED-1E0F-1385-A18B-B5C8F070A9D2}"/>
              </a:ext>
            </a:extLst>
          </p:cNvPr>
          <p:cNvGrpSpPr/>
          <p:nvPr/>
        </p:nvGrpSpPr>
        <p:grpSpPr>
          <a:xfrm>
            <a:off x="8439767" y="4283781"/>
            <a:ext cx="931733" cy="241995"/>
            <a:chOff x="8483974" y="2738652"/>
            <a:chExt cx="931737" cy="241996"/>
          </a:xfrm>
        </p:grpSpPr>
        <p:sp>
          <p:nvSpPr>
            <p:cNvPr id="12" name="Button">
              <a:extLst>
                <a:ext uri="{FF2B5EF4-FFF2-40B4-BE49-F238E27FC236}">
                  <a16:creationId xmlns:a16="http://schemas.microsoft.com/office/drawing/2014/main" id="{B70789E9-8270-4EE4-2A17-9B9783873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386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Button">
              <a:extLst>
                <a:ext uri="{FF2B5EF4-FFF2-40B4-BE49-F238E27FC236}">
                  <a16:creationId xmlns:a16="http://schemas.microsoft.com/office/drawing/2014/main" id="{1E495FD8-7159-3B50-3DF2-4D275443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3865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25744E2F-3672-1FE2-8DB2-000A4DEED0B8}"/>
              </a:ext>
            </a:extLst>
          </p:cNvPr>
          <p:cNvGrpSpPr/>
          <p:nvPr/>
        </p:nvGrpSpPr>
        <p:grpSpPr>
          <a:xfrm>
            <a:off x="8444982" y="3091947"/>
            <a:ext cx="931733" cy="241995"/>
            <a:chOff x="8483974" y="2715793"/>
            <a:chExt cx="931737" cy="241996"/>
          </a:xfrm>
        </p:grpSpPr>
        <p:sp>
          <p:nvSpPr>
            <p:cNvPr id="15" name="Button">
              <a:extLst>
                <a:ext uri="{FF2B5EF4-FFF2-40B4-BE49-F238E27FC236}">
                  <a16:creationId xmlns:a16="http://schemas.microsoft.com/office/drawing/2014/main" id="{8AED3DFA-E58E-DDFA-ADC1-78FA89BE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" name="Button">
              <a:extLst>
                <a:ext uri="{FF2B5EF4-FFF2-40B4-BE49-F238E27FC236}">
                  <a16:creationId xmlns:a16="http://schemas.microsoft.com/office/drawing/2014/main" id="{B17E7147-D1EA-6D7D-29C0-67DF42A8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8C010A0-040F-BD11-D286-581751E83D0B}"/>
              </a:ext>
            </a:extLst>
          </p:cNvPr>
          <p:cNvGrpSpPr/>
          <p:nvPr/>
        </p:nvGrpSpPr>
        <p:grpSpPr>
          <a:xfrm>
            <a:off x="8452165" y="4862943"/>
            <a:ext cx="931731" cy="241996"/>
            <a:chOff x="8645886" y="3904791"/>
            <a:chExt cx="931735" cy="241997"/>
          </a:xfrm>
        </p:grpSpPr>
        <p:sp>
          <p:nvSpPr>
            <p:cNvPr id="18" name="Button">
              <a:extLst>
                <a:ext uri="{FF2B5EF4-FFF2-40B4-BE49-F238E27FC236}">
                  <a16:creationId xmlns:a16="http://schemas.microsoft.com/office/drawing/2014/main" id="{9D1BC430-7A83-9686-0D64-310A3C26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5886" y="3904791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Button">
              <a:extLst>
                <a:ext uri="{FF2B5EF4-FFF2-40B4-BE49-F238E27FC236}">
                  <a16:creationId xmlns:a16="http://schemas.microsoft.com/office/drawing/2014/main" id="{82C00180-7B9B-63A4-EBA7-C947158C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0068" y="3904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04C864B1-0C1C-C0FF-B9BA-FF0E401C1D7C}"/>
              </a:ext>
            </a:extLst>
          </p:cNvPr>
          <p:cNvGrpSpPr/>
          <p:nvPr/>
        </p:nvGrpSpPr>
        <p:grpSpPr>
          <a:xfrm>
            <a:off x="8452819" y="5434884"/>
            <a:ext cx="931734" cy="242003"/>
            <a:chOff x="8645878" y="4159552"/>
            <a:chExt cx="931738" cy="242004"/>
          </a:xfrm>
        </p:grpSpPr>
        <p:sp>
          <p:nvSpPr>
            <p:cNvPr id="32" name="Button">
              <a:extLst>
                <a:ext uri="{FF2B5EF4-FFF2-40B4-BE49-F238E27FC236}">
                  <a16:creationId xmlns:a16="http://schemas.microsoft.com/office/drawing/2014/main" id="{52DB3762-931D-5A6D-19EB-B39D3594A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5878" y="4159552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Button">
              <a:extLst>
                <a:ext uri="{FF2B5EF4-FFF2-40B4-BE49-F238E27FC236}">
                  <a16:creationId xmlns:a16="http://schemas.microsoft.com/office/drawing/2014/main" id="{81AB4909-F90E-D12C-E572-AED9F3CD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0063" y="4159561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0" name="Button">
            <a:extLst>
              <a:ext uri="{FF2B5EF4-FFF2-40B4-BE49-F238E27FC236}">
                <a16:creationId xmlns:a16="http://schemas.microsoft.com/office/drawing/2014/main" id="{3C5BE828-7D87-7A20-0599-81F37830B808}"/>
              </a:ext>
            </a:extLst>
          </p:cNvPr>
          <p:cNvSpPr>
            <a:spLocks/>
          </p:cNvSpPr>
          <p:nvPr/>
        </p:nvSpPr>
        <p:spPr bwMode="auto">
          <a:xfrm>
            <a:off x="8814215" y="5973822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9" name="Placeholder">
            <a:extLst>
              <a:ext uri="{FF2B5EF4-FFF2-40B4-BE49-F238E27FC236}">
                <a16:creationId xmlns:a16="http://schemas.microsoft.com/office/drawing/2014/main" id="{5057E024-21AE-90A8-679A-087274144DEC}"/>
              </a:ext>
            </a:extLst>
          </p:cNvPr>
          <p:cNvGrpSpPr>
            <a:grpSpLocks noChangeAspect="1"/>
          </p:cNvGrpSpPr>
          <p:nvPr/>
        </p:nvGrpSpPr>
        <p:grpSpPr>
          <a:xfrm>
            <a:off x="2673798" y="3001590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0" name="Border">
              <a:extLst>
                <a:ext uri="{FF2B5EF4-FFF2-40B4-BE49-F238E27FC236}">
                  <a16:creationId xmlns:a16="http://schemas.microsoft.com/office/drawing/2014/main" id="{DF0EF82B-3A33-B7B6-5C88-F1F573D0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Picture">
              <a:extLst>
                <a:ext uri="{FF2B5EF4-FFF2-40B4-BE49-F238E27FC236}">
                  <a16:creationId xmlns:a16="http://schemas.microsoft.com/office/drawing/2014/main" id="{A3AF24F8-C487-BC74-AC0B-D014D37DA2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Placeholder">
            <a:extLst>
              <a:ext uri="{FF2B5EF4-FFF2-40B4-BE49-F238E27FC236}">
                <a16:creationId xmlns:a16="http://schemas.microsoft.com/office/drawing/2014/main" id="{178907F7-E82D-532D-3EDB-377F92EF2467}"/>
              </a:ext>
            </a:extLst>
          </p:cNvPr>
          <p:cNvGrpSpPr>
            <a:grpSpLocks noChangeAspect="1"/>
          </p:cNvGrpSpPr>
          <p:nvPr/>
        </p:nvGrpSpPr>
        <p:grpSpPr>
          <a:xfrm>
            <a:off x="2677935" y="3562057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4" name="Border">
              <a:extLst>
                <a:ext uri="{FF2B5EF4-FFF2-40B4-BE49-F238E27FC236}">
                  <a16:creationId xmlns:a16="http://schemas.microsoft.com/office/drawing/2014/main" id="{7587188E-B6FF-CC8B-B2BB-94A1DC53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Picture">
              <a:extLst>
                <a:ext uri="{FF2B5EF4-FFF2-40B4-BE49-F238E27FC236}">
                  <a16:creationId xmlns:a16="http://schemas.microsoft.com/office/drawing/2014/main" id="{425B2B59-4772-4910-7022-032FD1FFC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" name="Placeholder">
            <a:extLst>
              <a:ext uri="{FF2B5EF4-FFF2-40B4-BE49-F238E27FC236}">
                <a16:creationId xmlns:a16="http://schemas.microsoft.com/office/drawing/2014/main" id="{1576FEBF-04C3-7445-EBA3-2FFB3CC9A25F}"/>
              </a:ext>
            </a:extLst>
          </p:cNvPr>
          <p:cNvGrpSpPr>
            <a:grpSpLocks noChangeAspect="1"/>
          </p:cNvGrpSpPr>
          <p:nvPr/>
        </p:nvGrpSpPr>
        <p:grpSpPr>
          <a:xfrm>
            <a:off x="2673798" y="4178286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57" name="Border">
              <a:extLst>
                <a:ext uri="{FF2B5EF4-FFF2-40B4-BE49-F238E27FC236}">
                  <a16:creationId xmlns:a16="http://schemas.microsoft.com/office/drawing/2014/main" id="{75762617-FC0F-D2E2-840C-1D2C55A37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Picture">
              <a:extLst>
                <a:ext uri="{FF2B5EF4-FFF2-40B4-BE49-F238E27FC236}">
                  <a16:creationId xmlns:a16="http://schemas.microsoft.com/office/drawing/2014/main" id="{6E7C5CCB-7098-DF65-4774-285EA06DE2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2" name="Placeholder">
            <a:extLst>
              <a:ext uri="{FF2B5EF4-FFF2-40B4-BE49-F238E27FC236}">
                <a16:creationId xmlns:a16="http://schemas.microsoft.com/office/drawing/2014/main" id="{B86B5AEE-717D-2BB5-655B-2373D4F02D23}"/>
              </a:ext>
            </a:extLst>
          </p:cNvPr>
          <p:cNvGrpSpPr>
            <a:grpSpLocks noChangeAspect="1"/>
          </p:cNvGrpSpPr>
          <p:nvPr/>
        </p:nvGrpSpPr>
        <p:grpSpPr>
          <a:xfrm>
            <a:off x="2673798" y="4758697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63" name="Border">
              <a:extLst>
                <a:ext uri="{FF2B5EF4-FFF2-40B4-BE49-F238E27FC236}">
                  <a16:creationId xmlns:a16="http://schemas.microsoft.com/office/drawing/2014/main" id="{C868B5E3-DAD7-AF8C-158A-5FB58721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Picture">
              <a:extLst>
                <a:ext uri="{FF2B5EF4-FFF2-40B4-BE49-F238E27FC236}">
                  <a16:creationId xmlns:a16="http://schemas.microsoft.com/office/drawing/2014/main" id="{594AF4FC-6F96-2214-BE6A-609C0F4184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Placeholder">
            <a:extLst>
              <a:ext uri="{FF2B5EF4-FFF2-40B4-BE49-F238E27FC236}">
                <a16:creationId xmlns:a16="http://schemas.microsoft.com/office/drawing/2014/main" id="{1F1A63D6-84C5-468D-5714-CE47094333DF}"/>
              </a:ext>
            </a:extLst>
          </p:cNvPr>
          <p:cNvGrpSpPr>
            <a:grpSpLocks noChangeAspect="1"/>
          </p:cNvGrpSpPr>
          <p:nvPr/>
        </p:nvGrpSpPr>
        <p:grpSpPr>
          <a:xfrm>
            <a:off x="2673798" y="5332685"/>
            <a:ext cx="743844" cy="464820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67" name="Border">
              <a:extLst>
                <a:ext uri="{FF2B5EF4-FFF2-40B4-BE49-F238E27FC236}">
                  <a16:creationId xmlns:a16="http://schemas.microsoft.com/office/drawing/2014/main" id="{5B75453C-7B25-1703-515F-B37B94AA9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Picture">
              <a:extLst>
                <a:ext uri="{FF2B5EF4-FFF2-40B4-BE49-F238E27FC236}">
                  <a16:creationId xmlns:a16="http://schemas.microsoft.com/office/drawing/2014/main" id="{5FFF13A0-0A51-01CF-B32A-B6BD0D0A7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9DFB7CDB-3E5F-37E2-EE60-6CCF67BA3B08}"/>
              </a:ext>
            </a:extLst>
          </p:cNvPr>
          <p:cNvSpPr txBox="1"/>
          <p:nvPr/>
        </p:nvSpPr>
        <p:spPr>
          <a:xfrm>
            <a:off x="105269" y="81060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팝업 관리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08F75CD-733F-1132-8C5D-FA4EB1073148}"/>
              </a:ext>
            </a:extLst>
          </p:cNvPr>
          <p:cNvSpPr/>
          <p:nvPr/>
        </p:nvSpPr>
        <p:spPr>
          <a:xfrm>
            <a:off x="741604" y="84344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E93BD4B6-CB58-FCBE-CE80-21ABC81D97E4}"/>
              </a:ext>
            </a:extLst>
          </p:cNvPr>
          <p:cNvGrpSpPr/>
          <p:nvPr/>
        </p:nvGrpSpPr>
        <p:grpSpPr>
          <a:xfrm>
            <a:off x="8439767" y="2034935"/>
            <a:ext cx="1269654" cy="252577"/>
            <a:chOff x="8363497" y="1823453"/>
            <a:chExt cx="1269654" cy="252577"/>
          </a:xfrm>
        </p:grpSpPr>
        <p:sp>
          <p:nvSpPr>
            <p:cNvPr id="52" name="Text Box">
              <a:extLst>
                <a:ext uri="{FF2B5EF4-FFF2-40B4-BE49-F238E27FC236}">
                  <a16:creationId xmlns:a16="http://schemas.microsoft.com/office/drawing/2014/main" id="{19447993-485D-8E7C-3FEA-0E2AB93F10F4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Chevron Down">
              <a:extLst>
                <a:ext uri="{FF2B5EF4-FFF2-40B4-BE49-F238E27FC236}">
                  <a16:creationId xmlns:a16="http://schemas.microsoft.com/office/drawing/2014/main" id="{FED0F207-0B4A-CC5D-6748-FAF60FE8E1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TextBox 30">
              <a:extLst>
                <a:ext uri="{FF2B5EF4-FFF2-40B4-BE49-F238E27FC236}">
                  <a16:creationId xmlns:a16="http://schemas.microsoft.com/office/drawing/2014/main" id="{C360EB90-E4D6-4D00-EE30-BFE40FF73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69" name="TextBox 30">
              <a:extLst>
                <a:ext uri="{FF2B5EF4-FFF2-40B4-BE49-F238E27FC236}">
                  <a16:creationId xmlns:a16="http://schemas.microsoft.com/office/drawing/2014/main" id="{B34F0C51-5C15-05C5-C352-3CC94801B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TextBox 30">
            <a:extLst>
              <a:ext uri="{FF2B5EF4-FFF2-40B4-BE49-F238E27FC236}">
                <a16:creationId xmlns:a16="http://schemas.microsoft.com/office/drawing/2014/main" id="{F5DE8812-26D1-B4A0-5200-C594A69B4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팝업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E0411C-0CAB-3F3C-6A30-4E8E4A48EC76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팝업 관리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B122C28C-1F6B-5345-3EDC-05247A6DEA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3244870"/>
              </p:ext>
            </p:extLst>
          </p:nvPr>
        </p:nvGraphicFramePr>
        <p:xfrm>
          <a:off x="127155" y="1060495"/>
          <a:ext cx="596884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5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팝업제목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등록일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B2514634-E530-1D8F-81C6-8C26C4FCF511}"/>
              </a:ext>
            </a:extLst>
          </p:cNvPr>
          <p:cNvSpPr/>
          <p:nvPr/>
        </p:nvSpPr>
        <p:spPr>
          <a:xfrm>
            <a:off x="5140431" y="1108094"/>
            <a:ext cx="902707" cy="59368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sp>
        <p:nvSpPr>
          <p:cNvPr id="36" name="Text Box">
            <a:extLst>
              <a:ext uri="{FF2B5EF4-FFF2-40B4-BE49-F238E27FC236}">
                <a16:creationId xmlns:a16="http://schemas.microsoft.com/office/drawing/2014/main" id="{70DC68DA-52D7-C3E9-D786-20E6728A9593}"/>
              </a:ext>
            </a:extLst>
          </p:cNvPr>
          <p:cNvSpPr/>
          <p:nvPr/>
        </p:nvSpPr>
        <p:spPr>
          <a:xfrm>
            <a:off x="1576621" y="1100773"/>
            <a:ext cx="3510948" cy="24917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endParaRPr lang="en-US" altLang="ko-KR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C9E78811-E163-4EA1-3A49-ED3B7DA24B42}"/>
              </a:ext>
            </a:extLst>
          </p:cNvPr>
          <p:cNvGrpSpPr/>
          <p:nvPr/>
        </p:nvGrpSpPr>
        <p:grpSpPr>
          <a:xfrm>
            <a:off x="1576621" y="1463513"/>
            <a:ext cx="1510731" cy="249177"/>
            <a:chOff x="1846644" y="2900860"/>
            <a:chExt cx="1687736" cy="241092"/>
          </a:xfrm>
        </p:grpSpPr>
        <p:sp>
          <p:nvSpPr>
            <p:cNvPr id="41" name="Text Box">
              <a:extLst>
                <a:ext uri="{FF2B5EF4-FFF2-40B4-BE49-F238E27FC236}">
                  <a16:creationId xmlns:a16="http://schemas.microsoft.com/office/drawing/2014/main" id="{25F3AA44-D54F-78D2-9D7C-E4CBD75673B4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42" name="Calendar">
              <a:extLst>
                <a:ext uri="{FF2B5EF4-FFF2-40B4-BE49-F238E27FC236}">
                  <a16:creationId xmlns:a16="http://schemas.microsoft.com/office/drawing/2014/main" id="{7DCAC599-3741-4389-9EAD-8958897125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303C1290-155E-3ACB-1E41-3417AA9BDBBA}"/>
              </a:ext>
            </a:extLst>
          </p:cNvPr>
          <p:cNvGrpSpPr/>
          <p:nvPr/>
        </p:nvGrpSpPr>
        <p:grpSpPr>
          <a:xfrm>
            <a:off x="3576838" y="1461929"/>
            <a:ext cx="1510731" cy="249177"/>
            <a:chOff x="1846644" y="2900860"/>
            <a:chExt cx="1687736" cy="241092"/>
          </a:xfrm>
        </p:grpSpPr>
        <p:sp>
          <p:nvSpPr>
            <p:cNvPr id="44" name="Text Box">
              <a:extLst>
                <a:ext uri="{FF2B5EF4-FFF2-40B4-BE49-F238E27FC236}">
                  <a16:creationId xmlns:a16="http://schemas.microsoft.com/office/drawing/2014/main" id="{84AD2BEB-71BC-41F9-5959-8C5B66758899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2024.04.04</a:t>
              </a:r>
            </a:p>
          </p:txBody>
        </p:sp>
        <p:sp>
          <p:nvSpPr>
            <p:cNvPr id="47" name="Calendar">
              <a:extLst>
                <a:ext uri="{FF2B5EF4-FFF2-40B4-BE49-F238E27FC236}">
                  <a16:creationId xmlns:a16="http://schemas.microsoft.com/office/drawing/2014/main" id="{8422E48D-1DA9-A9B4-6AF1-69CF471989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1" name="TextBox 30">
            <a:extLst>
              <a:ext uri="{FF2B5EF4-FFF2-40B4-BE49-F238E27FC236}">
                <a16:creationId xmlns:a16="http://schemas.microsoft.com/office/drawing/2014/main" id="{E8710E23-D0A6-390D-18C8-82A98AD02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05" y="1456936"/>
            <a:ext cx="2108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dirty="0"/>
              <a:t>~</a:t>
            </a:r>
            <a:endParaRPr lang="ko-KR" altLang="en-US" sz="900" dirty="0"/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9AAACD3B-7CAD-7F69-B62A-C5CE6AAF7E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9552438"/>
              </p:ext>
            </p:extLst>
          </p:nvPr>
        </p:nvGraphicFramePr>
        <p:xfrm>
          <a:off x="9696887" y="292432"/>
          <a:ext cx="2498015" cy="5433131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팝업을 등록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수정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삭제하는 관리 페이지입니다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팝업내용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&lt;text&gt;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 항목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팝업타입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팝업제목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시작일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종료일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 관리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타입</a:t>
                      </a:r>
                      <a:b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HTML, IMG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&lt;image&gt;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썸네일 이미지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시작일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종료일</a:t>
                      </a:r>
                      <a:b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시작일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종료일까지 팝업 표출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등록일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신청 정보를 수정이 가능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36288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선택삭제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선택삭제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alert(‘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?’)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신규 등록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후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상세에세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신규등록을 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441078"/>
                  </a:ext>
                </a:extLst>
              </a:tr>
            </a:tbl>
          </a:graphicData>
        </a:graphic>
      </p:graphicFrame>
      <p:sp>
        <p:nvSpPr>
          <p:cNvPr id="4" name="Button">
            <a:extLst>
              <a:ext uri="{FF2B5EF4-FFF2-40B4-BE49-F238E27FC236}">
                <a16:creationId xmlns:a16="http://schemas.microsoft.com/office/drawing/2014/main" id="{BC7A3EB6-A499-C95C-AF11-73FF31FA9918}"/>
              </a:ext>
            </a:extLst>
          </p:cNvPr>
          <p:cNvSpPr>
            <a:spLocks/>
          </p:cNvSpPr>
          <p:nvPr/>
        </p:nvSpPr>
        <p:spPr bwMode="auto">
          <a:xfrm>
            <a:off x="8016086" y="5980310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" name="Pagination">
            <a:extLst>
              <a:ext uri="{FF2B5EF4-FFF2-40B4-BE49-F238E27FC236}">
                <a16:creationId xmlns:a16="http://schemas.microsoft.com/office/drawing/2014/main" id="{ABBCD7F3-D094-E502-D071-DDB912942D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7461" y="6259887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sp>
        <p:nvSpPr>
          <p:cNvPr id="6" name="직사각형 60">
            <a:extLst>
              <a:ext uri="{FF2B5EF4-FFF2-40B4-BE49-F238E27FC236}">
                <a16:creationId xmlns:a16="http://schemas.microsoft.com/office/drawing/2014/main" id="{EF55855D-C9B8-32BE-8A8E-C2172089AEA4}"/>
              </a:ext>
            </a:extLst>
          </p:cNvPr>
          <p:cNvSpPr/>
          <p:nvPr/>
        </p:nvSpPr>
        <p:spPr>
          <a:xfrm>
            <a:off x="8755831" y="2944811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20" name="직사각형 60">
            <a:extLst>
              <a:ext uri="{FF2B5EF4-FFF2-40B4-BE49-F238E27FC236}">
                <a16:creationId xmlns:a16="http://schemas.microsoft.com/office/drawing/2014/main" id="{6BD5AB3F-3B72-500E-2532-C3CFC2D44C66}"/>
              </a:ext>
            </a:extLst>
          </p:cNvPr>
          <p:cNvSpPr/>
          <p:nvPr/>
        </p:nvSpPr>
        <p:spPr>
          <a:xfrm>
            <a:off x="8016086" y="5857089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368926979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F2AF4D-BD62-BA97-37CC-49C42667F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DD08C0-4883-347A-42EC-E24A1DE8F3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9558709"/>
              </p:ext>
            </p:extLst>
          </p:nvPr>
        </p:nvGraphicFramePr>
        <p:xfrm>
          <a:off x="610056" y="1008676"/>
          <a:ext cx="7397170" cy="28239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0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팝업형태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1302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파업제목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745551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시작일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5672919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종료일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5435912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팝업가로</a:t>
                      </a:r>
                      <a:r>
                        <a:rPr lang="en-US" altLang="ko-KR" sz="800" b="0" dirty="0"/>
                        <a:t>/</a:t>
                      </a:r>
                      <a:r>
                        <a:rPr lang="ko-KR" altLang="en-US" sz="800" b="0" dirty="0"/>
                        <a:t>세로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246010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팝업위치</a:t>
                      </a:r>
                      <a:r>
                        <a:rPr lang="en-US" altLang="ko-KR" sz="800" dirty="0"/>
                        <a:t>(Top/Left)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5170201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팝업 이미지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3272398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클릭 시 이동주소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2056854"/>
                  </a:ext>
                </a:extLst>
              </a:tr>
              <a:tr h="313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클릭 시 </a:t>
                      </a:r>
                      <a:r>
                        <a:rPr lang="ko-KR" altLang="en-US" sz="800" b="0" dirty="0" err="1"/>
                        <a:t>타켓</a:t>
                      </a: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9111209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E4004079-1D92-DD04-2F12-76331CB49854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팝업 관리</a:t>
            </a:r>
            <a:r>
              <a:rPr lang="en-US" altLang="ko-KR" sz="900" dirty="0"/>
              <a:t>(</a:t>
            </a:r>
            <a:r>
              <a:rPr lang="ko-KR" altLang="en-US" sz="900" dirty="0"/>
              <a:t>상세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5" name="TextBox 30">
            <a:extLst>
              <a:ext uri="{FF2B5EF4-FFF2-40B4-BE49-F238E27FC236}">
                <a16:creationId xmlns:a16="http://schemas.microsoft.com/office/drawing/2014/main" id="{05F3838B-1541-AF9C-A518-28A1F2E1D4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팝업 관리 </a:t>
            </a:r>
            <a:r>
              <a:rPr lang="en-US" altLang="ko-KR" sz="900" dirty="0"/>
              <a:t>&gt; [</a:t>
            </a:r>
            <a:r>
              <a:rPr lang="ko-KR" altLang="en-US" sz="900" dirty="0"/>
              <a:t>수정</a:t>
            </a:r>
            <a:r>
              <a:rPr lang="en-US" altLang="ko-KR" sz="900" dirty="0"/>
              <a:t>]/[</a:t>
            </a:r>
            <a:r>
              <a:rPr lang="ko-KR" altLang="en-US" sz="900" dirty="0"/>
              <a:t>신규등록</a:t>
            </a:r>
            <a:r>
              <a:rPr lang="en-US" altLang="ko-KR" sz="900" dirty="0"/>
              <a:t>] </a:t>
            </a:r>
            <a:r>
              <a:rPr lang="ko-KR" altLang="en-US" sz="900" dirty="0"/>
              <a:t>버튼 클릭 시</a:t>
            </a:r>
          </a:p>
        </p:txBody>
      </p:sp>
      <p:sp>
        <p:nvSpPr>
          <p:cNvPr id="109" name="TextBox 30">
            <a:extLst>
              <a:ext uri="{FF2B5EF4-FFF2-40B4-BE49-F238E27FC236}">
                <a16:creationId xmlns:a16="http://schemas.microsoft.com/office/drawing/2014/main" id="{B1D3BBCC-FC3D-1E38-E71B-687C4BC75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333" y="782963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팝업 관리 정보</a:t>
            </a:r>
          </a:p>
        </p:txBody>
      </p:sp>
      <p:sp>
        <p:nvSpPr>
          <p:cNvPr id="118" name="Panel">
            <a:extLst>
              <a:ext uri="{FF2B5EF4-FFF2-40B4-BE49-F238E27FC236}">
                <a16:creationId xmlns:a16="http://schemas.microsoft.com/office/drawing/2014/main" id="{6A448EAA-8F17-84A0-15FF-7AC3A6BCE882}"/>
              </a:ext>
            </a:extLst>
          </p:cNvPr>
          <p:cNvSpPr/>
          <p:nvPr/>
        </p:nvSpPr>
        <p:spPr>
          <a:xfrm>
            <a:off x="2198638" y="1353948"/>
            <a:ext cx="4160521" cy="24199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2" name="Panel">
            <a:extLst>
              <a:ext uri="{FF2B5EF4-FFF2-40B4-BE49-F238E27FC236}">
                <a16:creationId xmlns:a16="http://schemas.microsoft.com/office/drawing/2014/main" id="{FBA5E662-3A2A-5C7E-D613-74A252B72D54}"/>
              </a:ext>
            </a:extLst>
          </p:cNvPr>
          <p:cNvSpPr/>
          <p:nvPr/>
        </p:nvSpPr>
        <p:spPr>
          <a:xfrm>
            <a:off x="2186994" y="3233271"/>
            <a:ext cx="4160521" cy="24199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https://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DA6ADDE0-2FD3-15A5-35DA-5263CE886350}"/>
              </a:ext>
            </a:extLst>
          </p:cNvPr>
          <p:cNvGrpSpPr/>
          <p:nvPr/>
        </p:nvGrpSpPr>
        <p:grpSpPr>
          <a:xfrm>
            <a:off x="2222135" y="3576867"/>
            <a:ext cx="1506669" cy="212780"/>
            <a:chOff x="2311039" y="4204665"/>
            <a:chExt cx="1506669" cy="212780"/>
          </a:xfrm>
        </p:grpSpPr>
        <p:grpSp>
          <p:nvGrpSpPr>
            <p:cNvPr id="135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F34D849C-2BAB-00F2-939F-5F6919CECFB0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2311039" y="4204665"/>
              <a:ext cx="627331" cy="212366"/>
              <a:chOff x="593892" y="1585163"/>
              <a:chExt cx="627331" cy="212366"/>
            </a:xfrm>
          </p:grpSpPr>
          <p:sp>
            <p:nvSpPr>
              <p:cNvPr id="136" name="Circle">
                <a:extLst>
                  <a:ext uri="{FF2B5EF4-FFF2-40B4-BE49-F238E27FC236}">
                    <a16:creationId xmlns:a16="http://schemas.microsoft.com/office/drawing/2014/main" id="{B4168136-C3BD-1065-3C34-23D624203B30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7" name="Check">
                <a:extLst>
                  <a:ext uri="{FF2B5EF4-FFF2-40B4-BE49-F238E27FC236}">
                    <a16:creationId xmlns:a16="http://schemas.microsoft.com/office/drawing/2014/main" id="{4E383B20-53B5-E314-1834-0046502A5C81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8" name="Label">
                <a:extLst>
                  <a:ext uri="{FF2B5EF4-FFF2-40B4-BE49-F238E27FC236}">
                    <a16:creationId xmlns:a16="http://schemas.microsoft.com/office/drawing/2014/main" id="{BB4E8E61-9A70-BCDF-BF4F-82067C4E950A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49398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latin typeface="Segoe UI" panose="020B0502040204020203" pitchFamily="34" charset="0"/>
                    <a:cs typeface="Segoe UI" panose="020B0502040204020203" pitchFamily="34" charset="0"/>
                  </a:rPr>
                  <a:t>부모창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39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876CD082-527C-59EB-1E87-D3C1ACE70B6E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3265717" y="4205079"/>
              <a:ext cx="551991" cy="212366"/>
              <a:chOff x="593892" y="1595102"/>
              <a:chExt cx="551991" cy="212366"/>
            </a:xfrm>
          </p:grpSpPr>
          <p:sp>
            <p:nvSpPr>
              <p:cNvPr id="140" name="Circle">
                <a:extLst>
                  <a:ext uri="{FF2B5EF4-FFF2-40B4-BE49-F238E27FC236}">
                    <a16:creationId xmlns:a16="http://schemas.microsoft.com/office/drawing/2014/main" id="{55A68C1F-1F9A-5926-C83C-A53BBABC38EF}"/>
                  </a:ext>
                </a:extLst>
              </p:cNvPr>
              <p:cNvSpPr/>
              <p:nvPr/>
            </p:nvSpPr>
            <p:spPr>
              <a:xfrm>
                <a:off x="593892" y="1634610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1" name="Check" hidden="1">
                <a:extLst>
                  <a:ext uri="{FF2B5EF4-FFF2-40B4-BE49-F238E27FC236}">
                    <a16:creationId xmlns:a16="http://schemas.microsoft.com/office/drawing/2014/main" id="{CD586B62-DDFF-451F-9330-EB687F93DDA4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abel">
                <a:extLst>
                  <a:ext uri="{FF2B5EF4-FFF2-40B4-BE49-F238E27FC236}">
                    <a16:creationId xmlns:a16="http://schemas.microsoft.com/office/drawing/2014/main" id="{FE22DB12-3E52-ADD2-B5E8-9B5F4B12C8AD}"/>
                  </a:ext>
                </a:extLst>
              </p:cNvPr>
              <p:cNvSpPr txBox="1"/>
              <p:nvPr/>
            </p:nvSpPr>
            <p:spPr>
              <a:xfrm>
                <a:off x="727242" y="1595102"/>
                <a:ext cx="418641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/>
                  <a:t>새창</a:t>
                </a:r>
                <a:r>
                  <a:rPr lang="en-US" altLang="ko-KR" sz="900" b="0" dirty="0">
                    <a:solidFill>
                      <a:schemeClr val="tx1"/>
                    </a:solidFill>
                  </a:rPr>
                  <a:t> 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48" name="Button">
            <a:extLst>
              <a:ext uri="{FF2B5EF4-FFF2-40B4-BE49-F238E27FC236}">
                <a16:creationId xmlns:a16="http://schemas.microsoft.com/office/drawing/2014/main" id="{630D4A79-FFBB-3FF2-B5D1-543D22885B15}"/>
              </a:ext>
            </a:extLst>
          </p:cNvPr>
          <p:cNvSpPr>
            <a:spLocks/>
          </p:cNvSpPr>
          <p:nvPr/>
        </p:nvSpPr>
        <p:spPr bwMode="auto">
          <a:xfrm>
            <a:off x="2195438" y="2920744"/>
            <a:ext cx="684952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파일 선택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70375FBF-3FC6-C0AF-246E-E6156B8E5B7C}"/>
              </a:ext>
            </a:extLst>
          </p:cNvPr>
          <p:cNvGrpSpPr/>
          <p:nvPr/>
        </p:nvGrpSpPr>
        <p:grpSpPr>
          <a:xfrm>
            <a:off x="2197427" y="1677665"/>
            <a:ext cx="1687736" cy="241092"/>
            <a:chOff x="1846644" y="2900860"/>
            <a:chExt cx="1687736" cy="241092"/>
          </a:xfrm>
        </p:grpSpPr>
        <p:sp>
          <p:nvSpPr>
            <p:cNvPr id="7" name="Text Box">
              <a:extLst>
                <a:ext uri="{FF2B5EF4-FFF2-40B4-BE49-F238E27FC236}">
                  <a16:creationId xmlns:a16="http://schemas.microsoft.com/office/drawing/2014/main" id="{6FDAA0A6-A6ED-12FA-A4A6-A77D28299925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rPr>
                <a:t>2024.04.04</a:t>
              </a:r>
              <a:endParaRPr lang="en-US" altLang="ko-KR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Calendar">
              <a:extLst>
                <a:ext uri="{FF2B5EF4-FFF2-40B4-BE49-F238E27FC236}">
                  <a16:creationId xmlns:a16="http://schemas.microsoft.com/office/drawing/2014/main" id="{2326293D-7049-2DBD-0EB1-DB2EC78380F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EE14DAD-6603-130F-6390-A13B8C44267C}"/>
              </a:ext>
            </a:extLst>
          </p:cNvPr>
          <p:cNvGrpSpPr/>
          <p:nvPr/>
        </p:nvGrpSpPr>
        <p:grpSpPr>
          <a:xfrm>
            <a:off x="2193607" y="1982885"/>
            <a:ext cx="1687736" cy="241092"/>
            <a:chOff x="1846644" y="2900860"/>
            <a:chExt cx="1687736" cy="241092"/>
          </a:xfrm>
        </p:grpSpPr>
        <p:sp>
          <p:nvSpPr>
            <p:cNvPr id="11" name="Text Box">
              <a:extLst>
                <a:ext uri="{FF2B5EF4-FFF2-40B4-BE49-F238E27FC236}">
                  <a16:creationId xmlns:a16="http://schemas.microsoft.com/office/drawing/2014/main" id="{D6A53AF1-041A-E7FB-7176-1F967607CE3B}"/>
                </a:ext>
              </a:extLst>
            </p:cNvPr>
            <p:cNvSpPr/>
            <p:nvPr/>
          </p:nvSpPr>
          <p:spPr>
            <a:xfrm>
              <a:off x="1846644" y="2900860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rPr>
                <a:t>2024.05.04</a:t>
              </a:r>
              <a:endParaRPr lang="en-US" altLang="ko-KR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Calendar">
              <a:extLst>
                <a:ext uri="{FF2B5EF4-FFF2-40B4-BE49-F238E27FC236}">
                  <a16:creationId xmlns:a16="http://schemas.microsoft.com/office/drawing/2014/main" id="{061A6ADE-E9FC-EC0E-C436-B5D3C49914A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42680" y="2942740"/>
              <a:ext cx="161925" cy="161925"/>
            </a:xfrm>
            <a:custGeom>
              <a:avLst/>
              <a:gdLst>
                <a:gd name="T0" fmla="*/ 120 w 667"/>
                <a:gd name="T1" fmla="*/ 27 h 667"/>
                <a:gd name="T2" fmla="*/ 8 w 667"/>
                <a:gd name="T3" fmla="*/ 61 h 667"/>
                <a:gd name="T4" fmla="*/ 8 w 667"/>
                <a:gd name="T5" fmla="*/ 659 h 667"/>
                <a:gd name="T6" fmla="*/ 659 w 667"/>
                <a:gd name="T7" fmla="*/ 659 h 667"/>
                <a:gd name="T8" fmla="*/ 659 w 667"/>
                <a:gd name="T9" fmla="*/ 61 h 667"/>
                <a:gd name="T10" fmla="*/ 547 w 667"/>
                <a:gd name="T11" fmla="*/ 27 h 667"/>
                <a:gd name="T12" fmla="*/ 493 w 667"/>
                <a:gd name="T13" fmla="*/ 0 h 667"/>
                <a:gd name="T14" fmla="*/ 467 w 667"/>
                <a:gd name="T15" fmla="*/ 54 h 667"/>
                <a:gd name="T16" fmla="*/ 192 w 667"/>
                <a:gd name="T17" fmla="*/ 8 h 667"/>
                <a:gd name="T18" fmla="*/ 147 w 667"/>
                <a:gd name="T19" fmla="*/ 27 h 667"/>
                <a:gd name="T20" fmla="*/ 147 w 667"/>
                <a:gd name="T21" fmla="*/ 107 h 667"/>
                <a:gd name="T22" fmla="*/ 520 w 667"/>
                <a:gd name="T23" fmla="*/ 27 h 667"/>
                <a:gd name="T24" fmla="*/ 493 w 667"/>
                <a:gd name="T25" fmla="*/ 27 h 667"/>
                <a:gd name="T26" fmla="*/ 120 w 667"/>
                <a:gd name="T27" fmla="*/ 107 h 667"/>
                <a:gd name="T28" fmla="*/ 173 w 667"/>
                <a:gd name="T29" fmla="*/ 134 h 667"/>
                <a:gd name="T30" fmla="*/ 200 w 667"/>
                <a:gd name="T31" fmla="*/ 80 h 667"/>
                <a:gd name="T32" fmla="*/ 474 w 667"/>
                <a:gd name="T33" fmla="*/ 126 h 667"/>
                <a:gd name="T34" fmla="*/ 539 w 667"/>
                <a:gd name="T35" fmla="*/ 126 h 667"/>
                <a:gd name="T36" fmla="*/ 640 w 667"/>
                <a:gd name="T37" fmla="*/ 80 h 667"/>
                <a:gd name="T38" fmla="*/ 27 w 667"/>
                <a:gd name="T39" fmla="*/ 80 h 667"/>
                <a:gd name="T40" fmla="*/ 640 w 667"/>
                <a:gd name="T41" fmla="*/ 640 h 667"/>
                <a:gd name="T42" fmla="*/ 93 w 667"/>
                <a:gd name="T43" fmla="*/ 280 h 667"/>
                <a:gd name="T44" fmla="*/ 93 w 667"/>
                <a:gd name="T45" fmla="*/ 587 h 667"/>
                <a:gd name="T46" fmla="*/ 587 w 667"/>
                <a:gd name="T47" fmla="*/ 574 h 667"/>
                <a:gd name="T48" fmla="*/ 93 w 667"/>
                <a:gd name="T49" fmla="*/ 280 h 667"/>
                <a:gd name="T50" fmla="*/ 200 w 667"/>
                <a:gd name="T51" fmla="*/ 374 h 667"/>
                <a:gd name="T52" fmla="*/ 227 w 667"/>
                <a:gd name="T53" fmla="*/ 307 h 667"/>
                <a:gd name="T54" fmla="*/ 227 w 667"/>
                <a:gd name="T55" fmla="*/ 374 h 667"/>
                <a:gd name="T56" fmla="*/ 440 w 667"/>
                <a:gd name="T57" fmla="*/ 307 h 667"/>
                <a:gd name="T58" fmla="*/ 347 w 667"/>
                <a:gd name="T59" fmla="*/ 307 h 667"/>
                <a:gd name="T60" fmla="*/ 560 w 667"/>
                <a:gd name="T61" fmla="*/ 374 h 667"/>
                <a:gd name="T62" fmla="*/ 107 w 667"/>
                <a:gd name="T63" fmla="*/ 400 h 667"/>
                <a:gd name="T64" fmla="*/ 107 w 667"/>
                <a:gd name="T65" fmla="*/ 467 h 667"/>
                <a:gd name="T66" fmla="*/ 320 w 667"/>
                <a:gd name="T67" fmla="*/ 400 h 667"/>
                <a:gd name="T68" fmla="*/ 227 w 667"/>
                <a:gd name="T69" fmla="*/ 400 h 667"/>
                <a:gd name="T70" fmla="*/ 440 w 667"/>
                <a:gd name="T71" fmla="*/ 467 h 667"/>
                <a:gd name="T72" fmla="*/ 467 w 667"/>
                <a:gd name="T73" fmla="*/ 400 h 667"/>
                <a:gd name="T74" fmla="*/ 467 w 667"/>
                <a:gd name="T75" fmla="*/ 467 h 667"/>
                <a:gd name="T76" fmla="*/ 200 w 667"/>
                <a:gd name="T77" fmla="*/ 494 h 667"/>
                <a:gd name="T78" fmla="*/ 107 w 667"/>
                <a:gd name="T79" fmla="*/ 494 h 667"/>
                <a:gd name="T80" fmla="*/ 320 w 667"/>
                <a:gd name="T81" fmla="*/ 560 h 667"/>
                <a:gd name="T82" fmla="*/ 347 w 667"/>
                <a:gd name="T83" fmla="*/ 494 h 667"/>
                <a:gd name="T84" fmla="*/ 400 w 667"/>
                <a:gd name="T85" fmla="*/ 560 h 667"/>
                <a:gd name="T86" fmla="*/ 467 w 667"/>
                <a:gd name="T87" fmla="*/ 494 h 667"/>
                <a:gd name="T88" fmla="*/ 467 w 667"/>
                <a:gd name="T89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667">
                  <a:moveTo>
                    <a:pt x="147" y="0"/>
                  </a:moveTo>
                  <a:cubicBezTo>
                    <a:pt x="140" y="0"/>
                    <a:pt x="133" y="3"/>
                    <a:pt x="128" y="8"/>
                  </a:cubicBezTo>
                  <a:cubicBezTo>
                    <a:pt x="123" y="13"/>
                    <a:pt x="120" y="20"/>
                    <a:pt x="120" y="27"/>
                  </a:cubicBezTo>
                  <a:lnTo>
                    <a:pt x="120" y="54"/>
                  </a:lnTo>
                  <a:lnTo>
                    <a:pt x="27" y="54"/>
                  </a:lnTo>
                  <a:cubicBezTo>
                    <a:pt x="20" y="54"/>
                    <a:pt x="13" y="56"/>
                    <a:pt x="8" y="61"/>
                  </a:cubicBezTo>
                  <a:cubicBezTo>
                    <a:pt x="3" y="66"/>
                    <a:pt x="0" y="73"/>
                    <a:pt x="0" y="80"/>
                  </a:cubicBezTo>
                  <a:lnTo>
                    <a:pt x="0" y="640"/>
                  </a:lnTo>
                  <a:cubicBezTo>
                    <a:pt x="0" y="647"/>
                    <a:pt x="3" y="654"/>
                    <a:pt x="8" y="659"/>
                  </a:cubicBezTo>
                  <a:cubicBezTo>
                    <a:pt x="13" y="664"/>
                    <a:pt x="20" y="667"/>
                    <a:pt x="27" y="667"/>
                  </a:cubicBezTo>
                  <a:lnTo>
                    <a:pt x="640" y="667"/>
                  </a:lnTo>
                  <a:cubicBezTo>
                    <a:pt x="647" y="667"/>
                    <a:pt x="654" y="664"/>
                    <a:pt x="659" y="659"/>
                  </a:cubicBezTo>
                  <a:cubicBezTo>
                    <a:pt x="664" y="654"/>
                    <a:pt x="667" y="647"/>
                    <a:pt x="667" y="640"/>
                  </a:cubicBezTo>
                  <a:lnTo>
                    <a:pt x="667" y="80"/>
                  </a:lnTo>
                  <a:cubicBezTo>
                    <a:pt x="667" y="73"/>
                    <a:pt x="664" y="66"/>
                    <a:pt x="659" y="61"/>
                  </a:cubicBezTo>
                  <a:cubicBezTo>
                    <a:pt x="654" y="56"/>
                    <a:pt x="647" y="54"/>
                    <a:pt x="640" y="54"/>
                  </a:cubicBezTo>
                  <a:lnTo>
                    <a:pt x="547" y="54"/>
                  </a:lnTo>
                  <a:lnTo>
                    <a:pt x="547" y="27"/>
                  </a:lnTo>
                  <a:cubicBezTo>
                    <a:pt x="547" y="20"/>
                    <a:pt x="544" y="13"/>
                    <a:pt x="539" y="8"/>
                  </a:cubicBezTo>
                  <a:cubicBezTo>
                    <a:pt x="534" y="3"/>
                    <a:pt x="527" y="0"/>
                    <a:pt x="520" y="0"/>
                  </a:cubicBezTo>
                  <a:lnTo>
                    <a:pt x="493" y="0"/>
                  </a:lnTo>
                  <a:cubicBezTo>
                    <a:pt x="486" y="0"/>
                    <a:pt x="479" y="3"/>
                    <a:pt x="474" y="8"/>
                  </a:cubicBezTo>
                  <a:cubicBezTo>
                    <a:pt x="469" y="13"/>
                    <a:pt x="467" y="20"/>
                    <a:pt x="467" y="27"/>
                  </a:cubicBezTo>
                  <a:lnTo>
                    <a:pt x="467" y="54"/>
                  </a:lnTo>
                  <a:lnTo>
                    <a:pt x="200" y="54"/>
                  </a:lnTo>
                  <a:lnTo>
                    <a:pt x="200" y="27"/>
                  </a:lnTo>
                  <a:cubicBezTo>
                    <a:pt x="200" y="20"/>
                    <a:pt x="197" y="13"/>
                    <a:pt x="192" y="8"/>
                  </a:cubicBezTo>
                  <a:cubicBezTo>
                    <a:pt x="187" y="3"/>
                    <a:pt x="180" y="0"/>
                    <a:pt x="173" y="0"/>
                  </a:cubicBezTo>
                  <a:lnTo>
                    <a:pt x="147" y="0"/>
                  </a:lnTo>
                  <a:close/>
                  <a:moveTo>
                    <a:pt x="147" y="27"/>
                  </a:moveTo>
                  <a:lnTo>
                    <a:pt x="173" y="27"/>
                  </a:lnTo>
                  <a:lnTo>
                    <a:pt x="173" y="107"/>
                  </a:lnTo>
                  <a:lnTo>
                    <a:pt x="147" y="107"/>
                  </a:lnTo>
                  <a:lnTo>
                    <a:pt x="147" y="27"/>
                  </a:lnTo>
                  <a:close/>
                  <a:moveTo>
                    <a:pt x="493" y="27"/>
                  </a:moveTo>
                  <a:lnTo>
                    <a:pt x="520" y="27"/>
                  </a:lnTo>
                  <a:lnTo>
                    <a:pt x="520" y="107"/>
                  </a:lnTo>
                  <a:lnTo>
                    <a:pt x="493" y="107"/>
                  </a:lnTo>
                  <a:lnTo>
                    <a:pt x="493" y="27"/>
                  </a:lnTo>
                  <a:close/>
                  <a:moveTo>
                    <a:pt x="27" y="80"/>
                  </a:moveTo>
                  <a:lnTo>
                    <a:pt x="120" y="80"/>
                  </a:lnTo>
                  <a:lnTo>
                    <a:pt x="120" y="107"/>
                  </a:lnTo>
                  <a:cubicBezTo>
                    <a:pt x="120" y="114"/>
                    <a:pt x="123" y="121"/>
                    <a:pt x="128" y="126"/>
                  </a:cubicBezTo>
                  <a:cubicBezTo>
                    <a:pt x="133" y="131"/>
                    <a:pt x="140" y="134"/>
                    <a:pt x="147" y="134"/>
                  </a:cubicBezTo>
                  <a:lnTo>
                    <a:pt x="173" y="134"/>
                  </a:lnTo>
                  <a:cubicBezTo>
                    <a:pt x="180" y="134"/>
                    <a:pt x="187" y="131"/>
                    <a:pt x="192" y="126"/>
                  </a:cubicBezTo>
                  <a:cubicBezTo>
                    <a:pt x="197" y="121"/>
                    <a:pt x="200" y="114"/>
                    <a:pt x="200" y="107"/>
                  </a:cubicBezTo>
                  <a:lnTo>
                    <a:pt x="200" y="80"/>
                  </a:lnTo>
                  <a:lnTo>
                    <a:pt x="467" y="80"/>
                  </a:lnTo>
                  <a:lnTo>
                    <a:pt x="467" y="107"/>
                  </a:lnTo>
                  <a:cubicBezTo>
                    <a:pt x="467" y="114"/>
                    <a:pt x="469" y="121"/>
                    <a:pt x="474" y="126"/>
                  </a:cubicBezTo>
                  <a:cubicBezTo>
                    <a:pt x="479" y="131"/>
                    <a:pt x="486" y="134"/>
                    <a:pt x="493" y="134"/>
                  </a:cubicBezTo>
                  <a:lnTo>
                    <a:pt x="520" y="134"/>
                  </a:lnTo>
                  <a:cubicBezTo>
                    <a:pt x="527" y="134"/>
                    <a:pt x="534" y="131"/>
                    <a:pt x="539" y="126"/>
                  </a:cubicBezTo>
                  <a:cubicBezTo>
                    <a:pt x="544" y="121"/>
                    <a:pt x="547" y="114"/>
                    <a:pt x="547" y="107"/>
                  </a:cubicBezTo>
                  <a:lnTo>
                    <a:pt x="547" y="80"/>
                  </a:lnTo>
                  <a:lnTo>
                    <a:pt x="640" y="80"/>
                  </a:lnTo>
                  <a:lnTo>
                    <a:pt x="640" y="187"/>
                  </a:lnTo>
                  <a:lnTo>
                    <a:pt x="27" y="187"/>
                  </a:lnTo>
                  <a:lnTo>
                    <a:pt x="27" y="80"/>
                  </a:lnTo>
                  <a:close/>
                  <a:moveTo>
                    <a:pt x="27" y="214"/>
                  </a:moveTo>
                  <a:lnTo>
                    <a:pt x="640" y="214"/>
                  </a:lnTo>
                  <a:lnTo>
                    <a:pt x="640" y="640"/>
                  </a:lnTo>
                  <a:lnTo>
                    <a:pt x="27" y="640"/>
                  </a:lnTo>
                  <a:lnTo>
                    <a:pt x="27" y="214"/>
                  </a:lnTo>
                  <a:close/>
                  <a:moveTo>
                    <a:pt x="93" y="280"/>
                  </a:moveTo>
                  <a:cubicBezTo>
                    <a:pt x="86" y="280"/>
                    <a:pt x="80" y="286"/>
                    <a:pt x="80" y="294"/>
                  </a:cubicBezTo>
                  <a:lnTo>
                    <a:pt x="80" y="574"/>
                  </a:lnTo>
                  <a:cubicBezTo>
                    <a:pt x="80" y="581"/>
                    <a:pt x="86" y="587"/>
                    <a:pt x="93" y="587"/>
                  </a:cubicBezTo>
                  <a:lnTo>
                    <a:pt x="400" y="587"/>
                  </a:lnTo>
                  <a:lnTo>
                    <a:pt x="573" y="587"/>
                  </a:lnTo>
                  <a:cubicBezTo>
                    <a:pt x="581" y="587"/>
                    <a:pt x="587" y="581"/>
                    <a:pt x="587" y="574"/>
                  </a:cubicBezTo>
                  <a:lnTo>
                    <a:pt x="587" y="294"/>
                  </a:lnTo>
                  <a:cubicBezTo>
                    <a:pt x="587" y="286"/>
                    <a:pt x="581" y="280"/>
                    <a:pt x="573" y="280"/>
                  </a:cubicBezTo>
                  <a:lnTo>
                    <a:pt x="93" y="280"/>
                  </a:lnTo>
                  <a:close/>
                  <a:moveTo>
                    <a:pt x="107" y="307"/>
                  </a:moveTo>
                  <a:lnTo>
                    <a:pt x="200" y="307"/>
                  </a:lnTo>
                  <a:lnTo>
                    <a:pt x="200" y="374"/>
                  </a:lnTo>
                  <a:lnTo>
                    <a:pt x="107" y="374"/>
                  </a:lnTo>
                  <a:lnTo>
                    <a:pt x="107" y="307"/>
                  </a:lnTo>
                  <a:close/>
                  <a:moveTo>
                    <a:pt x="227" y="307"/>
                  </a:moveTo>
                  <a:lnTo>
                    <a:pt x="320" y="307"/>
                  </a:lnTo>
                  <a:lnTo>
                    <a:pt x="320" y="374"/>
                  </a:lnTo>
                  <a:lnTo>
                    <a:pt x="227" y="374"/>
                  </a:lnTo>
                  <a:lnTo>
                    <a:pt x="227" y="307"/>
                  </a:lnTo>
                  <a:close/>
                  <a:moveTo>
                    <a:pt x="347" y="307"/>
                  </a:moveTo>
                  <a:lnTo>
                    <a:pt x="440" y="307"/>
                  </a:lnTo>
                  <a:lnTo>
                    <a:pt x="440" y="374"/>
                  </a:lnTo>
                  <a:lnTo>
                    <a:pt x="347" y="374"/>
                  </a:lnTo>
                  <a:lnTo>
                    <a:pt x="347" y="307"/>
                  </a:lnTo>
                  <a:close/>
                  <a:moveTo>
                    <a:pt x="467" y="307"/>
                  </a:moveTo>
                  <a:lnTo>
                    <a:pt x="560" y="307"/>
                  </a:lnTo>
                  <a:lnTo>
                    <a:pt x="560" y="374"/>
                  </a:lnTo>
                  <a:lnTo>
                    <a:pt x="467" y="374"/>
                  </a:lnTo>
                  <a:lnTo>
                    <a:pt x="467" y="307"/>
                  </a:lnTo>
                  <a:close/>
                  <a:moveTo>
                    <a:pt x="107" y="400"/>
                  </a:moveTo>
                  <a:lnTo>
                    <a:pt x="200" y="400"/>
                  </a:lnTo>
                  <a:lnTo>
                    <a:pt x="200" y="467"/>
                  </a:lnTo>
                  <a:lnTo>
                    <a:pt x="107" y="467"/>
                  </a:lnTo>
                  <a:lnTo>
                    <a:pt x="107" y="400"/>
                  </a:lnTo>
                  <a:close/>
                  <a:moveTo>
                    <a:pt x="227" y="400"/>
                  </a:moveTo>
                  <a:lnTo>
                    <a:pt x="320" y="400"/>
                  </a:lnTo>
                  <a:lnTo>
                    <a:pt x="320" y="467"/>
                  </a:lnTo>
                  <a:lnTo>
                    <a:pt x="227" y="467"/>
                  </a:lnTo>
                  <a:lnTo>
                    <a:pt x="227" y="400"/>
                  </a:lnTo>
                  <a:close/>
                  <a:moveTo>
                    <a:pt x="347" y="400"/>
                  </a:moveTo>
                  <a:lnTo>
                    <a:pt x="440" y="400"/>
                  </a:lnTo>
                  <a:lnTo>
                    <a:pt x="440" y="467"/>
                  </a:lnTo>
                  <a:lnTo>
                    <a:pt x="347" y="467"/>
                  </a:lnTo>
                  <a:lnTo>
                    <a:pt x="347" y="400"/>
                  </a:lnTo>
                  <a:close/>
                  <a:moveTo>
                    <a:pt x="467" y="400"/>
                  </a:moveTo>
                  <a:lnTo>
                    <a:pt x="560" y="400"/>
                  </a:lnTo>
                  <a:lnTo>
                    <a:pt x="560" y="467"/>
                  </a:lnTo>
                  <a:lnTo>
                    <a:pt x="467" y="467"/>
                  </a:lnTo>
                  <a:lnTo>
                    <a:pt x="467" y="400"/>
                  </a:lnTo>
                  <a:close/>
                  <a:moveTo>
                    <a:pt x="107" y="494"/>
                  </a:moveTo>
                  <a:lnTo>
                    <a:pt x="200" y="494"/>
                  </a:lnTo>
                  <a:lnTo>
                    <a:pt x="200" y="560"/>
                  </a:lnTo>
                  <a:lnTo>
                    <a:pt x="107" y="560"/>
                  </a:lnTo>
                  <a:lnTo>
                    <a:pt x="107" y="494"/>
                  </a:lnTo>
                  <a:close/>
                  <a:moveTo>
                    <a:pt x="227" y="494"/>
                  </a:moveTo>
                  <a:lnTo>
                    <a:pt x="320" y="494"/>
                  </a:lnTo>
                  <a:lnTo>
                    <a:pt x="320" y="560"/>
                  </a:lnTo>
                  <a:lnTo>
                    <a:pt x="227" y="560"/>
                  </a:lnTo>
                  <a:lnTo>
                    <a:pt x="227" y="494"/>
                  </a:lnTo>
                  <a:close/>
                  <a:moveTo>
                    <a:pt x="347" y="494"/>
                  </a:moveTo>
                  <a:lnTo>
                    <a:pt x="440" y="494"/>
                  </a:lnTo>
                  <a:lnTo>
                    <a:pt x="440" y="560"/>
                  </a:lnTo>
                  <a:lnTo>
                    <a:pt x="400" y="560"/>
                  </a:lnTo>
                  <a:lnTo>
                    <a:pt x="347" y="560"/>
                  </a:lnTo>
                  <a:lnTo>
                    <a:pt x="347" y="494"/>
                  </a:lnTo>
                  <a:close/>
                  <a:moveTo>
                    <a:pt x="467" y="494"/>
                  </a:moveTo>
                  <a:lnTo>
                    <a:pt x="560" y="494"/>
                  </a:lnTo>
                  <a:lnTo>
                    <a:pt x="560" y="560"/>
                  </a:lnTo>
                  <a:lnTo>
                    <a:pt x="467" y="560"/>
                  </a:lnTo>
                  <a:lnTo>
                    <a:pt x="467" y="49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5860E516-9BEE-7F50-F78A-D0A92644F5B5}"/>
              </a:ext>
            </a:extLst>
          </p:cNvPr>
          <p:cNvGrpSpPr/>
          <p:nvPr/>
        </p:nvGrpSpPr>
        <p:grpSpPr>
          <a:xfrm>
            <a:off x="2222135" y="1044040"/>
            <a:ext cx="5566251" cy="248679"/>
            <a:chOff x="2222135" y="2927844"/>
            <a:chExt cx="5566251" cy="248679"/>
          </a:xfrm>
        </p:grpSpPr>
        <p:sp>
          <p:nvSpPr>
            <p:cNvPr id="125" name="TextBox 30">
              <a:extLst>
                <a:ext uri="{FF2B5EF4-FFF2-40B4-BE49-F238E27FC236}">
                  <a16:creationId xmlns:a16="http://schemas.microsoft.com/office/drawing/2014/main" id="{BAF9F564-9209-1B09-9D99-29DF42FE2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133" y="2945691"/>
              <a:ext cx="382125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algn="l" latinLnBrk="1"/>
              <a:r>
                <a:rPr lang="ko-KR" altLang="en-US" sz="900" b="0" dirty="0" err="1">
                  <a:solidFill>
                    <a:schemeClr val="bg2">
                      <a:lumMod val="50000"/>
                    </a:schemeClr>
                  </a:solidFill>
                </a:rPr>
                <a:t>레이어팝업을</a:t>
              </a:r>
              <a:r>
                <a:rPr lang="ko-KR" altLang="en-US" sz="900" b="0" dirty="0">
                  <a:solidFill>
                    <a:schemeClr val="bg2">
                      <a:lumMod val="50000"/>
                    </a:schemeClr>
                  </a:solidFill>
                </a:rPr>
                <a:t> 이용하여 창이 아닌 레이어로 공지할 수 있습니다</a:t>
              </a:r>
              <a:r>
                <a:rPr lang="en-US" altLang="ko-KR" sz="900" b="0" dirty="0">
                  <a:solidFill>
                    <a:schemeClr val="bg2">
                      <a:lumMod val="50000"/>
                    </a:schemeClr>
                  </a:solidFill>
                </a:rPr>
                <a:t>.</a:t>
              </a:r>
              <a:endParaRPr lang="ko-KR" altLang="en-US" sz="900" b="0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  <p:grpSp>
          <p:nvGrpSpPr>
            <p:cNvPr id="25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FE2810BE-935F-DEA2-E0F8-AED17BEF07AB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2222135" y="2927844"/>
              <a:ext cx="824964" cy="235873"/>
              <a:chOff x="593892" y="1585163"/>
              <a:chExt cx="742748" cy="212366"/>
            </a:xfrm>
          </p:grpSpPr>
          <p:sp>
            <p:nvSpPr>
              <p:cNvPr id="26" name="Circle">
                <a:extLst>
                  <a:ext uri="{FF2B5EF4-FFF2-40B4-BE49-F238E27FC236}">
                    <a16:creationId xmlns:a16="http://schemas.microsoft.com/office/drawing/2014/main" id="{771B1F4C-3ACC-3BF6-6F44-988A65A50C88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" name="Check">
                <a:extLst>
                  <a:ext uri="{FF2B5EF4-FFF2-40B4-BE49-F238E27FC236}">
                    <a16:creationId xmlns:a16="http://schemas.microsoft.com/office/drawing/2014/main" id="{85743D13-30C7-07A4-12B7-3CAE78344B80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Label">
                <a:extLst>
                  <a:ext uri="{FF2B5EF4-FFF2-40B4-BE49-F238E27FC236}">
                    <a16:creationId xmlns:a16="http://schemas.microsoft.com/office/drawing/2014/main" id="{3829D38C-83CC-0017-F285-B2A14C840A1A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609398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일반팝업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60B049B4-6D66-58FC-A257-CC15B0832057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3092839" y="2951157"/>
              <a:ext cx="858164" cy="212366"/>
              <a:chOff x="593892" y="1585163"/>
              <a:chExt cx="858164" cy="212366"/>
            </a:xfrm>
          </p:grpSpPr>
          <p:sp>
            <p:nvSpPr>
              <p:cNvPr id="30" name="Circle">
                <a:extLst>
                  <a:ext uri="{FF2B5EF4-FFF2-40B4-BE49-F238E27FC236}">
                    <a16:creationId xmlns:a16="http://schemas.microsoft.com/office/drawing/2014/main" id="{6461A7F3-5D24-0BD3-404E-F4FD5C19D4FD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Check" hidden="1">
                <a:extLst>
                  <a:ext uri="{FF2B5EF4-FFF2-40B4-BE49-F238E27FC236}">
                    <a16:creationId xmlns:a16="http://schemas.microsoft.com/office/drawing/2014/main" id="{5753A6FB-44D7-C48D-0F72-75E9BBDAE05B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808080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Label">
                <a:extLst>
                  <a:ext uri="{FF2B5EF4-FFF2-40B4-BE49-F238E27FC236}">
                    <a16:creationId xmlns:a16="http://schemas.microsoft.com/office/drawing/2014/main" id="{0FA517BE-B84E-8599-A48A-A3D812D09DD1}"/>
                  </a:ext>
                </a:extLst>
              </p:cNvPr>
              <p:cNvSpPr txBox="1"/>
              <p:nvPr/>
            </p:nvSpPr>
            <p:spPr>
              <a:xfrm>
                <a:off x="727242" y="1585163"/>
                <a:ext cx="724814" cy="212366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9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레이어팝업</a:t>
                </a:r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5" name="Button">
            <a:extLst>
              <a:ext uri="{FF2B5EF4-FFF2-40B4-BE49-F238E27FC236}">
                <a16:creationId xmlns:a16="http://schemas.microsoft.com/office/drawing/2014/main" id="{D922964A-E49A-3212-037B-C4DF7DFAFA9B}"/>
              </a:ext>
            </a:extLst>
          </p:cNvPr>
          <p:cNvSpPr>
            <a:spLocks/>
          </p:cNvSpPr>
          <p:nvPr/>
        </p:nvSpPr>
        <p:spPr bwMode="auto">
          <a:xfrm>
            <a:off x="6520063" y="394510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6" name="Button">
            <a:extLst>
              <a:ext uri="{FF2B5EF4-FFF2-40B4-BE49-F238E27FC236}">
                <a16:creationId xmlns:a16="http://schemas.microsoft.com/office/drawing/2014/main" id="{2615C390-831E-E034-4982-A8B177B78A13}"/>
              </a:ext>
            </a:extLst>
          </p:cNvPr>
          <p:cNvSpPr>
            <a:spLocks/>
          </p:cNvSpPr>
          <p:nvPr/>
        </p:nvSpPr>
        <p:spPr bwMode="auto">
          <a:xfrm>
            <a:off x="7325013" y="3945108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" name="Button">
            <a:extLst>
              <a:ext uri="{FF2B5EF4-FFF2-40B4-BE49-F238E27FC236}">
                <a16:creationId xmlns:a16="http://schemas.microsoft.com/office/drawing/2014/main" id="{541381BE-1D21-B762-CFD9-68590FD7028A}"/>
              </a:ext>
            </a:extLst>
          </p:cNvPr>
          <p:cNvSpPr>
            <a:spLocks/>
          </p:cNvSpPr>
          <p:nvPr/>
        </p:nvSpPr>
        <p:spPr bwMode="auto">
          <a:xfrm>
            <a:off x="610056" y="3945108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목록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05B845E3-B6D5-5777-587B-F34119568B07}"/>
              </a:ext>
            </a:extLst>
          </p:cNvPr>
          <p:cNvGrpSpPr/>
          <p:nvPr/>
        </p:nvGrpSpPr>
        <p:grpSpPr>
          <a:xfrm>
            <a:off x="2189518" y="2295018"/>
            <a:ext cx="2910616" cy="260978"/>
            <a:chOff x="2250145" y="2606897"/>
            <a:chExt cx="2910616" cy="260978"/>
          </a:xfrm>
        </p:grpSpPr>
        <p:sp>
          <p:nvSpPr>
            <p:cNvPr id="15" name="Panel">
              <a:extLst>
                <a:ext uri="{FF2B5EF4-FFF2-40B4-BE49-F238E27FC236}">
                  <a16:creationId xmlns:a16="http://schemas.microsoft.com/office/drawing/2014/main" id="{DF35D197-4193-91B2-43DF-4B9DC6338F7C}"/>
                </a:ext>
              </a:extLst>
            </p:cNvPr>
            <p:cNvSpPr/>
            <p:nvPr/>
          </p:nvSpPr>
          <p:spPr>
            <a:xfrm>
              <a:off x="3337096" y="2615582"/>
              <a:ext cx="829026" cy="25229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" name="TextBox 30">
              <a:extLst>
                <a:ext uri="{FF2B5EF4-FFF2-40B4-BE49-F238E27FC236}">
                  <a16:creationId xmlns:a16="http://schemas.microsoft.com/office/drawing/2014/main" id="{258AD9D0-36E3-DFBA-1C32-B150A4AEA7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198" y="2623333"/>
              <a:ext cx="10054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 err="1"/>
                <a:t>px</a:t>
              </a:r>
              <a:endParaRPr lang="ko-KR" altLang="en-US" sz="900" dirty="0"/>
            </a:p>
          </p:txBody>
        </p:sp>
        <p:sp>
          <p:nvSpPr>
            <p:cNvPr id="17" name="TextBox 30">
              <a:extLst>
                <a:ext uri="{FF2B5EF4-FFF2-40B4-BE49-F238E27FC236}">
                  <a16:creationId xmlns:a16="http://schemas.microsoft.com/office/drawing/2014/main" id="{07C40CEA-FDDE-F490-417C-4ED25879A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5301" y="2606897"/>
              <a:ext cx="10054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 err="1"/>
                <a:t>px</a:t>
              </a:r>
              <a:endParaRPr lang="ko-KR" altLang="en-US" sz="900" dirty="0"/>
            </a:p>
          </p:txBody>
        </p:sp>
        <p:sp>
          <p:nvSpPr>
            <p:cNvPr id="33" name="Panel">
              <a:extLst>
                <a:ext uri="{FF2B5EF4-FFF2-40B4-BE49-F238E27FC236}">
                  <a16:creationId xmlns:a16="http://schemas.microsoft.com/office/drawing/2014/main" id="{C982719B-8F85-5AB8-E9C0-5B6AE43DF907}"/>
                </a:ext>
              </a:extLst>
            </p:cNvPr>
            <p:cNvSpPr/>
            <p:nvPr/>
          </p:nvSpPr>
          <p:spPr>
            <a:xfrm>
              <a:off x="2250145" y="2615582"/>
              <a:ext cx="829026" cy="25229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EAFFF7C-A294-0918-9F8F-C4A0B8984F7A}"/>
              </a:ext>
            </a:extLst>
          </p:cNvPr>
          <p:cNvGrpSpPr/>
          <p:nvPr/>
        </p:nvGrpSpPr>
        <p:grpSpPr>
          <a:xfrm>
            <a:off x="2186994" y="2602845"/>
            <a:ext cx="2910616" cy="260978"/>
            <a:chOff x="2250145" y="2606897"/>
            <a:chExt cx="2910616" cy="260978"/>
          </a:xfrm>
        </p:grpSpPr>
        <p:sp>
          <p:nvSpPr>
            <p:cNvPr id="36" name="Panel">
              <a:extLst>
                <a:ext uri="{FF2B5EF4-FFF2-40B4-BE49-F238E27FC236}">
                  <a16:creationId xmlns:a16="http://schemas.microsoft.com/office/drawing/2014/main" id="{609F258D-E71A-61E4-1857-6CA2CAFCD8C4}"/>
                </a:ext>
              </a:extLst>
            </p:cNvPr>
            <p:cNvSpPr/>
            <p:nvPr/>
          </p:nvSpPr>
          <p:spPr>
            <a:xfrm>
              <a:off x="3337096" y="2615582"/>
              <a:ext cx="829026" cy="25229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TextBox 30">
              <a:extLst>
                <a:ext uri="{FF2B5EF4-FFF2-40B4-BE49-F238E27FC236}">
                  <a16:creationId xmlns:a16="http://schemas.microsoft.com/office/drawing/2014/main" id="{E8597047-F9B1-F69E-A5B5-8A3EDEF63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198" y="2623333"/>
              <a:ext cx="10054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 err="1"/>
                <a:t>px</a:t>
              </a:r>
              <a:endParaRPr lang="ko-KR" altLang="en-US" sz="900" dirty="0"/>
            </a:p>
          </p:txBody>
        </p:sp>
        <p:sp>
          <p:nvSpPr>
            <p:cNvPr id="38" name="TextBox 30">
              <a:extLst>
                <a:ext uri="{FF2B5EF4-FFF2-40B4-BE49-F238E27FC236}">
                  <a16:creationId xmlns:a16="http://schemas.microsoft.com/office/drawing/2014/main" id="{E43A1A87-B2B2-E71B-8A75-ABD69A670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5301" y="2606897"/>
              <a:ext cx="100546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 err="1"/>
                <a:t>px</a:t>
              </a:r>
              <a:endParaRPr lang="ko-KR" altLang="en-US" sz="900" dirty="0"/>
            </a:p>
          </p:txBody>
        </p:sp>
        <p:sp>
          <p:nvSpPr>
            <p:cNvPr id="39" name="Panel">
              <a:extLst>
                <a:ext uri="{FF2B5EF4-FFF2-40B4-BE49-F238E27FC236}">
                  <a16:creationId xmlns:a16="http://schemas.microsoft.com/office/drawing/2014/main" id="{1442EC46-9975-CC4B-F5F3-E5C45112CF97}"/>
                </a:ext>
              </a:extLst>
            </p:cNvPr>
            <p:cNvSpPr/>
            <p:nvPr/>
          </p:nvSpPr>
          <p:spPr>
            <a:xfrm>
              <a:off x="2250145" y="2615582"/>
              <a:ext cx="829026" cy="25229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875D4DF-6672-4275-3814-70125180C2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2824289"/>
              </p:ext>
            </p:extLst>
          </p:nvPr>
        </p:nvGraphicFramePr>
        <p:xfrm>
          <a:off x="9696887" y="292432"/>
          <a:ext cx="2498015" cy="333064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팝업 정보를 등록 및 수정합니다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팝업형태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일반팝업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레이어팝업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시작일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종료일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date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en-US" altLang="ko-KR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xxxx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-xx-xx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형식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3.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팝업가로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세로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팝업위치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en-US" altLang="ko-KR" sz="800" b="1" dirty="0"/>
                        <a:t>Top/Left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 &lt;number&gt;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362880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이미지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파일선택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button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&gt;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클릭하여 파일을 업로드 및 파일 삭제 할 수 있습니다</a:t>
                      </a:r>
                      <a:endParaRPr lang="en-US" altLang="ko-KR" sz="800" b="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441078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클릭 시 이동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&lt;link&gt;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9415858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타겟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&lt;radio&gt;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6049857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18A1232-1448-31EB-86A0-7C7025C8991D}"/>
              </a:ext>
            </a:extLst>
          </p:cNvPr>
          <p:cNvSpPr/>
          <p:nvPr/>
        </p:nvSpPr>
        <p:spPr>
          <a:xfrm>
            <a:off x="396599" y="100338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ED736B-A70A-6834-FBE5-1EE7A928F970}"/>
              </a:ext>
            </a:extLst>
          </p:cNvPr>
          <p:cNvSpPr/>
          <p:nvPr/>
        </p:nvSpPr>
        <p:spPr>
          <a:xfrm>
            <a:off x="396599" y="165113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7E5AD90-E8E6-720A-6F09-8915D9423266}"/>
              </a:ext>
            </a:extLst>
          </p:cNvPr>
          <p:cNvSpPr/>
          <p:nvPr/>
        </p:nvSpPr>
        <p:spPr>
          <a:xfrm>
            <a:off x="396599" y="226885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9A5E0BD-B821-4FF7-D85F-86F876BB48BF}"/>
              </a:ext>
            </a:extLst>
          </p:cNvPr>
          <p:cNvSpPr/>
          <p:nvPr/>
        </p:nvSpPr>
        <p:spPr>
          <a:xfrm>
            <a:off x="396599" y="2902346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24" name="Button">
            <a:extLst>
              <a:ext uri="{FF2B5EF4-FFF2-40B4-BE49-F238E27FC236}">
                <a16:creationId xmlns:a16="http://schemas.microsoft.com/office/drawing/2014/main" id="{116CE74A-00E1-E889-DE28-510D0DEFD1EE}"/>
              </a:ext>
            </a:extLst>
          </p:cNvPr>
          <p:cNvSpPr>
            <a:spLocks/>
          </p:cNvSpPr>
          <p:nvPr/>
        </p:nvSpPr>
        <p:spPr bwMode="auto">
          <a:xfrm>
            <a:off x="2931469" y="2925018"/>
            <a:ext cx="427553" cy="241995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8A062FB-849E-477F-819D-63161C44CC10}"/>
              </a:ext>
            </a:extLst>
          </p:cNvPr>
          <p:cNvSpPr/>
          <p:nvPr/>
        </p:nvSpPr>
        <p:spPr>
          <a:xfrm>
            <a:off x="396599" y="326487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21263D8-C175-C1D4-8503-6112B4BF3AE0}"/>
              </a:ext>
            </a:extLst>
          </p:cNvPr>
          <p:cNvSpPr/>
          <p:nvPr/>
        </p:nvSpPr>
        <p:spPr>
          <a:xfrm>
            <a:off x="396599" y="354873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6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97164305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3E4158-8361-C1C6-4619-F231A0A07A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30">
            <a:extLst>
              <a:ext uri="{FF2B5EF4-FFF2-40B4-BE49-F238E27FC236}">
                <a16:creationId xmlns:a16="http://schemas.microsoft.com/office/drawing/2014/main" id="{F1B2EAD8-B130-8238-2151-8FA8A9B0A0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패밀리사이트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6FFD445-6389-F03D-0FC1-47FB7DA877C7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패밀리사이트 관리</a:t>
            </a: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E1A8163C-7C3C-A563-866E-B1ED37A164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9621553"/>
              </p:ext>
            </p:extLst>
          </p:nvPr>
        </p:nvGraphicFramePr>
        <p:xfrm>
          <a:off x="9696887" y="292432"/>
          <a:ext cx="2498015" cy="403723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패밀리 사이트를 등록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수정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삭제하는 관리 페이지입니다</a:t>
                      </a:r>
                      <a:endParaRPr lang="en-US" altLang="ko-KR" sz="800" b="1" dirty="0"/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순서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사이트명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URL,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관리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2. UP/DOWN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화살표 클릭 시 순서 변경가능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738879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사용여부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&lt;checkbox&gt;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사용여부는 기본적으로 체크가 해지로 지정됨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08480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800" b="1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 저장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메뉴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URL,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사용여부 수정 시 저장버튼 클릭 시 저장</a:t>
                      </a:r>
                      <a:endParaRPr lang="en-US" altLang="ko-KR" sz="800" baseline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삭제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&lt;button&gt;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삭제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클릭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alert(‘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삭제하시겠습니까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?’)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표출</a:t>
                      </a:r>
                      <a:endParaRPr lang="en-US" altLang="ko-KR" sz="80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</a:rPr>
                        <a:t>신규등록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</a:rPr>
                        <a:t>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클릭 시 리스트에 신규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</a:rPr>
                        <a:t>생성이되며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</a:rPr>
                        <a:t>작성 후 저장버튼을 클릭 하여 등록합니다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755265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1593B40-4FC7-3D67-B4F7-8F2A9FA52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1788445"/>
              </p:ext>
            </p:extLst>
          </p:nvPr>
        </p:nvGraphicFramePr>
        <p:xfrm>
          <a:off x="290415" y="1315364"/>
          <a:ext cx="8820312" cy="27534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0930">
                  <a:extLst>
                    <a:ext uri="{9D8B030D-6E8A-4147-A177-3AD203B41FA5}">
                      <a16:colId xmlns:a16="http://schemas.microsoft.com/office/drawing/2014/main" val="3569056008"/>
                    </a:ext>
                  </a:extLst>
                </a:gridCol>
                <a:gridCol w="733245">
                  <a:extLst>
                    <a:ext uri="{9D8B030D-6E8A-4147-A177-3AD203B41FA5}">
                      <a16:colId xmlns:a16="http://schemas.microsoft.com/office/drawing/2014/main" val="492427166"/>
                    </a:ext>
                  </a:extLst>
                </a:gridCol>
                <a:gridCol w="2639683">
                  <a:extLst>
                    <a:ext uri="{9D8B030D-6E8A-4147-A177-3AD203B41FA5}">
                      <a16:colId xmlns:a16="http://schemas.microsoft.com/office/drawing/2014/main" val="1139876521"/>
                    </a:ext>
                  </a:extLst>
                </a:gridCol>
                <a:gridCol w="3234870">
                  <a:extLst>
                    <a:ext uri="{9D8B030D-6E8A-4147-A177-3AD203B41FA5}">
                      <a16:colId xmlns:a16="http://schemas.microsoft.com/office/drawing/2014/main" val="143449749"/>
                    </a:ext>
                  </a:extLst>
                </a:gridCol>
                <a:gridCol w="746494">
                  <a:extLst>
                    <a:ext uri="{9D8B030D-6E8A-4147-A177-3AD203B41FA5}">
                      <a16:colId xmlns:a16="http://schemas.microsoft.com/office/drawing/2014/main" val="1732095002"/>
                    </a:ext>
                  </a:extLst>
                </a:gridCol>
                <a:gridCol w="1065090">
                  <a:extLst>
                    <a:ext uri="{9D8B030D-6E8A-4147-A177-3AD203B41FA5}">
                      <a16:colId xmlns:a16="http://schemas.microsoft.com/office/drawing/2014/main" val="2201443100"/>
                    </a:ext>
                  </a:extLst>
                </a:gridCol>
              </a:tblGrid>
              <a:tr h="289153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순서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사이트명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URL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사용여부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39624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808863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003925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331192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152248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955441"/>
                  </a:ext>
                </a:extLst>
              </a:tr>
              <a:tr h="410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6247" marR="76247" marT="38124" marB="38124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56418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F525830-6899-F9A1-2F20-E91CA407806E}"/>
              </a:ext>
            </a:extLst>
          </p:cNvPr>
          <p:cNvSpPr txBox="1"/>
          <p:nvPr/>
        </p:nvSpPr>
        <p:spPr>
          <a:xfrm>
            <a:off x="234432" y="817730"/>
            <a:ext cx="27097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패밀리사이트 관리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48116E58-48D0-949D-0DBB-4B77CF77C4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985" y="1690077"/>
            <a:ext cx="657317" cy="238158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54176DFD-4D1F-9CFD-AE05-C78FC1AD0B9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985" y="2096781"/>
            <a:ext cx="657317" cy="238158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9E79A6E6-C53A-8C28-21E9-746252A802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985" y="2511966"/>
            <a:ext cx="657317" cy="238158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4ABAC06D-16AC-1A84-FD54-DE68157F9C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985" y="2931971"/>
            <a:ext cx="657317" cy="238158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8E747BEF-A5BA-AFCA-9282-6B40927372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985" y="3331077"/>
            <a:ext cx="657317" cy="238158"/>
          </a:xfrm>
          <a:prstGeom prst="rect">
            <a:avLst/>
          </a:prstGeom>
        </p:spPr>
      </p:pic>
      <p:grpSp>
        <p:nvGrpSpPr>
          <p:cNvPr id="28" name="그룹 27">
            <a:extLst>
              <a:ext uri="{FF2B5EF4-FFF2-40B4-BE49-F238E27FC236}">
                <a16:creationId xmlns:a16="http://schemas.microsoft.com/office/drawing/2014/main" id="{838CBE72-1E5D-914A-34A4-3BECDC4406A9}"/>
              </a:ext>
            </a:extLst>
          </p:cNvPr>
          <p:cNvGrpSpPr/>
          <p:nvPr/>
        </p:nvGrpSpPr>
        <p:grpSpPr>
          <a:xfrm>
            <a:off x="7615905" y="1744361"/>
            <a:ext cx="151811" cy="131556"/>
            <a:chOff x="8674617" y="6575604"/>
            <a:chExt cx="151811" cy="131556"/>
          </a:xfrm>
        </p:grpSpPr>
        <p:grpSp>
          <p:nvGrpSpPr>
            <p:cNvPr id="2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20C53A9E-0FC3-F1A7-F386-3AD976B02442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37" name="Box">
                <a:extLst>
                  <a:ext uri="{FF2B5EF4-FFF2-40B4-BE49-F238E27FC236}">
                    <a16:creationId xmlns:a16="http://schemas.microsoft.com/office/drawing/2014/main" id="{C485664B-AC7A-0FBA-9B8C-B6B2B8BEA0C0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Check" hidden="1">
                <a:extLst>
                  <a:ext uri="{FF2B5EF4-FFF2-40B4-BE49-F238E27FC236}">
                    <a16:creationId xmlns:a16="http://schemas.microsoft.com/office/drawing/2014/main" id="{09345531-D96F-455A-35CC-C53D488268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" name="Accept">
              <a:extLst>
                <a:ext uri="{FF2B5EF4-FFF2-40B4-BE49-F238E27FC236}">
                  <a16:creationId xmlns:a16="http://schemas.microsoft.com/office/drawing/2014/main" id="{93378597-2732-3BFA-7C9E-E91F55D04B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92CCDFA1-079F-5FB6-CF5A-52CDA120D155}"/>
              </a:ext>
            </a:extLst>
          </p:cNvPr>
          <p:cNvGrpSpPr/>
          <p:nvPr/>
        </p:nvGrpSpPr>
        <p:grpSpPr>
          <a:xfrm>
            <a:off x="7615905" y="2156016"/>
            <a:ext cx="151811" cy="131556"/>
            <a:chOff x="8674617" y="6575604"/>
            <a:chExt cx="151811" cy="131556"/>
          </a:xfrm>
        </p:grpSpPr>
        <p:grpSp>
          <p:nvGrpSpPr>
            <p:cNvPr id="7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311BA300-8783-CDF3-0CCD-96EDDE4AA3A0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73" name="Box">
                <a:extLst>
                  <a:ext uri="{FF2B5EF4-FFF2-40B4-BE49-F238E27FC236}">
                    <a16:creationId xmlns:a16="http://schemas.microsoft.com/office/drawing/2014/main" id="{28FCE237-2660-2AF1-25B0-C16ED46427A2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Check" hidden="1">
                <a:extLst>
                  <a:ext uri="{FF2B5EF4-FFF2-40B4-BE49-F238E27FC236}">
                    <a16:creationId xmlns:a16="http://schemas.microsoft.com/office/drawing/2014/main" id="{7C7657CD-A0E2-EE2A-1F69-BFEF75DD6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2" name="Accept">
              <a:extLst>
                <a:ext uri="{FF2B5EF4-FFF2-40B4-BE49-F238E27FC236}">
                  <a16:creationId xmlns:a16="http://schemas.microsoft.com/office/drawing/2014/main" id="{47570409-3432-A6DC-0193-FB3EB0DC62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3505DDA-19D1-01AB-22E3-BF54210D0D20}"/>
              </a:ext>
            </a:extLst>
          </p:cNvPr>
          <p:cNvGrpSpPr/>
          <p:nvPr/>
        </p:nvGrpSpPr>
        <p:grpSpPr>
          <a:xfrm>
            <a:off x="7615905" y="3390981"/>
            <a:ext cx="151811" cy="131556"/>
            <a:chOff x="8674617" y="6575604"/>
            <a:chExt cx="151811" cy="131556"/>
          </a:xfrm>
        </p:grpSpPr>
        <p:grpSp>
          <p:nvGrpSpPr>
            <p:cNvPr id="7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98E43207-6CF5-3D24-6405-8954CA47A4A8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78" name="Box">
                <a:extLst>
                  <a:ext uri="{FF2B5EF4-FFF2-40B4-BE49-F238E27FC236}">
                    <a16:creationId xmlns:a16="http://schemas.microsoft.com/office/drawing/2014/main" id="{B3ECA010-3EA0-56ED-42EC-6116C9F9FDAE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Check" hidden="1">
                <a:extLst>
                  <a:ext uri="{FF2B5EF4-FFF2-40B4-BE49-F238E27FC236}">
                    <a16:creationId xmlns:a16="http://schemas.microsoft.com/office/drawing/2014/main" id="{0A3894E8-5695-FC19-2B55-0792D69A90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7" name="Accept">
              <a:extLst>
                <a:ext uri="{FF2B5EF4-FFF2-40B4-BE49-F238E27FC236}">
                  <a16:creationId xmlns:a16="http://schemas.microsoft.com/office/drawing/2014/main" id="{E90F6D00-A275-0B9E-A7CD-8B750EE29C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41A920B-35DB-4DD8-BFB4-D7681E4E0D49}"/>
              </a:ext>
            </a:extLst>
          </p:cNvPr>
          <p:cNvGrpSpPr/>
          <p:nvPr/>
        </p:nvGrpSpPr>
        <p:grpSpPr>
          <a:xfrm>
            <a:off x="7615905" y="2979326"/>
            <a:ext cx="151811" cy="131556"/>
            <a:chOff x="8674617" y="6575604"/>
            <a:chExt cx="151811" cy="131556"/>
          </a:xfrm>
        </p:grpSpPr>
        <p:grpSp>
          <p:nvGrpSpPr>
            <p:cNvPr id="8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443C71FE-C5A2-7300-83B5-AA1630511531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83" name="Box">
                <a:extLst>
                  <a:ext uri="{FF2B5EF4-FFF2-40B4-BE49-F238E27FC236}">
                    <a16:creationId xmlns:a16="http://schemas.microsoft.com/office/drawing/2014/main" id="{27C15E7F-7D2C-E82F-2D7B-5A3D84BBD078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4" name="Check" hidden="1">
                <a:extLst>
                  <a:ext uri="{FF2B5EF4-FFF2-40B4-BE49-F238E27FC236}">
                    <a16:creationId xmlns:a16="http://schemas.microsoft.com/office/drawing/2014/main" id="{4A1B0917-CE12-FB38-19E7-50230EEF13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2" name="Accept">
              <a:extLst>
                <a:ext uri="{FF2B5EF4-FFF2-40B4-BE49-F238E27FC236}">
                  <a16:creationId xmlns:a16="http://schemas.microsoft.com/office/drawing/2014/main" id="{FCAE710F-CDF4-D330-9764-A18C2531A1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075810E0-3F44-BBAF-3E5A-6E61C19C4EAF}"/>
              </a:ext>
            </a:extLst>
          </p:cNvPr>
          <p:cNvGrpSpPr/>
          <p:nvPr/>
        </p:nvGrpSpPr>
        <p:grpSpPr>
          <a:xfrm>
            <a:off x="7615905" y="2567671"/>
            <a:ext cx="151811" cy="131556"/>
            <a:chOff x="8674617" y="6575604"/>
            <a:chExt cx="151811" cy="131556"/>
          </a:xfrm>
        </p:grpSpPr>
        <p:grpSp>
          <p:nvGrpSpPr>
            <p:cNvPr id="86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698CB260-8F11-AE1D-9E35-45507935DFD7}"/>
                </a:ext>
              </a:extLst>
            </p:cNvPr>
            <p:cNvGrpSpPr/>
            <p:nvPr/>
          </p:nvGrpSpPr>
          <p:grpSpPr>
            <a:xfrm>
              <a:off x="8674617" y="6575604"/>
              <a:ext cx="134678" cy="131556"/>
              <a:chOff x="529752" y="2632644"/>
              <a:chExt cx="134678" cy="131556"/>
            </a:xfrm>
          </p:grpSpPr>
          <p:sp>
            <p:nvSpPr>
              <p:cNvPr id="88" name="Box">
                <a:extLst>
                  <a:ext uri="{FF2B5EF4-FFF2-40B4-BE49-F238E27FC236}">
                    <a16:creationId xmlns:a16="http://schemas.microsoft.com/office/drawing/2014/main" id="{4B930CA7-CD1C-46E2-19B1-6B8FF0D3731F}"/>
                  </a:ext>
                </a:extLst>
              </p:cNvPr>
              <p:cNvSpPr/>
              <p:nvPr/>
            </p:nvSpPr>
            <p:spPr>
              <a:xfrm>
                <a:off x="529752" y="2632644"/>
                <a:ext cx="131556" cy="131556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Check" hidden="1">
                <a:extLst>
                  <a:ext uri="{FF2B5EF4-FFF2-40B4-BE49-F238E27FC236}">
                    <a16:creationId xmlns:a16="http://schemas.microsoft.com/office/drawing/2014/main" id="{A1DD8DA9-8098-47F6-3035-F6CBCC0D89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7" name="Accept">
              <a:extLst>
                <a:ext uri="{FF2B5EF4-FFF2-40B4-BE49-F238E27FC236}">
                  <a16:creationId xmlns:a16="http://schemas.microsoft.com/office/drawing/2014/main" id="{EACE4257-36D7-BA1B-EF26-F937D682EA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99428" y="6575604"/>
              <a:ext cx="127000" cy="11271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Panel">
            <a:extLst>
              <a:ext uri="{FF2B5EF4-FFF2-40B4-BE49-F238E27FC236}">
                <a16:creationId xmlns:a16="http://schemas.microsoft.com/office/drawing/2014/main" id="{9A0766B7-7B13-D42F-83E0-1A2EA7B26202}"/>
              </a:ext>
            </a:extLst>
          </p:cNvPr>
          <p:cNvSpPr/>
          <p:nvPr/>
        </p:nvSpPr>
        <p:spPr>
          <a:xfrm>
            <a:off x="1511627" y="1655573"/>
            <a:ext cx="2293856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0" dirty="0">
                <a:solidFill>
                  <a:schemeClr val="tx1"/>
                </a:solidFill>
              </a:rPr>
              <a:t>주안미디어</a:t>
            </a:r>
            <a:r>
              <a:rPr lang="en-US" altLang="ko-KR" sz="900" b="0" dirty="0">
                <a:solidFill>
                  <a:schemeClr val="tx1"/>
                </a:solidFill>
              </a:rPr>
              <a:t>TV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08" name="Panel">
            <a:extLst>
              <a:ext uri="{FF2B5EF4-FFF2-40B4-BE49-F238E27FC236}">
                <a16:creationId xmlns:a16="http://schemas.microsoft.com/office/drawing/2014/main" id="{98DB1C99-F60B-6637-A230-58238B94BEE0}"/>
              </a:ext>
            </a:extLst>
          </p:cNvPr>
          <p:cNvSpPr/>
          <p:nvPr/>
        </p:nvSpPr>
        <p:spPr>
          <a:xfrm>
            <a:off x="1511626" y="2067228"/>
            <a:ext cx="2293856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lang="ko-KR" altLang="en-US" sz="900" b="0" kern="1200" dirty="0" err="1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  <a:cs typeface="+mn-cs"/>
              </a:rPr>
              <a:t>미추홀한삭문화원</a:t>
            </a:r>
            <a:endParaRPr kumimoji="0" lang="ko-KR" altLang="en-US" sz="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9" name="Panel">
            <a:extLst>
              <a:ext uri="{FF2B5EF4-FFF2-40B4-BE49-F238E27FC236}">
                <a16:creationId xmlns:a16="http://schemas.microsoft.com/office/drawing/2014/main" id="{FE523609-6A73-71C1-E65B-1668D40DD49B}"/>
              </a:ext>
            </a:extLst>
          </p:cNvPr>
          <p:cNvSpPr/>
          <p:nvPr/>
        </p:nvSpPr>
        <p:spPr>
          <a:xfrm>
            <a:off x="1511625" y="2487597"/>
            <a:ext cx="2293856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 err="1">
                <a:solidFill>
                  <a:prstClr val="black"/>
                </a:solidFill>
              </a:rPr>
              <a:t>영화공간주안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0" name="Panel">
            <a:extLst>
              <a:ext uri="{FF2B5EF4-FFF2-40B4-BE49-F238E27FC236}">
                <a16:creationId xmlns:a16="http://schemas.microsoft.com/office/drawing/2014/main" id="{40FA7088-FE33-8091-B625-AB12B58BB320}"/>
              </a:ext>
            </a:extLst>
          </p:cNvPr>
          <p:cNvSpPr/>
          <p:nvPr/>
        </p:nvSpPr>
        <p:spPr>
          <a:xfrm>
            <a:off x="1511625" y="2894626"/>
            <a:ext cx="2293856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schemeClr val="tx1"/>
                </a:solidFill>
              </a:rPr>
              <a:t>인천광역시 </a:t>
            </a:r>
            <a:r>
              <a:rPr lang="ko-KR" altLang="en-US" sz="900" dirty="0" err="1">
                <a:solidFill>
                  <a:schemeClr val="tx1"/>
                </a:solidFill>
              </a:rPr>
              <a:t>미추홀구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11" name="Panel">
            <a:extLst>
              <a:ext uri="{FF2B5EF4-FFF2-40B4-BE49-F238E27FC236}">
                <a16:creationId xmlns:a16="http://schemas.microsoft.com/office/drawing/2014/main" id="{2581F74F-3926-D40E-1E2C-5473CF58D7C6}"/>
              </a:ext>
            </a:extLst>
          </p:cNvPr>
          <p:cNvSpPr/>
          <p:nvPr/>
        </p:nvSpPr>
        <p:spPr>
          <a:xfrm>
            <a:off x="1511625" y="3302193"/>
            <a:ext cx="2293856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lang="ko-KR" altLang="en-US" sz="900" dirty="0">
                <a:solidFill>
                  <a:prstClr val="black"/>
                </a:solidFill>
              </a:rPr>
              <a:t>아이미디어스쿨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1AA00B1A-D8E1-ECB9-EA0F-F46F467C06B0}"/>
              </a:ext>
            </a:extLst>
          </p:cNvPr>
          <p:cNvSpPr/>
          <p:nvPr/>
        </p:nvSpPr>
        <p:spPr>
          <a:xfrm>
            <a:off x="226093" y="120951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D617358C-AF42-7CDA-9E36-A0C2A6169315}"/>
              </a:ext>
            </a:extLst>
          </p:cNvPr>
          <p:cNvSpPr/>
          <p:nvPr/>
        </p:nvSpPr>
        <p:spPr>
          <a:xfrm>
            <a:off x="611822" y="158966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7BF167FF-F247-F637-994B-91A2539806F4}"/>
              </a:ext>
            </a:extLst>
          </p:cNvPr>
          <p:cNvSpPr/>
          <p:nvPr/>
        </p:nvSpPr>
        <p:spPr>
          <a:xfrm>
            <a:off x="9158756" y="3739548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5</a:t>
            </a:r>
            <a:endParaRPr lang="ko-KR" altLang="en-US" sz="1050" b="1" dirty="0"/>
          </a:p>
        </p:txBody>
      </p:sp>
      <p:sp>
        <p:nvSpPr>
          <p:cNvPr id="117" name="Panel">
            <a:extLst>
              <a:ext uri="{FF2B5EF4-FFF2-40B4-BE49-F238E27FC236}">
                <a16:creationId xmlns:a16="http://schemas.microsoft.com/office/drawing/2014/main" id="{B1601C03-069C-D756-E72F-C57CD3E133DD}"/>
              </a:ext>
            </a:extLst>
          </p:cNvPr>
          <p:cNvSpPr/>
          <p:nvPr/>
        </p:nvSpPr>
        <p:spPr>
          <a:xfrm>
            <a:off x="4164247" y="1651882"/>
            <a:ext cx="306267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b="0" dirty="0">
                <a:solidFill>
                  <a:schemeClr val="tx1"/>
                </a:solidFill>
              </a:rPr>
              <a:t>http://www.juanmtv.or.kr/main.do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18" name="Panel">
            <a:extLst>
              <a:ext uri="{FF2B5EF4-FFF2-40B4-BE49-F238E27FC236}">
                <a16:creationId xmlns:a16="http://schemas.microsoft.com/office/drawing/2014/main" id="{64951698-EFF9-588B-B44F-DF51384A7E6A}"/>
              </a:ext>
            </a:extLst>
          </p:cNvPr>
          <p:cNvSpPr/>
          <p:nvPr/>
        </p:nvSpPr>
        <p:spPr>
          <a:xfrm>
            <a:off x="4164246" y="2063537"/>
            <a:ext cx="306267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lang="en-US" altLang="ko-KR" sz="900" b="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  <a:cs typeface="+mn-cs"/>
              </a:rPr>
              <a:t>http://www.haksanculture.or.kr/</a:t>
            </a:r>
            <a:endParaRPr kumimoji="0" lang="ko-KR" altLang="en-US" sz="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Panel">
            <a:extLst>
              <a:ext uri="{FF2B5EF4-FFF2-40B4-BE49-F238E27FC236}">
                <a16:creationId xmlns:a16="http://schemas.microsoft.com/office/drawing/2014/main" id="{02839222-6F4D-960F-94D1-91024BE7D70E}"/>
              </a:ext>
            </a:extLst>
          </p:cNvPr>
          <p:cNvSpPr/>
          <p:nvPr/>
        </p:nvSpPr>
        <p:spPr>
          <a:xfrm>
            <a:off x="4164245" y="2483906"/>
            <a:ext cx="306267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solidFill>
                  <a:prstClr val="black"/>
                </a:solidFill>
              </a:rPr>
              <a:t>http://www.cinespacejuan.com/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0" name="Panel">
            <a:extLst>
              <a:ext uri="{FF2B5EF4-FFF2-40B4-BE49-F238E27FC236}">
                <a16:creationId xmlns:a16="http://schemas.microsoft.com/office/drawing/2014/main" id="{253A720E-D736-7B5D-3831-D5F2F5FDE5E7}"/>
              </a:ext>
            </a:extLst>
          </p:cNvPr>
          <p:cNvSpPr/>
          <p:nvPr/>
        </p:nvSpPr>
        <p:spPr>
          <a:xfrm>
            <a:off x="4164245" y="2890935"/>
            <a:ext cx="306267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solidFill>
                  <a:schemeClr val="tx1"/>
                </a:solidFill>
              </a:rPr>
              <a:t>http://namgu.incheon.kr/home/index.asp</a:t>
            </a:r>
            <a:endParaRPr lang="ko-KR" altLang="en-US" sz="900" b="0" dirty="0">
              <a:solidFill>
                <a:schemeClr val="tx1"/>
              </a:solidFill>
            </a:endParaRPr>
          </a:p>
        </p:txBody>
      </p:sp>
      <p:sp>
        <p:nvSpPr>
          <p:cNvPr id="121" name="Panel">
            <a:extLst>
              <a:ext uri="{FF2B5EF4-FFF2-40B4-BE49-F238E27FC236}">
                <a16:creationId xmlns:a16="http://schemas.microsoft.com/office/drawing/2014/main" id="{3EEDC9ED-E9D2-9DA0-C950-4D8ADD254381}"/>
              </a:ext>
            </a:extLst>
          </p:cNvPr>
          <p:cNvSpPr/>
          <p:nvPr/>
        </p:nvSpPr>
        <p:spPr>
          <a:xfrm>
            <a:off x="4164245" y="3298502"/>
            <a:ext cx="306267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r>
              <a:rPr lang="en-US" altLang="ko-KR" sz="900" dirty="0">
                <a:solidFill>
                  <a:prstClr val="black"/>
                </a:solidFill>
              </a:rPr>
              <a:t>http://www.imediaschool.kr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DAB7935C-C7B9-B9DC-4ADD-6D94AD3CB12A}"/>
              </a:ext>
            </a:extLst>
          </p:cNvPr>
          <p:cNvGrpSpPr/>
          <p:nvPr/>
        </p:nvGrpSpPr>
        <p:grpSpPr>
          <a:xfrm>
            <a:off x="8105810" y="1692782"/>
            <a:ext cx="931733" cy="241996"/>
            <a:chOff x="8483974" y="2715793"/>
            <a:chExt cx="931737" cy="241997"/>
          </a:xfrm>
        </p:grpSpPr>
        <p:sp>
          <p:nvSpPr>
            <p:cNvPr id="123" name="Button">
              <a:extLst>
                <a:ext uri="{FF2B5EF4-FFF2-40B4-BE49-F238E27FC236}">
                  <a16:creationId xmlns:a16="http://schemas.microsoft.com/office/drawing/2014/main" id="{70249E3E-B192-BA0A-1825-00578663F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5" cy="241996"/>
            </a:xfrm>
            <a:prstGeom prst="roundRect">
              <a:avLst>
                <a:gd name="adj" fmla="val 8776"/>
              </a:avLst>
            </a:prstGeom>
            <a:noFill/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4" name="Button">
              <a:extLst>
                <a:ext uri="{FF2B5EF4-FFF2-40B4-BE49-F238E27FC236}">
                  <a16:creationId xmlns:a16="http://schemas.microsoft.com/office/drawing/2014/main" id="{0ACDF30C-038A-B079-C7FA-C72E6F9A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F3A43F4D-423F-B108-EC3F-59557A93361E}"/>
              </a:ext>
            </a:extLst>
          </p:cNvPr>
          <p:cNvGrpSpPr/>
          <p:nvPr/>
        </p:nvGrpSpPr>
        <p:grpSpPr>
          <a:xfrm>
            <a:off x="8105810" y="2099789"/>
            <a:ext cx="931733" cy="241996"/>
            <a:chOff x="8483974" y="2715793"/>
            <a:chExt cx="931737" cy="241997"/>
          </a:xfrm>
        </p:grpSpPr>
        <p:sp>
          <p:nvSpPr>
            <p:cNvPr id="126" name="Button">
              <a:extLst>
                <a:ext uri="{FF2B5EF4-FFF2-40B4-BE49-F238E27FC236}">
                  <a16:creationId xmlns:a16="http://schemas.microsoft.com/office/drawing/2014/main" id="{ACE5080F-33FA-FA51-ED5B-D093EEF3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5" cy="2419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7" name="Button">
              <a:extLst>
                <a:ext uri="{FF2B5EF4-FFF2-40B4-BE49-F238E27FC236}">
                  <a16:creationId xmlns:a16="http://schemas.microsoft.com/office/drawing/2014/main" id="{D8D80099-A68F-2DDD-2CA4-FF594EBA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41ED3177-FCA6-77C9-28BB-3E38E55D7C68}"/>
              </a:ext>
            </a:extLst>
          </p:cNvPr>
          <p:cNvGrpSpPr/>
          <p:nvPr/>
        </p:nvGrpSpPr>
        <p:grpSpPr>
          <a:xfrm>
            <a:off x="8105810" y="2512451"/>
            <a:ext cx="931733" cy="241996"/>
            <a:chOff x="8483974" y="2715793"/>
            <a:chExt cx="931737" cy="241997"/>
          </a:xfrm>
        </p:grpSpPr>
        <p:sp>
          <p:nvSpPr>
            <p:cNvPr id="129" name="Button">
              <a:extLst>
                <a:ext uri="{FF2B5EF4-FFF2-40B4-BE49-F238E27FC236}">
                  <a16:creationId xmlns:a16="http://schemas.microsoft.com/office/drawing/2014/main" id="{52809B8C-DD64-A895-F1EF-9188D495C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5" cy="2419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0" name="Button">
              <a:extLst>
                <a:ext uri="{FF2B5EF4-FFF2-40B4-BE49-F238E27FC236}">
                  <a16:creationId xmlns:a16="http://schemas.microsoft.com/office/drawing/2014/main" id="{00166638-91EF-050D-5A66-A3065086D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3CFEE465-9A7F-6B9E-4D14-68665D4AF164}"/>
              </a:ext>
            </a:extLst>
          </p:cNvPr>
          <p:cNvGrpSpPr/>
          <p:nvPr/>
        </p:nvGrpSpPr>
        <p:grpSpPr>
          <a:xfrm>
            <a:off x="8105810" y="2924106"/>
            <a:ext cx="931733" cy="241996"/>
            <a:chOff x="8483974" y="2715793"/>
            <a:chExt cx="931737" cy="241997"/>
          </a:xfrm>
        </p:grpSpPr>
        <p:sp>
          <p:nvSpPr>
            <p:cNvPr id="132" name="Button">
              <a:extLst>
                <a:ext uri="{FF2B5EF4-FFF2-40B4-BE49-F238E27FC236}">
                  <a16:creationId xmlns:a16="http://schemas.microsoft.com/office/drawing/2014/main" id="{51D95AA6-616E-18EF-4AAF-B8A225C6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5" cy="2419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Button">
              <a:extLst>
                <a:ext uri="{FF2B5EF4-FFF2-40B4-BE49-F238E27FC236}">
                  <a16:creationId xmlns:a16="http://schemas.microsoft.com/office/drawing/2014/main" id="{5BF017D2-1F0A-492F-8950-F3CCBC5C4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762BE388-F25E-4507-0205-A8C10B60D713}"/>
              </a:ext>
            </a:extLst>
          </p:cNvPr>
          <p:cNvGrpSpPr/>
          <p:nvPr/>
        </p:nvGrpSpPr>
        <p:grpSpPr>
          <a:xfrm>
            <a:off x="8105810" y="3335761"/>
            <a:ext cx="931733" cy="241996"/>
            <a:chOff x="8483974" y="2715793"/>
            <a:chExt cx="931737" cy="241997"/>
          </a:xfrm>
        </p:grpSpPr>
        <p:sp>
          <p:nvSpPr>
            <p:cNvPr id="135" name="Button">
              <a:extLst>
                <a:ext uri="{FF2B5EF4-FFF2-40B4-BE49-F238E27FC236}">
                  <a16:creationId xmlns:a16="http://schemas.microsoft.com/office/drawing/2014/main" id="{F43586A8-8CB0-D99A-D8DD-F7B7EDF4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5" cy="2419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6" name="Button">
              <a:extLst>
                <a:ext uri="{FF2B5EF4-FFF2-40B4-BE49-F238E27FC236}">
                  <a16:creationId xmlns:a16="http://schemas.microsoft.com/office/drawing/2014/main" id="{CCF74C82-FED1-98E6-676E-A811106B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9" name="Button">
            <a:extLst>
              <a:ext uri="{FF2B5EF4-FFF2-40B4-BE49-F238E27FC236}">
                <a16:creationId xmlns:a16="http://schemas.microsoft.com/office/drawing/2014/main" id="{5671F604-6552-43C4-4C8F-D7DF3CC97EA9}"/>
              </a:ext>
            </a:extLst>
          </p:cNvPr>
          <p:cNvSpPr>
            <a:spLocks/>
          </p:cNvSpPr>
          <p:nvPr/>
        </p:nvSpPr>
        <p:spPr bwMode="auto">
          <a:xfrm>
            <a:off x="8416194" y="4121197"/>
            <a:ext cx="68221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신규등록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0" name="Button">
            <a:extLst>
              <a:ext uri="{FF2B5EF4-FFF2-40B4-BE49-F238E27FC236}">
                <a16:creationId xmlns:a16="http://schemas.microsoft.com/office/drawing/2014/main" id="{27F04AC0-36F8-B1DB-D3F6-4BB1B46B65CE}"/>
              </a:ext>
            </a:extLst>
          </p:cNvPr>
          <p:cNvSpPr>
            <a:spLocks/>
          </p:cNvSpPr>
          <p:nvPr/>
        </p:nvSpPr>
        <p:spPr bwMode="auto">
          <a:xfrm>
            <a:off x="7618065" y="4127685"/>
            <a:ext cx="718783" cy="225862"/>
          </a:xfrm>
          <a:prstGeom prst="roundRect">
            <a:avLst>
              <a:gd name="adj" fmla="val 8776"/>
            </a:avLst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선택삭제</a:t>
            </a:r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4" name="그림 143">
            <a:extLst>
              <a:ext uri="{FF2B5EF4-FFF2-40B4-BE49-F238E27FC236}">
                <a16:creationId xmlns:a16="http://schemas.microsoft.com/office/drawing/2014/main" id="{FBEE542E-3A5E-09AD-44AE-D549C3B15B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984" y="3758528"/>
            <a:ext cx="657317" cy="238158"/>
          </a:xfrm>
          <a:prstGeom prst="rect">
            <a:avLst/>
          </a:prstGeom>
        </p:spPr>
      </p:pic>
      <p:sp>
        <p:nvSpPr>
          <p:cNvPr id="148" name="Box">
            <a:extLst>
              <a:ext uri="{FF2B5EF4-FFF2-40B4-BE49-F238E27FC236}">
                <a16:creationId xmlns:a16="http://schemas.microsoft.com/office/drawing/2014/main" id="{25613766-045F-AA91-76B6-21463BC0093C}"/>
              </a:ext>
            </a:extLst>
          </p:cNvPr>
          <p:cNvSpPr/>
          <p:nvPr/>
        </p:nvSpPr>
        <p:spPr>
          <a:xfrm>
            <a:off x="7615905" y="3819425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9" name="Check" hidden="1">
            <a:extLst>
              <a:ext uri="{FF2B5EF4-FFF2-40B4-BE49-F238E27FC236}">
                <a16:creationId xmlns:a16="http://schemas.microsoft.com/office/drawing/2014/main" id="{D12793B2-DE7E-84FB-17AD-7C7403666294}"/>
              </a:ext>
            </a:extLst>
          </p:cNvPr>
          <p:cNvSpPr>
            <a:spLocks noEditPoints="1"/>
          </p:cNvSpPr>
          <p:nvPr/>
        </p:nvSpPr>
        <p:spPr bwMode="auto">
          <a:xfrm>
            <a:off x="7988977" y="3840425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noFill/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0" name="Panel">
            <a:extLst>
              <a:ext uri="{FF2B5EF4-FFF2-40B4-BE49-F238E27FC236}">
                <a16:creationId xmlns:a16="http://schemas.microsoft.com/office/drawing/2014/main" id="{F423B300-90C2-C5C4-884A-2DAE8080DA17}"/>
              </a:ext>
            </a:extLst>
          </p:cNvPr>
          <p:cNvSpPr/>
          <p:nvPr/>
        </p:nvSpPr>
        <p:spPr>
          <a:xfrm>
            <a:off x="1511625" y="3730637"/>
            <a:ext cx="2293856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1" name="Panel">
            <a:extLst>
              <a:ext uri="{FF2B5EF4-FFF2-40B4-BE49-F238E27FC236}">
                <a16:creationId xmlns:a16="http://schemas.microsoft.com/office/drawing/2014/main" id="{CF05707E-3563-4C1D-34A5-EF5636FF4CA9}"/>
              </a:ext>
            </a:extLst>
          </p:cNvPr>
          <p:cNvSpPr/>
          <p:nvPr/>
        </p:nvSpPr>
        <p:spPr>
          <a:xfrm>
            <a:off x="4164245" y="3726946"/>
            <a:ext cx="3062675" cy="26099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1"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7715A6B-7021-4873-DCA1-63997B461126}"/>
              </a:ext>
            </a:extLst>
          </p:cNvPr>
          <p:cNvGrpSpPr/>
          <p:nvPr/>
        </p:nvGrpSpPr>
        <p:grpSpPr>
          <a:xfrm>
            <a:off x="8105810" y="3764205"/>
            <a:ext cx="931733" cy="241996"/>
            <a:chOff x="8483974" y="2715793"/>
            <a:chExt cx="931737" cy="241997"/>
          </a:xfrm>
        </p:grpSpPr>
        <p:sp>
          <p:nvSpPr>
            <p:cNvPr id="153" name="Button">
              <a:extLst>
                <a:ext uri="{FF2B5EF4-FFF2-40B4-BE49-F238E27FC236}">
                  <a16:creationId xmlns:a16="http://schemas.microsoft.com/office/drawing/2014/main" id="{950333C1-7C80-ECCC-08DA-0B8BD1EF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974" y="2715794"/>
              <a:ext cx="427555" cy="241996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저장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4" name="Button">
              <a:extLst>
                <a:ext uri="{FF2B5EF4-FFF2-40B4-BE49-F238E27FC236}">
                  <a16:creationId xmlns:a16="http://schemas.microsoft.com/office/drawing/2014/main" id="{D77E2B5D-31B2-35A3-9529-BB4EC9199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8158" y="2715793"/>
              <a:ext cx="427553" cy="241995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7178E394-03C1-C56C-D7B5-AF17D11DEE21}"/>
              </a:ext>
            </a:extLst>
          </p:cNvPr>
          <p:cNvSpPr/>
          <p:nvPr/>
        </p:nvSpPr>
        <p:spPr>
          <a:xfrm>
            <a:off x="290415" y="3666226"/>
            <a:ext cx="8807992" cy="402623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57257F04-8810-AB70-8D20-AE7BF5236026}"/>
              </a:ext>
            </a:extLst>
          </p:cNvPr>
          <p:cNvSpPr/>
          <p:nvPr/>
        </p:nvSpPr>
        <p:spPr>
          <a:xfrm>
            <a:off x="8385973" y="4127686"/>
            <a:ext cx="718783" cy="219374"/>
          </a:xfrm>
          <a:prstGeom prst="rect">
            <a:avLst/>
          </a:prstGeom>
          <a:noFill/>
          <a:ln w="190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연결선: 꺾임 165">
            <a:extLst>
              <a:ext uri="{FF2B5EF4-FFF2-40B4-BE49-F238E27FC236}">
                <a16:creationId xmlns:a16="http://schemas.microsoft.com/office/drawing/2014/main" id="{697C3F56-FE12-0081-AD51-4AD863055D4C}"/>
              </a:ext>
            </a:extLst>
          </p:cNvPr>
          <p:cNvCxnSpPr>
            <a:cxnSpLocks/>
            <a:stCxn id="156" idx="3"/>
            <a:endCxn id="160" idx="3"/>
          </p:cNvCxnSpPr>
          <p:nvPr/>
        </p:nvCxnSpPr>
        <p:spPr>
          <a:xfrm>
            <a:off x="9098407" y="3867538"/>
            <a:ext cx="6349" cy="369835"/>
          </a:xfrm>
          <a:prstGeom prst="bentConnector3">
            <a:avLst>
              <a:gd name="adj1" fmla="val 3700567"/>
            </a:avLst>
          </a:prstGeom>
          <a:ln w="1905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DAD71853-05F9-9F39-0586-E22750341E08}"/>
              </a:ext>
            </a:extLst>
          </p:cNvPr>
          <p:cNvSpPr/>
          <p:nvPr/>
        </p:nvSpPr>
        <p:spPr>
          <a:xfrm>
            <a:off x="8457676" y="158966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4</a:t>
            </a:r>
            <a:endParaRPr lang="ko-KR" altLang="en-US" sz="1050" b="1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EF7F7BB-225E-1393-946F-49742261A5A1}"/>
              </a:ext>
            </a:extLst>
          </p:cNvPr>
          <p:cNvSpPr/>
          <p:nvPr/>
        </p:nvSpPr>
        <p:spPr>
          <a:xfrm>
            <a:off x="7540051" y="158966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19065182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B6842F-56A4-5210-8041-61B78B0136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Box 45">
            <a:extLst>
              <a:ext uri="{FF2B5EF4-FFF2-40B4-BE49-F238E27FC236}">
                <a16:creationId xmlns:a16="http://schemas.microsoft.com/office/drawing/2014/main" id="{4A80B0A2-3CEB-44C7-B1BD-3D4951F71CAA}"/>
              </a:ext>
            </a:extLst>
          </p:cNvPr>
          <p:cNvSpPr txBox="1"/>
          <p:nvPr/>
        </p:nvSpPr>
        <p:spPr>
          <a:xfrm>
            <a:off x="54442" y="2163135"/>
            <a:ext cx="830677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1000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A69E2C8-2999-DA91-8501-3915C98AD5C0}"/>
              </a:ext>
            </a:extLst>
          </p:cNvPr>
          <p:cNvSpPr/>
          <p:nvPr/>
        </p:nvSpPr>
        <p:spPr>
          <a:xfrm>
            <a:off x="152070" y="198985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E7D02D7-B7A8-F27B-269B-7DFD97057A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3101258"/>
              </p:ext>
            </p:extLst>
          </p:nvPr>
        </p:nvGraphicFramePr>
        <p:xfrm>
          <a:off x="170161" y="2451504"/>
          <a:ext cx="9367539" cy="18357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0990">
                  <a:extLst>
                    <a:ext uri="{9D8B030D-6E8A-4147-A177-3AD203B41FA5}">
                      <a16:colId xmlns:a16="http://schemas.microsoft.com/office/drawing/2014/main" val="502259943"/>
                    </a:ext>
                  </a:extLst>
                </a:gridCol>
                <a:gridCol w="63171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193139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1333500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4024679468"/>
                    </a:ext>
                  </a:extLst>
                </a:gridCol>
                <a:gridCol w="1756528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  <a:gridCol w="1102936">
                  <a:extLst>
                    <a:ext uri="{9D8B030D-6E8A-4147-A177-3AD203B41FA5}">
                      <a16:colId xmlns:a16="http://schemas.microsoft.com/office/drawing/2014/main" val="2132625000"/>
                    </a:ext>
                  </a:extLst>
                </a:gridCol>
                <a:gridCol w="1102936">
                  <a:extLst>
                    <a:ext uri="{9D8B030D-6E8A-4147-A177-3AD203B41FA5}">
                      <a16:colId xmlns:a16="http://schemas.microsoft.com/office/drawing/2014/main" val="3124441308"/>
                    </a:ext>
                  </a:extLst>
                </a:gridCol>
              </a:tblGrid>
              <a:tr h="39936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증빙구분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금액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세부사항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매출일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수납구분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현금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스마트 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AI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케어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 dirty="0">
                          <a:solidFill>
                            <a:schemeClr val="tx1"/>
                          </a:solidFill>
                        </a:rPr>
                        <a:t>완납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2190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현금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캡컷으로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숏폼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영상제작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완납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현금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캡컷으로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숏폼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영상제작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완납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2914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현금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캡컷으로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숏폼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영상제작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완납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195552"/>
                  </a:ext>
                </a:extLst>
              </a:tr>
              <a:tr h="2990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현금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캡컷으로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숏폼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영상제작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완납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630315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FF154B6D-A2A5-2FE4-1256-A28DF019317A}"/>
              </a:ext>
            </a:extLst>
          </p:cNvPr>
          <p:cNvSpPr txBox="1"/>
          <p:nvPr/>
        </p:nvSpPr>
        <p:spPr>
          <a:xfrm>
            <a:off x="105269" y="81060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매출 관리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DE5F840-9E48-A762-8327-067318088703}"/>
              </a:ext>
            </a:extLst>
          </p:cNvPr>
          <p:cNvSpPr/>
          <p:nvPr/>
        </p:nvSpPr>
        <p:spPr>
          <a:xfrm>
            <a:off x="741604" y="843442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C0F3B4BB-6FF1-C266-6CF3-A0E3602CC873}"/>
              </a:ext>
            </a:extLst>
          </p:cNvPr>
          <p:cNvGrpSpPr/>
          <p:nvPr/>
        </p:nvGrpSpPr>
        <p:grpSpPr>
          <a:xfrm>
            <a:off x="8487631" y="2114033"/>
            <a:ext cx="1269654" cy="252577"/>
            <a:chOff x="8363497" y="1823453"/>
            <a:chExt cx="1269654" cy="252577"/>
          </a:xfrm>
        </p:grpSpPr>
        <p:sp>
          <p:nvSpPr>
            <p:cNvPr id="52" name="Text Box">
              <a:extLst>
                <a:ext uri="{FF2B5EF4-FFF2-40B4-BE49-F238E27FC236}">
                  <a16:creationId xmlns:a16="http://schemas.microsoft.com/office/drawing/2014/main" id="{BC319A48-83BD-2AF3-1539-AE9A96DA79D3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Chevron Down">
              <a:extLst>
                <a:ext uri="{FF2B5EF4-FFF2-40B4-BE49-F238E27FC236}">
                  <a16:creationId xmlns:a16="http://schemas.microsoft.com/office/drawing/2014/main" id="{8579F519-1A84-B024-2D8D-E1EAABEA33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TextBox 30">
              <a:extLst>
                <a:ext uri="{FF2B5EF4-FFF2-40B4-BE49-F238E27FC236}">
                  <a16:creationId xmlns:a16="http://schemas.microsoft.com/office/drawing/2014/main" id="{A403BFED-1B64-A452-E707-673142455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69" name="TextBox 30">
              <a:extLst>
                <a:ext uri="{FF2B5EF4-FFF2-40B4-BE49-F238E27FC236}">
                  <a16:creationId xmlns:a16="http://schemas.microsoft.com/office/drawing/2014/main" id="{069D7DF9-8CA1-5321-0C44-FB678A9AD3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TextBox 30">
            <a:extLst>
              <a:ext uri="{FF2B5EF4-FFF2-40B4-BE49-F238E27FC236}">
                <a16:creationId xmlns:a16="http://schemas.microsoft.com/office/drawing/2014/main" id="{5B6D8FC2-393D-B25B-39D3-7D4E4EFEF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</a:t>
            </a:r>
            <a:r>
              <a:rPr lang="ko-KR" altLang="en-US" sz="900" dirty="0"/>
              <a:t> 매출내역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E1BB05F-8326-EBE4-6FE0-02105DCB044D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매출내역 관리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C225A2C-FAB1-1C10-70A4-BCA35584EA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2602857"/>
              </p:ext>
            </p:extLst>
          </p:nvPr>
        </p:nvGraphicFramePr>
        <p:xfrm>
          <a:off x="127155" y="1060495"/>
          <a:ext cx="6064095" cy="7040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12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매출일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1E1FA-C65F-26A4-3210-EAEDF399B4DE}"/>
              </a:ext>
            </a:extLst>
          </p:cNvPr>
          <p:cNvSpPr/>
          <p:nvPr/>
        </p:nvSpPr>
        <p:spPr>
          <a:xfrm>
            <a:off x="5233660" y="1108094"/>
            <a:ext cx="902707" cy="56247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90DBE33D-5FD3-8C70-4F4C-3016716A820E}"/>
              </a:ext>
            </a:extLst>
          </p:cNvPr>
          <p:cNvGrpSpPr/>
          <p:nvPr/>
        </p:nvGrpSpPr>
        <p:grpSpPr>
          <a:xfrm>
            <a:off x="1629483" y="1439735"/>
            <a:ext cx="3510948" cy="255754"/>
            <a:chOff x="1576621" y="1456936"/>
            <a:chExt cx="3510948" cy="255754"/>
          </a:xfrm>
        </p:grpSpPr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5DEF0E5F-0A02-AAF2-386B-1E091D756C33}"/>
                </a:ext>
              </a:extLst>
            </p:cNvPr>
            <p:cNvGrpSpPr/>
            <p:nvPr/>
          </p:nvGrpSpPr>
          <p:grpSpPr>
            <a:xfrm>
              <a:off x="1576621" y="1463513"/>
              <a:ext cx="1510731" cy="249177"/>
              <a:chOff x="1846644" y="2900860"/>
              <a:chExt cx="1687736" cy="241092"/>
            </a:xfrm>
          </p:grpSpPr>
          <p:sp>
            <p:nvSpPr>
              <p:cNvPr id="41" name="Text Box">
                <a:extLst>
                  <a:ext uri="{FF2B5EF4-FFF2-40B4-BE49-F238E27FC236}">
                    <a16:creationId xmlns:a16="http://schemas.microsoft.com/office/drawing/2014/main" id="{CE518CA6-A9C9-07FB-3706-385C3FC1BC5A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2" name="Calendar">
                <a:extLst>
                  <a:ext uri="{FF2B5EF4-FFF2-40B4-BE49-F238E27FC236}">
                    <a16:creationId xmlns:a16="http://schemas.microsoft.com/office/drawing/2014/main" id="{BD894C6E-6511-1993-DB12-84CB3B271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FBE49291-E76C-6BD8-9D42-84C84CAF5145}"/>
                </a:ext>
              </a:extLst>
            </p:cNvPr>
            <p:cNvGrpSpPr/>
            <p:nvPr/>
          </p:nvGrpSpPr>
          <p:grpSpPr>
            <a:xfrm>
              <a:off x="3576838" y="1461930"/>
              <a:ext cx="1510731" cy="249177"/>
              <a:chOff x="1846644" y="2900861"/>
              <a:chExt cx="1687736" cy="241092"/>
            </a:xfrm>
          </p:grpSpPr>
          <p:sp>
            <p:nvSpPr>
              <p:cNvPr id="44" name="Text Box">
                <a:extLst>
                  <a:ext uri="{FF2B5EF4-FFF2-40B4-BE49-F238E27FC236}">
                    <a16:creationId xmlns:a16="http://schemas.microsoft.com/office/drawing/2014/main" id="{0358B18D-65F7-1239-D11D-F957ED1B03F4}"/>
                  </a:ext>
                </a:extLst>
              </p:cNvPr>
              <p:cNvSpPr/>
              <p:nvPr/>
            </p:nvSpPr>
            <p:spPr>
              <a:xfrm>
                <a:off x="1846644" y="2900861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7" name="Calendar">
                <a:extLst>
                  <a:ext uri="{FF2B5EF4-FFF2-40B4-BE49-F238E27FC236}">
                    <a16:creationId xmlns:a16="http://schemas.microsoft.com/office/drawing/2014/main" id="{2EEA9589-D093-6B92-CBB1-20D7A9CDCD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" name="TextBox 30">
              <a:extLst>
                <a:ext uri="{FF2B5EF4-FFF2-40B4-BE49-F238E27FC236}">
                  <a16:creationId xmlns:a16="http://schemas.microsoft.com/office/drawing/2014/main" id="{81738912-F411-74E8-D289-F0B09FE2A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1005" y="1456936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sp>
        <p:nvSpPr>
          <p:cNvPr id="5" name="Pagination">
            <a:extLst>
              <a:ext uri="{FF2B5EF4-FFF2-40B4-BE49-F238E27FC236}">
                <a16:creationId xmlns:a16="http://schemas.microsoft.com/office/drawing/2014/main" id="{D39F4C5D-B2AF-3890-0D79-6C33F5F754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6661" y="4456008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0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803A2E1B-9D63-E0EF-8A0A-D29A5263E949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631588" y="110077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1" name="Text Box">
              <a:extLst>
                <a:ext uri="{FF2B5EF4-FFF2-40B4-BE49-F238E27FC236}">
                  <a16:creationId xmlns:a16="http://schemas.microsoft.com/office/drawing/2014/main" id="{73A3B4CE-F30E-9FD0-7A25-2AD920A1600F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B3D3705-0D80-C320-825C-BB155E5C30C0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3" name="그림 72">
            <a:extLst>
              <a:ext uri="{FF2B5EF4-FFF2-40B4-BE49-F238E27FC236}">
                <a16:creationId xmlns:a16="http://schemas.microsoft.com/office/drawing/2014/main" id="{D1DDD3FB-C033-A9B6-B0B0-A96DE1CECEC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94467" y="2136894"/>
            <a:ext cx="1047750" cy="228600"/>
          </a:xfrm>
          <a:prstGeom prst="rect">
            <a:avLst/>
          </a:prstGeom>
        </p:spPr>
      </p:pic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B2162AC-3824-3A22-EFF0-72BBBCB9F1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6967987"/>
              </p:ext>
            </p:extLst>
          </p:nvPr>
        </p:nvGraphicFramePr>
        <p:xfrm>
          <a:off x="9696887" y="292432"/>
          <a:ext cx="2498015" cy="273605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매출 내역을 연동합니다</a:t>
                      </a:r>
                      <a:r>
                        <a:rPr lang="en-US" altLang="ko-KR" sz="800" b="1" dirty="0"/>
                        <a:t>. 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매출일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-No,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증빙구분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금액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세부사항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매출일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수납구분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증빙구분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현금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고정 노출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무통장입금만 진행합니다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세부사항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장비명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공간명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노출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endParaRPr lang="ko-KR" altLang="en-US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885043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10E612-8085-2A0A-8FE7-1985A703A3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Box 45">
            <a:extLst>
              <a:ext uri="{FF2B5EF4-FFF2-40B4-BE49-F238E27FC236}">
                <a16:creationId xmlns:a16="http://schemas.microsoft.com/office/drawing/2014/main" id="{9124718D-DC3C-4DED-22AC-2BA8C7450F08}"/>
              </a:ext>
            </a:extLst>
          </p:cNvPr>
          <p:cNvSpPr txBox="1"/>
          <p:nvPr/>
        </p:nvSpPr>
        <p:spPr>
          <a:xfrm>
            <a:off x="54442" y="3014035"/>
            <a:ext cx="830677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+mj-ea"/>
                <a:ea typeface="+mj-ea"/>
              </a:rPr>
              <a:t>전체 </a:t>
            </a:r>
            <a:r>
              <a:rPr lang="en-US" altLang="ko-KR" sz="800" b="1" dirty="0">
                <a:latin typeface="+mj-ea"/>
                <a:ea typeface="+mj-ea"/>
              </a:rPr>
              <a:t>: 1000</a:t>
            </a:r>
            <a:r>
              <a:rPr lang="ko-KR" altLang="en-US" sz="800" b="1" dirty="0">
                <a:latin typeface="+mj-ea"/>
                <a:ea typeface="+mj-ea"/>
              </a:rPr>
              <a:t>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57367AF-1860-66A8-8F00-5D25981B661A}"/>
              </a:ext>
            </a:extLst>
          </p:cNvPr>
          <p:cNvSpPr/>
          <p:nvPr/>
        </p:nvSpPr>
        <p:spPr>
          <a:xfrm>
            <a:off x="152070" y="284075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E01107A-7118-C966-C482-66D0DC01B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4481488"/>
              </p:ext>
            </p:extLst>
          </p:nvPr>
        </p:nvGraphicFramePr>
        <p:xfrm>
          <a:off x="170159" y="3302404"/>
          <a:ext cx="9405642" cy="210624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7697">
                  <a:extLst>
                    <a:ext uri="{9D8B030D-6E8A-4147-A177-3AD203B41FA5}">
                      <a16:colId xmlns:a16="http://schemas.microsoft.com/office/drawing/2014/main" val="502259943"/>
                    </a:ext>
                  </a:extLst>
                </a:gridCol>
                <a:gridCol w="428584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455753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527422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562564">
                  <a:extLst>
                    <a:ext uri="{9D8B030D-6E8A-4147-A177-3AD203B41FA5}">
                      <a16:colId xmlns:a16="http://schemas.microsoft.com/office/drawing/2014/main" val="3171906190"/>
                    </a:ext>
                  </a:extLst>
                </a:gridCol>
                <a:gridCol w="509092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535828">
                  <a:extLst>
                    <a:ext uri="{9D8B030D-6E8A-4147-A177-3AD203B41FA5}">
                      <a16:colId xmlns:a16="http://schemas.microsoft.com/office/drawing/2014/main" val="3444530913"/>
                    </a:ext>
                  </a:extLst>
                </a:gridCol>
                <a:gridCol w="535828">
                  <a:extLst>
                    <a:ext uri="{9D8B030D-6E8A-4147-A177-3AD203B41FA5}">
                      <a16:colId xmlns:a16="http://schemas.microsoft.com/office/drawing/2014/main" val="1502246660"/>
                    </a:ext>
                  </a:extLst>
                </a:gridCol>
                <a:gridCol w="576996">
                  <a:extLst>
                    <a:ext uri="{9D8B030D-6E8A-4147-A177-3AD203B41FA5}">
                      <a16:colId xmlns:a16="http://schemas.microsoft.com/office/drawing/2014/main" val="2637888435"/>
                    </a:ext>
                  </a:extLst>
                </a:gridCol>
                <a:gridCol w="681631">
                  <a:extLst>
                    <a:ext uri="{9D8B030D-6E8A-4147-A177-3AD203B41FA5}">
                      <a16:colId xmlns:a16="http://schemas.microsoft.com/office/drawing/2014/main" val="865316716"/>
                    </a:ext>
                  </a:extLst>
                </a:gridCol>
                <a:gridCol w="738090">
                  <a:extLst>
                    <a:ext uri="{9D8B030D-6E8A-4147-A177-3AD203B41FA5}">
                      <a16:colId xmlns:a16="http://schemas.microsoft.com/office/drawing/2014/main" val="3485437386"/>
                    </a:ext>
                  </a:extLst>
                </a:gridCol>
                <a:gridCol w="709861">
                  <a:extLst>
                    <a:ext uri="{9D8B030D-6E8A-4147-A177-3AD203B41FA5}">
                      <a16:colId xmlns:a16="http://schemas.microsoft.com/office/drawing/2014/main" val="552681144"/>
                    </a:ext>
                  </a:extLst>
                </a:gridCol>
                <a:gridCol w="709861">
                  <a:extLst>
                    <a:ext uri="{9D8B030D-6E8A-4147-A177-3AD203B41FA5}">
                      <a16:colId xmlns:a16="http://schemas.microsoft.com/office/drawing/2014/main" val="605401224"/>
                    </a:ext>
                  </a:extLst>
                </a:gridCol>
                <a:gridCol w="709861">
                  <a:extLst>
                    <a:ext uri="{9D8B030D-6E8A-4147-A177-3AD203B41FA5}">
                      <a16:colId xmlns:a16="http://schemas.microsoft.com/office/drawing/2014/main" val="3930015198"/>
                    </a:ext>
                  </a:extLst>
                </a:gridCol>
                <a:gridCol w="748287">
                  <a:extLst>
                    <a:ext uri="{9D8B030D-6E8A-4147-A177-3AD203B41FA5}">
                      <a16:colId xmlns:a16="http://schemas.microsoft.com/office/drawing/2014/main" val="3750590814"/>
                    </a:ext>
                  </a:extLst>
                </a:gridCol>
                <a:gridCol w="748287">
                  <a:extLst>
                    <a:ext uri="{9D8B030D-6E8A-4147-A177-3AD203B41FA5}">
                      <a16:colId xmlns:a16="http://schemas.microsoft.com/office/drawing/2014/main" val="3124441308"/>
                    </a:ext>
                  </a:extLst>
                </a:gridCol>
              </a:tblGrid>
              <a:tr h="39936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거래구분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이름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금액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결제수단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결제</a:t>
                      </a:r>
                      <a:endParaRPr lang="en-US" altLang="ko-KR" sz="800" b="1" dirty="0"/>
                    </a:p>
                    <a:p>
                      <a:pPr algn="ctr" latinLnBrk="1"/>
                      <a:r>
                        <a:rPr lang="ko-KR" altLang="en-US" sz="800" b="1" dirty="0"/>
                        <a:t>상태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입금액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환불금액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지원금액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사용인원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사용일수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사용시간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거래일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매출일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2357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유료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입금 완료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2024.09.30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2357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결제 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-10,000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2024.09.30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288494"/>
                  </a:ext>
                </a:extLst>
              </a:tr>
              <a:tr h="2357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입금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-10,000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2024.09.30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2744611"/>
                  </a:ext>
                </a:extLst>
              </a:tr>
              <a:tr h="2357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할인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6,000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결제 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-4,000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2024.09.30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759156"/>
                  </a:ext>
                </a:extLst>
              </a:tr>
              <a:tr h="2357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996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유료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입금 완료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2024.09.30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2024.09.30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721608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ED293035-E0FC-B770-2B66-2C35098EE6CB}"/>
              </a:ext>
            </a:extLst>
          </p:cNvPr>
          <p:cNvSpPr txBox="1"/>
          <p:nvPr/>
        </p:nvSpPr>
        <p:spPr>
          <a:xfrm>
            <a:off x="105269" y="81060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세부실적 내역관리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52491F8-77E5-0FC0-3B42-F5D7CA6631ED}"/>
              </a:ext>
            </a:extLst>
          </p:cNvPr>
          <p:cNvSpPr/>
          <p:nvPr/>
        </p:nvSpPr>
        <p:spPr>
          <a:xfrm>
            <a:off x="1174191" y="84507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AD65CF01-4A5A-6467-942F-2B9E4D4C0D6B}"/>
              </a:ext>
            </a:extLst>
          </p:cNvPr>
          <p:cNvGrpSpPr/>
          <p:nvPr/>
        </p:nvGrpSpPr>
        <p:grpSpPr>
          <a:xfrm>
            <a:off x="8487631" y="2964933"/>
            <a:ext cx="1269654" cy="252577"/>
            <a:chOff x="8363497" y="1823453"/>
            <a:chExt cx="1269654" cy="252577"/>
          </a:xfrm>
        </p:grpSpPr>
        <p:sp>
          <p:nvSpPr>
            <p:cNvPr id="52" name="Text Box">
              <a:extLst>
                <a:ext uri="{FF2B5EF4-FFF2-40B4-BE49-F238E27FC236}">
                  <a16:creationId xmlns:a16="http://schemas.microsoft.com/office/drawing/2014/main" id="{6A1748E3-A1CB-D582-B72D-E5E67C4BB220}"/>
                </a:ext>
              </a:extLst>
            </p:cNvPr>
            <p:cNvSpPr/>
            <p:nvPr/>
          </p:nvSpPr>
          <p:spPr>
            <a:xfrm>
              <a:off x="8363497" y="1823453"/>
              <a:ext cx="51871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Chevron Down">
              <a:extLst>
                <a:ext uri="{FF2B5EF4-FFF2-40B4-BE49-F238E27FC236}">
                  <a16:creationId xmlns:a16="http://schemas.microsoft.com/office/drawing/2014/main" id="{AD5355DC-CC06-3F89-FD7D-C88A0D7FCE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00447" y="1920765"/>
              <a:ext cx="110331" cy="60621"/>
            </a:xfrm>
            <a:custGeom>
              <a:avLst/>
              <a:gdLst>
                <a:gd name="T0" fmla="*/ 594 w 594"/>
                <a:gd name="T1" fmla="*/ 27 h 324"/>
                <a:gd name="T2" fmla="*/ 566 w 594"/>
                <a:gd name="T3" fmla="*/ 0 h 324"/>
                <a:gd name="T4" fmla="*/ 297 w 594"/>
                <a:gd name="T5" fmla="*/ 268 h 324"/>
                <a:gd name="T6" fmla="*/ 28 w 594"/>
                <a:gd name="T7" fmla="*/ 0 h 324"/>
                <a:gd name="T8" fmla="*/ 0 w 594"/>
                <a:gd name="T9" fmla="*/ 27 h 324"/>
                <a:gd name="T10" fmla="*/ 297 w 594"/>
                <a:gd name="T11" fmla="*/ 324 h 324"/>
                <a:gd name="T12" fmla="*/ 594 w 594"/>
                <a:gd name="T13" fmla="*/ 27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4" h="324">
                  <a:moveTo>
                    <a:pt x="594" y="27"/>
                  </a:moveTo>
                  <a:lnTo>
                    <a:pt x="566" y="0"/>
                  </a:lnTo>
                  <a:lnTo>
                    <a:pt x="297" y="268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97" y="324"/>
                  </a:lnTo>
                  <a:lnTo>
                    <a:pt x="594" y="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TextBox 30">
              <a:extLst>
                <a:ext uri="{FF2B5EF4-FFF2-40B4-BE49-F238E27FC236}">
                  <a16:creationId xmlns:a16="http://schemas.microsoft.com/office/drawing/2014/main" id="{977C3F9F-0973-C5FD-23EA-A3655BC63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3138" y="184519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dirty="0"/>
                <a:t>개씩 보기</a:t>
              </a:r>
              <a:endParaRPr lang="en-US" altLang="ko-KR" sz="900" dirty="0"/>
            </a:p>
          </p:txBody>
        </p:sp>
        <p:sp>
          <p:nvSpPr>
            <p:cNvPr id="69" name="TextBox 30">
              <a:extLst>
                <a:ext uri="{FF2B5EF4-FFF2-40B4-BE49-F238E27FC236}">
                  <a16:creationId xmlns:a16="http://schemas.microsoft.com/office/drawing/2014/main" id="{484401F8-043D-AA54-7569-5976B7043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4284" y="1831228"/>
              <a:ext cx="760013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30</a:t>
              </a:r>
            </a:p>
          </p:txBody>
        </p:sp>
      </p:grpSp>
      <p:sp>
        <p:nvSpPr>
          <p:cNvPr id="2" name="TextBox 30">
            <a:extLst>
              <a:ext uri="{FF2B5EF4-FFF2-40B4-BE49-F238E27FC236}">
                <a16:creationId xmlns:a16="http://schemas.microsoft.com/office/drawing/2014/main" id="{637A6EF4-1E32-F08C-0DC1-979A3370F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홈페이지 관리 </a:t>
            </a:r>
            <a:r>
              <a:rPr lang="en-US" altLang="ko-KR" sz="900" dirty="0"/>
              <a:t>&gt; </a:t>
            </a:r>
            <a:r>
              <a:rPr lang="ko-KR" altLang="en-US" sz="900" dirty="0"/>
              <a:t>세부실적 내역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3BAE718-ACA1-B254-CD50-56E5863F3F6E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세부실적 내역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2DB72E6F-2974-D89B-C0BB-6E858A400B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341458"/>
              </p:ext>
            </p:extLst>
          </p:nvPr>
        </p:nvGraphicFramePr>
        <p:xfrm>
          <a:off x="127155" y="1060495"/>
          <a:ext cx="6064095" cy="14080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12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13055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거래구분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6605284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거래일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6547362"/>
                  </a:ext>
                </a:extLst>
              </a:tr>
              <a:tr h="352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/>
                        <a:t>매출일</a:t>
                      </a:r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/>
                    </a:p>
                  </a:txBody>
                  <a:tcPr marL="36000" marR="36000" marT="45697" marB="4569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0122254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098879-A3BD-15E9-7160-AC8CAEC3BE34}"/>
              </a:ext>
            </a:extLst>
          </p:cNvPr>
          <p:cNvSpPr/>
          <p:nvPr/>
        </p:nvSpPr>
        <p:spPr>
          <a:xfrm>
            <a:off x="5233660" y="1108094"/>
            <a:ext cx="902707" cy="131039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87461" fontAlgn="auto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  <a:latin typeface="Tahoma" pitchFamily="34" charset="0"/>
                <a:cs typeface="Tahoma" pitchFamily="34" charset="0"/>
              </a:rPr>
              <a:t>검색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0A6FA2E4-6AFE-47F8-F8C8-BC8ACEB54E69}"/>
              </a:ext>
            </a:extLst>
          </p:cNvPr>
          <p:cNvGrpSpPr/>
          <p:nvPr/>
        </p:nvGrpSpPr>
        <p:grpSpPr>
          <a:xfrm>
            <a:off x="1631588" y="1808816"/>
            <a:ext cx="3510948" cy="255754"/>
            <a:chOff x="1576621" y="1456936"/>
            <a:chExt cx="3510948" cy="255754"/>
          </a:xfrm>
        </p:grpSpPr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15ACFADB-EB15-31D0-8B6F-3392566B7130}"/>
                </a:ext>
              </a:extLst>
            </p:cNvPr>
            <p:cNvGrpSpPr/>
            <p:nvPr/>
          </p:nvGrpSpPr>
          <p:grpSpPr>
            <a:xfrm>
              <a:off x="1576621" y="1463513"/>
              <a:ext cx="1510731" cy="249177"/>
              <a:chOff x="1846644" y="2900860"/>
              <a:chExt cx="1687736" cy="241092"/>
            </a:xfrm>
          </p:grpSpPr>
          <p:sp>
            <p:nvSpPr>
              <p:cNvPr id="41" name="Text Box">
                <a:extLst>
                  <a:ext uri="{FF2B5EF4-FFF2-40B4-BE49-F238E27FC236}">
                    <a16:creationId xmlns:a16="http://schemas.microsoft.com/office/drawing/2014/main" id="{39083432-6B0E-F3AD-15EC-27CB48A5B903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2" name="Calendar">
                <a:extLst>
                  <a:ext uri="{FF2B5EF4-FFF2-40B4-BE49-F238E27FC236}">
                    <a16:creationId xmlns:a16="http://schemas.microsoft.com/office/drawing/2014/main" id="{47A0B5B6-0B27-C88B-3D85-F012F0A6DA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01720FD9-4B69-809E-1DBC-F6531895E64A}"/>
                </a:ext>
              </a:extLst>
            </p:cNvPr>
            <p:cNvGrpSpPr/>
            <p:nvPr/>
          </p:nvGrpSpPr>
          <p:grpSpPr>
            <a:xfrm>
              <a:off x="3576838" y="1461930"/>
              <a:ext cx="1510731" cy="249177"/>
              <a:chOff x="1846644" y="2900861"/>
              <a:chExt cx="1687736" cy="241092"/>
            </a:xfrm>
          </p:grpSpPr>
          <p:sp>
            <p:nvSpPr>
              <p:cNvPr id="44" name="Text Box">
                <a:extLst>
                  <a:ext uri="{FF2B5EF4-FFF2-40B4-BE49-F238E27FC236}">
                    <a16:creationId xmlns:a16="http://schemas.microsoft.com/office/drawing/2014/main" id="{44D95623-2BB5-AA64-7F71-1B844F74BD28}"/>
                  </a:ext>
                </a:extLst>
              </p:cNvPr>
              <p:cNvSpPr/>
              <p:nvPr/>
            </p:nvSpPr>
            <p:spPr>
              <a:xfrm>
                <a:off x="1846644" y="2900861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47" name="Calendar">
                <a:extLst>
                  <a:ext uri="{FF2B5EF4-FFF2-40B4-BE49-F238E27FC236}">
                    <a16:creationId xmlns:a16="http://schemas.microsoft.com/office/drawing/2014/main" id="{7605B86B-8BC4-0D39-94F3-EBBBDD8C75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" name="TextBox 30">
              <a:extLst>
                <a:ext uri="{FF2B5EF4-FFF2-40B4-BE49-F238E27FC236}">
                  <a16:creationId xmlns:a16="http://schemas.microsoft.com/office/drawing/2014/main" id="{E3E99C08-3C08-EACB-5191-74E4D4497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1005" y="1456936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9DE05156-99A2-429C-7AFB-2E768116FE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6193027"/>
              </p:ext>
            </p:extLst>
          </p:nvPr>
        </p:nvGraphicFramePr>
        <p:xfrm>
          <a:off x="9696887" y="292432"/>
          <a:ext cx="2498015" cy="547925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세부실적 내역을 연동합니다</a:t>
                      </a:r>
                      <a:r>
                        <a:rPr lang="en-US" altLang="ko-KR" sz="800" b="1" dirty="0"/>
                        <a:t>. 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검색항목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거래구분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유료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지원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&lt;select&gt;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거래일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매출일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&lt;calendar&gt;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리스트항목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No,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거래구분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금액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결제수단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결제상태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환불금액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지원금액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사용인원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사용일수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사용시간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거래일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매출일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거래구분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유료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지원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신청내역 대여형태에서 선택한 항목으로 표시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결제수단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무통장입금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'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으로 고정 노출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무통장입금만 진행합니다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 상태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입금완료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결제취소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결제관리 결제상태에서 입력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환불금액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결제관리 결제상태에서 입력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지원금액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신청내역 대여형태에서 지원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할인 선택 시 지원받은 금액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사용인원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사용일수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사용시간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 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명고정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교육일수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교육일수*교육시간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사용자입력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사용자입력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(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확인필요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*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</a:t>
                      </a:r>
                    </a:p>
                    <a:p>
                      <a:pPr marL="0" indent="0" algn="l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사용자입력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/1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일고정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사용자입력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</a:tbl>
          </a:graphicData>
        </a:graphic>
      </p:graphicFrame>
      <p:sp>
        <p:nvSpPr>
          <p:cNvPr id="5" name="Pagination">
            <a:extLst>
              <a:ext uri="{FF2B5EF4-FFF2-40B4-BE49-F238E27FC236}">
                <a16:creationId xmlns:a16="http://schemas.microsoft.com/office/drawing/2014/main" id="{A943DFE8-808A-3C9C-C54D-12ED99BA92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7461" y="6259887"/>
            <a:ext cx="1597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3152" tIns="36576" rIns="73152" bIns="36576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&lt;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2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3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4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…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9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10</a:t>
            </a:r>
            <a:r>
              <a:rPr lang="en-US" altLang="ko-KR" sz="900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u="sng" dirty="0">
                <a:latin typeface="Segoe UI" panose="020B0502040204020203" pitchFamily="34" charset="0"/>
                <a:ea typeface="굴림" panose="020B0600000101010101" pitchFamily="50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0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47BC739C-339E-5A6C-BECE-59E39E7A473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631588" y="1100773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1" name="Text Box">
              <a:extLst>
                <a:ext uri="{FF2B5EF4-FFF2-40B4-BE49-F238E27FC236}">
                  <a16:creationId xmlns:a16="http://schemas.microsoft.com/office/drawing/2014/main" id="{42055AD3-EB1A-FCF6-524B-7433458F34A8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81DE8BA-B4C7-FEED-8FCA-F31581A10D4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Drop-Down Box" descr="&lt;SmartSettings&gt;&lt;SmartResize enabled=&quot;True&quot; minWidth=&quot;18&quot; minHeight=&quot;7&quot; /&gt;&lt;/SmartSettings&gt;">
            <a:extLst>
              <a:ext uri="{FF2B5EF4-FFF2-40B4-BE49-F238E27FC236}">
                <a16:creationId xmlns:a16="http://schemas.microsoft.com/office/drawing/2014/main" id="{B835AED5-C432-9724-0BEE-69361FA11FB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631588" y="1461350"/>
            <a:ext cx="816238" cy="249177"/>
            <a:chOff x="584362" y="1155975"/>
            <a:chExt cx="1368150" cy="395090"/>
          </a:xfrm>
          <a:solidFill>
            <a:srgbClr val="FFFFFF"/>
          </a:solidFill>
        </p:grpSpPr>
        <p:sp>
          <p:nvSpPr>
            <p:cNvPr id="29" name="Text Box">
              <a:extLst>
                <a:ext uri="{FF2B5EF4-FFF2-40B4-BE49-F238E27FC236}">
                  <a16:creationId xmlns:a16="http://schemas.microsoft.com/office/drawing/2014/main" id="{8A90BD5B-EA4E-A146-6244-B2933CABE502}"/>
                </a:ext>
              </a:extLst>
            </p:cNvPr>
            <p:cNvSpPr/>
            <p:nvPr/>
          </p:nvSpPr>
          <p:spPr>
            <a:xfrm>
              <a:off x="584362" y="1155975"/>
              <a:ext cx="1368150" cy="39509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</a:t>
              </a:r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1525307-459B-8EA7-9B25-A8402540C58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flipH="1">
              <a:off x="1780982" y="1361391"/>
              <a:ext cx="103518" cy="40798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grp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9FA3997-ED70-1B92-CF5B-6EC14097DC66}"/>
              </a:ext>
            </a:extLst>
          </p:cNvPr>
          <p:cNvGrpSpPr/>
          <p:nvPr/>
        </p:nvGrpSpPr>
        <p:grpSpPr>
          <a:xfrm>
            <a:off x="1625943" y="2164315"/>
            <a:ext cx="3510948" cy="255754"/>
            <a:chOff x="1576621" y="1456936"/>
            <a:chExt cx="3510948" cy="255754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143519C-D5D8-8079-E510-02D771CBCCEB}"/>
                </a:ext>
              </a:extLst>
            </p:cNvPr>
            <p:cNvGrpSpPr/>
            <p:nvPr/>
          </p:nvGrpSpPr>
          <p:grpSpPr>
            <a:xfrm>
              <a:off x="1576621" y="1463513"/>
              <a:ext cx="1510731" cy="249177"/>
              <a:chOff x="1846644" y="2900860"/>
              <a:chExt cx="1687736" cy="241092"/>
            </a:xfrm>
          </p:grpSpPr>
          <p:sp>
            <p:nvSpPr>
              <p:cNvPr id="13" name="Text Box">
                <a:extLst>
                  <a:ext uri="{FF2B5EF4-FFF2-40B4-BE49-F238E27FC236}">
                    <a16:creationId xmlns:a16="http://schemas.microsoft.com/office/drawing/2014/main" id="{548E7F03-FBA1-BF9F-F778-86E3061DF5ED}"/>
                  </a:ext>
                </a:extLst>
              </p:cNvPr>
              <p:cNvSpPr/>
              <p:nvPr/>
            </p:nvSpPr>
            <p:spPr>
              <a:xfrm>
                <a:off x="1846644" y="2900860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14" name="Calendar">
                <a:extLst>
                  <a:ext uri="{FF2B5EF4-FFF2-40B4-BE49-F238E27FC236}">
                    <a16:creationId xmlns:a16="http://schemas.microsoft.com/office/drawing/2014/main" id="{38D34AE4-8613-79A0-C711-1482DE835BC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0F27B5AC-CE43-8AE8-7DF6-F955E14AF94B}"/>
                </a:ext>
              </a:extLst>
            </p:cNvPr>
            <p:cNvGrpSpPr/>
            <p:nvPr/>
          </p:nvGrpSpPr>
          <p:grpSpPr>
            <a:xfrm>
              <a:off x="3576838" y="1461930"/>
              <a:ext cx="1510731" cy="249177"/>
              <a:chOff x="1846644" y="2900861"/>
              <a:chExt cx="1687736" cy="241092"/>
            </a:xfrm>
          </p:grpSpPr>
          <p:sp>
            <p:nvSpPr>
              <p:cNvPr id="11" name="Text Box">
                <a:extLst>
                  <a:ext uri="{FF2B5EF4-FFF2-40B4-BE49-F238E27FC236}">
                    <a16:creationId xmlns:a16="http://schemas.microsoft.com/office/drawing/2014/main" id="{DDB4414A-502B-C4B2-A342-4F88C26342D2}"/>
                  </a:ext>
                </a:extLst>
              </p:cNvPr>
              <p:cNvSpPr/>
              <p:nvPr/>
            </p:nvSpPr>
            <p:spPr>
              <a:xfrm>
                <a:off x="1846644" y="2900861"/>
                <a:ext cx="1687736" cy="24109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2024.04.04</a:t>
                </a:r>
              </a:p>
            </p:txBody>
          </p:sp>
          <p:sp>
            <p:nvSpPr>
              <p:cNvPr id="12" name="Calendar">
                <a:extLst>
                  <a:ext uri="{FF2B5EF4-FFF2-40B4-BE49-F238E27FC236}">
                    <a16:creationId xmlns:a16="http://schemas.microsoft.com/office/drawing/2014/main" id="{D29AA92B-9870-A0EC-75EB-519298E82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42680" y="2942740"/>
                <a:ext cx="161925" cy="161925"/>
              </a:xfrm>
              <a:custGeom>
                <a:avLst/>
                <a:gdLst>
                  <a:gd name="T0" fmla="*/ 120 w 667"/>
                  <a:gd name="T1" fmla="*/ 27 h 667"/>
                  <a:gd name="T2" fmla="*/ 8 w 667"/>
                  <a:gd name="T3" fmla="*/ 61 h 667"/>
                  <a:gd name="T4" fmla="*/ 8 w 667"/>
                  <a:gd name="T5" fmla="*/ 659 h 667"/>
                  <a:gd name="T6" fmla="*/ 659 w 667"/>
                  <a:gd name="T7" fmla="*/ 659 h 667"/>
                  <a:gd name="T8" fmla="*/ 659 w 667"/>
                  <a:gd name="T9" fmla="*/ 61 h 667"/>
                  <a:gd name="T10" fmla="*/ 547 w 667"/>
                  <a:gd name="T11" fmla="*/ 27 h 667"/>
                  <a:gd name="T12" fmla="*/ 493 w 667"/>
                  <a:gd name="T13" fmla="*/ 0 h 667"/>
                  <a:gd name="T14" fmla="*/ 467 w 667"/>
                  <a:gd name="T15" fmla="*/ 54 h 667"/>
                  <a:gd name="T16" fmla="*/ 192 w 667"/>
                  <a:gd name="T17" fmla="*/ 8 h 667"/>
                  <a:gd name="T18" fmla="*/ 147 w 667"/>
                  <a:gd name="T19" fmla="*/ 27 h 667"/>
                  <a:gd name="T20" fmla="*/ 147 w 667"/>
                  <a:gd name="T21" fmla="*/ 107 h 667"/>
                  <a:gd name="T22" fmla="*/ 520 w 667"/>
                  <a:gd name="T23" fmla="*/ 27 h 667"/>
                  <a:gd name="T24" fmla="*/ 493 w 667"/>
                  <a:gd name="T25" fmla="*/ 27 h 667"/>
                  <a:gd name="T26" fmla="*/ 120 w 667"/>
                  <a:gd name="T27" fmla="*/ 107 h 667"/>
                  <a:gd name="T28" fmla="*/ 173 w 667"/>
                  <a:gd name="T29" fmla="*/ 134 h 667"/>
                  <a:gd name="T30" fmla="*/ 200 w 667"/>
                  <a:gd name="T31" fmla="*/ 80 h 667"/>
                  <a:gd name="T32" fmla="*/ 474 w 667"/>
                  <a:gd name="T33" fmla="*/ 126 h 667"/>
                  <a:gd name="T34" fmla="*/ 539 w 667"/>
                  <a:gd name="T35" fmla="*/ 126 h 667"/>
                  <a:gd name="T36" fmla="*/ 640 w 667"/>
                  <a:gd name="T37" fmla="*/ 80 h 667"/>
                  <a:gd name="T38" fmla="*/ 27 w 667"/>
                  <a:gd name="T39" fmla="*/ 80 h 667"/>
                  <a:gd name="T40" fmla="*/ 640 w 667"/>
                  <a:gd name="T41" fmla="*/ 640 h 667"/>
                  <a:gd name="T42" fmla="*/ 93 w 667"/>
                  <a:gd name="T43" fmla="*/ 280 h 667"/>
                  <a:gd name="T44" fmla="*/ 93 w 667"/>
                  <a:gd name="T45" fmla="*/ 587 h 667"/>
                  <a:gd name="T46" fmla="*/ 587 w 667"/>
                  <a:gd name="T47" fmla="*/ 574 h 667"/>
                  <a:gd name="T48" fmla="*/ 93 w 667"/>
                  <a:gd name="T49" fmla="*/ 280 h 667"/>
                  <a:gd name="T50" fmla="*/ 200 w 667"/>
                  <a:gd name="T51" fmla="*/ 374 h 667"/>
                  <a:gd name="T52" fmla="*/ 227 w 667"/>
                  <a:gd name="T53" fmla="*/ 307 h 667"/>
                  <a:gd name="T54" fmla="*/ 227 w 667"/>
                  <a:gd name="T55" fmla="*/ 374 h 667"/>
                  <a:gd name="T56" fmla="*/ 440 w 667"/>
                  <a:gd name="T57" fmla="*/ 307 h 667"/>
                  <a:gd name="T58" fmla="*/ 347 w 667"/>
                  <a:gd name="T59" fmla="*/ 307 h 667"/>
                  <a:gd name="T60" fmla="*/ 560 w 667"/>
                  <a:gd name="T61" fmla="*/ 374 h 667"/>
                  <a:gd name="T62" fmla="*/ 107 w 667"/>
                  <a:gd name="T63" fmla="*/ 400 h 667"/>
                  <a:gd name="T64" fmla="*/ 107 w 667"/>
                  <a:gd name="T65" fmla="*/ 467 h 667"/>
                  <a:gd name="T66" fmla="*/ 320 w 667"/>
                  <a:gd name="T67" fmla="*/ 400 h 667"/>
                  <a:gd name="T68" fmla="*/ 227 w 667"/>
                  <a:gd name="T69" fmla="*/ 400 h 667"/>
                  <a:gd name="T70" fmla="*/ 440 w 667"/>
                  <a:gd name="T71" fmla="*/ 467 h 667"/>
                  <a:gd name="T72" fmla="*/ 467 w 667"/>
                  <a:gd name="T73" fmla="*/ 400 h 667"/>
                  <a:gd name="T74" fmla="*/ 467 w 667"/>
                  <a:gd name="T75" fmla="*/ 467 h 667"/>
                  <a:gd name="T76" fmla="*/ 200 w 667"/>
                  <a:gd name="T77" fmla="*/ 494 h 667"/>
                  <a:gd name="T78" fmla="*/ 107 w 667"/>
                  <a:gd name="T79" fmla="*/ 494 h 667"/>
                  <a:gd name="T80" fmla="*/ 320 w 667"/>
                  <a:gd name="T81" fmla="*/ 560 h 667"/>
                  <a:gd name="T82" fmla="*/ 347 w 667"/>
                  <a:gd name="T83" fmla="*/ 494 h 667"/>
                  <a:gd name="T84" fmla="*/ 400 w 667"/>
                  <a:gd name="T85" fmla="*/ 560 h 667"/>
                  <a:gd name="T86" fmla="*/ 467 w 667"/>
                  <a:gd name="T87" fmla="*/ 494 h 667"/>
                  <a:gd name="T88" fmla="*/ 467 w 667"/>
                  <a:gd name="T89" fmla="*/ 56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667">
                    <a:moveTo>
                      <a:pt x="147" y="0"/>
                    </a:moveTo>
                    <a:cubicBezTo>
                      <a:pt x="140" y="0"/>
                      <a:pt x="133" y="3"/>
                      <a:pt x="128" y="8"/>
                    </a:cubicBezTo>
                    <a:cubicBezTo>
                      <a:pt x="123" y="13"/>
                      <a:pt x="120" y="20"/>
                      <a:pt x="120" y="27"/>
                    </a:cubicBezTo>
                    <a:lnTo>
                      <a:pt x="120" y="54"/>
                    </a:lnTo>
                    <a:lnTo>
                      <a:pt x="27" y="54"/>
                    </a:lnTo>
                    <a:cubicBezTo>
                      <a:pt x="20" y="54"/>
                      <a:pt x="13" y="56"/>
                      <a:pt x="8" y="61"/>
                    </a:cubicBezTo>
                    <a:cubicBezTo>
                      <a:pt x="3" y="66"/>
                      <a:pt x="0" y="73"/>
                      <a:pt x="0" y="80"/>
                    </a:cubicBezTo>
                    <a:lnTo>
                      <a:pt x="0" y="640"/>
                    </a:lnTo>
                    <a:cubicBezTo>
                      <a:pt x="0" y="647"/>
                      <a:pt x="3" y="654"/>
                      <a:pt x="8" y="659"/>
                    </a:cubicBezTo>
                    <a:cubicBezTo>
                      <a:pt x="13" y="664"/>
                      <a:pt x="20" y="667"/>
                      <a:pt x="27" y="667"/>
                    </a:cubicBezTo>
                    <a:lnTo>
                      <a:pt x="640" y="667"/>
                    </a:lnTo>
                    <a:cubicBezTo>
                      <a:pt x="647" y="667"/>
                      <a:pt x="654" y="664"/>
                      <a:pt x="659" y="659"/>
                    </a:cubicBezTo>
                    <a:cubicBezTo>
                      <a:pt x="664" y="654"/>
                      <a:pt x="667" y="647"/>
                      <a:pt x="667" y="640"/>
                    </a:cubicBezTo>
                    <a:lnTo>
                      <a:pt x="667" y="80"/>
                    </a:lnTo>
                    <a:cubicBezTo>
                      <a:pt x="667" y="73"/>
                      <a:pt x="664" y="66"/>
                      <a:pt x="659" y="61"/>
                    </a:cubicBezTo>
                    <a:cubicBezTo>
                      <a:pt x="654" y="56"/>
                      <a:pt x="647" y="54"/>
                      <a:pt x="640" y="54"/>
                    </a:cubicBezTo>
                    <a:lnTo>
                      <a:pt x="547" y="54"/>
                    </a:lnTo>
                    <a:lnTo>
                      <a:pt x="547" y="27"/>
                    </a:lnTo>
                    <a:cubicBezTo>
                      <a:pt x="547" y="20"/>
                      <a:pt x="544" y="13"/>
                      <a:pt x="539" y="8"/>
                    </a:cubicBezTo>
                    <a:cubicBezTo>
                      <a:pt x="534" y="3"/>
                      <a:pt x="527" y="0"/>
                      <a:pt x="520" y="0"/>
                    </a:cubicBezTo>
                    <a:lnTo>
                      <a:pt x="493" y="0"/>
                    </a:lnTo>
                    <a:cubicBezTo>
                      <a:pt x="486" y="0"/>
                      <a:pt x="479" y="3"/>
                      <a:pt x="474" y="8"/>
                    </a:cubicBezTo>
                    <a:cubicBezTo>
                      <a:pt x="469" y="13"/>
                      <a:pt x="467" y="20"/>
                      <a:pt x="467" y="27"/>
                    </a:cubicBezTo>
                    <a:lnTo>
                      <a:pt x="467" y="54"/>
                    </a:lnTo>
                    <a:lnTo>
                      <a:pt x="200" y="54"/>
                    </a:lnTo>
                    <a:lnTo>
                      <a:pt x="200" y="27"/>
                    </a:lnTo>
                    <a:cubicBezTo>
                      <a:pt x="200" y="20"/>
                      <a:pt x="197" y="13"/>
                      <a:pt x="192" y="8"/>
                    </a:cubicBezTo>
                    <a:cubicBezTo>
                      <a:pt x="187" y="3"/>
                      <a:pt x="180" y="0"/>
                      <a:pt x="173" y="0"/>
                    </a:cubicBezTo>
                    <a:lnTo>
                      <a:pt x="147" y="0"/>
                    </a:lnTo>
                    <a:close/>
                    <a:moveTo>
                      <a:pt x="147" y="27"/>
                    </a:moveTo>
                    <a:lnTo>
                      <a:pt x="173" y="27"/>
                    </a:lnTo>
                    <a:lnTo>
                      <a:pt x="173" y="107"/>
                    </a:lnTo>
                    <a:lnTo>
                      <a:pt x="147" y="107"/>
                    </a:lnTo>
                    <a:lnTo>
                      <a:pt x="147" y="27"/>
                    </a:lnTo>
                    <a:close/>
                    <a:moveTo>
                      <a:pt x="493" y="27"/>
                    </a:moveTo>
                    <a:lnTo>
                      <a:pt x="520" y="27"/>
                    </a:lnTo>
                    <a:lnTo>
                      <a:pt x="520" y="107"/>
                    </a:lnTo>
                    <a:lnTo>
                      <a:pt x="493" y="107"/>
                    </a:lnTo>
                    <a:lnTo>
                      <a:pt x="493" y="27"/>
                    </a:lnTo>
                    <a:close/>
                    <a:moveTo>
                      <a:pt x="27" y="80"/>
                    </a:moveTo>
                    <a:lnTo>
                      <a:pt x="120" y="80"/>
                    </a:lnTo>
                    <a:lnTo>
                      <a:pt x="120" y="107"/>
                    </a:lnTo>
                    <a:cubicBezTo>
                      <a:pt x="120" y="114"/>
                      <a:pt x="123" y="121"/>
                      <a:pt x="128" y="126"/>
                    </a:cubicBezTo>
                    <a:cubicBezTo>
                      <a:pt x="133" y="131"/>
                      <a:pt x="140" y="134"/>
                      <a:pt x="147" y="134"/>
                    </a:cubicBezTo>
                    <a:lnTo>
                      <a:pt x="173" y="134"/>
                    </a:lnTo>
                    <a:cubicBezTo>
                      <a:pt x="180" y="134"/>
                      <a:pt x="187" y="131"/>
                      <a:pt x="192" y="126"/>
                    </a:cubicBezTo>
                    <a:cubicBezTo>
                      <a:pt x="197" y="121"/>
                      <a:pt x="200" y="114"/>
                      <a:pt x="200" y="107"/>
                    </a:cubicBezTo>
                    <a:lnTo>
                      <a:pt x="200" y="80"/>
                    </a:lnTo>
                    <a:lnTo>
                      <a:pt x="467" y="80"/>
                    </a:lnTo>
                    <a:lnTo>
                      <a:pt x="467" y="107"/>
                    </a:lnTo>
                    <a:cubicBezTo>
                      <a:pt x="467" y="114"/>
                      <a:pt x="469" y="121"/>
                      <a:pt x="474" y="126"/>
                    </a:cubicBezTo>
                    <a:cubicBezTo>
                      <a:pt x="479" y="131"/>
                      <a:pt x="486" y="134"/>
                      <a:pt x="493" y="134"/>
                    </a:cubicBezTo>
                    <a:lnTo>
                      <a:pt x="520" y="134"/>
                    </a:lnTo>
                    <a:cubicBezTo>
                      <a:pt x="527" y="134"/>
                      <a:pt x="534" y="131"/>
                      <a:pt x="539" y="126"/>
                    </a:cubicBezTo>
                    <a:cubicBezTo>
                      <a:pt x="544" y="121"/>
                      <a:pt x="547" y="114"/>
                      <a:pt x="547" y="107"/>
                    </a:cubicBezTo>
                    <a:lnTo>
                      <a:pt x="547" y="80"/>
                    </a:lnTo>
                    <a:lnTo>
                      <a:pt x="640" y="80"/>
                    </a:lnTo>
                    <a:lnTo>
                      <a:pt x="640" y="187"/>
                    </a:lnTo>
                    <a:lnTo>
                      <a:pt x="27" y="187"/>
                    </a:lnTo>
                    <a:lnTo>
                      <a:pt x="27" y="80"/>
                    </a:lnTo>
                    <a:close/>
                    <a:moveTo>
                      <a:pt x="27" y="214"/>
                    </a:moveTo>
                    <a:lnTo>
                      <a:pt x="640" y="214"/>
                    </a:lnTo>
                    <a:lnTo>
                      <a:pt x="640" y="640"/>
                    </a:lnTo>
                    <a:lnTo>
                      <a:pt x="27" y="640"/>
                    </a:lnTo>
                    <a:lnTo>
                      <a:pt x="27" y="214"/>
                    </a:lnTo>
                    <a:close/>
                    <a:moveTo>
                      <a:pt x="93" y="280"/>
                    </a:moveTo>
                    <a:cubicBezTo>
                      <a:pt x="86" y="280"/>
                      <a:pt x="80" y="286"/>
                      <a:pt x="80" y="294"/>
                    </a:cubicBezTo>
                    <a:lnTo>
                      <a:pt x="80" y="574"/>
                    </a:lnTo>
                    <a:cubicBezTo>
                      <a:pt x="80" y="581"/>
                      <a:pt x="86" y="587"/>
                      <a:pt x="93" y="587"/>
                    </a:cubicBezTo>
                    <a:lnTo>
                      <a:pt x="400" y="587"/>
                    </a:lnTo>
                    <a:lnTo>
                      <a:pt x="573" y="587"/>
                    </a:lnTo>
                    <a:cubicBezTo>
                      <a:pt x="581" y="587"/>
                      <a:pt x="587" y="581"/>
                      <a:pt x="587" y="574"/>
                    </a:cubicBezTo>
                    <a:lnTo>
                      <a:pt x="587" y="294"/>
                    </a:lnTo>
                    <a:cubicBezTo>
                      <a:pt x="587" y="286"/>
                      <a:pt x="581" y="280"/>
                      <a:pt x="573" y="280"/>
                    </a:cubicBezTo>
                    <a:lnTo>
                      <a:pt x="93" y="280"/>
                    </a:lnTo>
                    <a:close/>
                    <a:moveTo>
                      <a:pt x="107" y="307"/>
                    </a:moveTo>
                    <a:lnTo>
                      <a:pt x="200" y="307"/>
                    </a:lnTo>
                    <a:lnTo>
                      <a:pt x="200" y="374"/>
                    </a:lnTo>
                    <a:lnTo>
                      <a:pt x="107" y="374"/>
                    </a:lnTo>
                    <a:lnTo>
                      <a:pt x="107" y="307"/>
                    </a:lnTo>
                    <a:close/>
                    <a:moveTo>
                      <a:pt x="227" y="307"/>
                    </a:moveTo>
                    <a:lnTo>
                      <a:pt x="320" y="307"/>
                    </a:lnTo>
                    <a:lnTo>
                      <a:pt x="320" y="374"/>
                    </a:lnTo>
                    <a:lnTo>
                      <a:pt x="227" y="374"/>
                    </a:lnTo>
                    <a:lnTo>
                      <a:pt x="227" y="307"/>
                    </a:lnTo>
                    <a:close/>
                    <a:moveTo>
                      <a:pt x="347" y="307"/>
                    </a:moveTo>
                    <a:lnTo>
                      <a:pt x="440" y="307"/>
                    </a:lnTo>
                    <a:lnTo>
                      <a:pt x="440" y="374"/>
                    </a:lnTo>
                    <a:lnTo>
                      <a:pt x="347" y="374"/>
                    </a:lnTo>
                    <a:lnTo>
                      <a:pt x="347" y="307"/>
                    </a:lnTo>
                    <a:close/>
                    <a:moveTo>
                      <a:pt x="467" y="307"/>
                    </a:moveTo>
                    <a:lnTo>
                      <a:pt x="560" y="307"/>
                    </a:lnTo>
                    <a:lnTo>
                      <a:pt x="560" y="374"/>
                    </a:lnTo>
                    <a:lnTo>
                      <a:pt x="467" y="374"/>
                    </a:lnTo>
                    <a:lnTo>
                      <a:pt x="467" y="307"/>
                    </a:lnTo>
                    <a:close/>
                    <a:moveTo>
                      <a:pt x="107" y="400"/>
                    </a:moveTo>
                    <a:lnTo>
                      <a:pt x="200" y="400"/>
                    </a:lnTo>
                    <a:lnTo>
                      <a:pt x="200" y="467"/>
                    </a:lnTo>
                    <a:lnTo>
                      <a:pt x="107" y="467"/>
                    </a:lnTo>
                    <a:lnTo>
                      <a:pt x="107" y="400"/>
                    </a:lnTo>
                    <a:close/>
                    <a:moveTo>
                      <a:pt x="227" y="400"/>
                    </a:moveTo>
                    <a:lnTo>
                      <a:pt x="320" y="400"/>
                    </a:lnTo>
                    <a:lnTo>
                      <a:pt x="320" y="467"/>
                    </a:lnTo>
                    <a:lnTo>
                      <a:pt x="227" y="467"/>
                    </a:lnTo>
                    <a:lnTo>
                      <a:pt x="227" y="400"/>
                    </a:lnTo>
                    <a:close/>
                    <a:moveTo>
                      <a:pt x="347" y="400"/>
                    </a:moveTo>
                    <a:lnTo>
                      <a:pt x="440" y="400"/>
                    </a:lnTo>
                    <a:lnTo>
                      <a:pt x="440" y="467"/>
                    </a:lnTo>
                    <a:lnTo>
                      <a:pt x="347" y="467"/>
                    </a:lnTo>
                    <a:lnTo>
                      <a:pt x="347" y="400"/>
                    </a:lnTo>
                    <a:close/>
                    <a:moveTo>
                      <a:pt x="467" y="400"/>
                    </a:moveTo>
                    <a:lnTo>
                      <a:pt x="560" y="400"/>
                    </a:lnTo>
                    <a:lnTo>
                      <a:pt x="560" y="467"/>
                    </a:lnTo>
                    <a:lnTo>
                      <a:pt x="467" y="467"/>
                    </a:lnTo>
                    <a:lnTo>
                      <a:pt x="467" y="400"/>
                    </a:lnTo>
                    <a:close/>
                    <a:moveTo>
                      <a:pt x="107" y="494"/>
                    </a:moveTo>
                    <a:lnTo>
                      <a:pt x="200" y="494"/>
                    </a:lnTo>
                    <a:lnTo>
                      <a:pt x="200" y="560"/>
                    </a:lnTo>
                    <a:lnTo>
                      <a:pt x="107" y="560"/>
                    </a:lnTo>
                    <a:lnTo>
                      <a:pt x="107" y="494"/>
                    </a:lnTo>
                    <a:close/>
                    <a:moveTo>
                      <a:pt x="227" y="494"/>
                    </a:moveTo>
                    <a:lnTo>
                      <a:pt x="320" y="494"/>
                    </a:lnTo>
                    <a:lnTo>
                      <a:pt x="320" y="560"/>
                    </a:lnTo>
                    <a:lnTo>
                      <a:pt x="227" y="560"/>
                    </a:lnTo>
                    <a:lnTo>
                      <a:pt x="227" y="494"/>
                    </a:lnTo>
                    <a:close/>
                    <a:moveTo>
                      <a:pt x="347" y="494"/>
                    </a:moveTo>
                    <a:lnTo>
                      <a:pt x="440" y="494"/>
                    </a:lnTo>
                    <a:lnTo>
                      <a:pt x="440" y="560"/>
                    </a:lnTo>
                    <a:lnTo>
                      <a:pt x="400" y="560"/>
                    </a:lnTo>
                    <a:lnTo>
                      <a:pt x="347" y="560"/>
                    </a:lnTo>
                    <a:lnTo>
                      <a:pt x="347" y="494"/>
                    </a:lnTo>
                    <a:close/>
                    <a:moveTo>
                      <a:pt x="467" y="494"/>
                    </a:moveTo>
                    <a:lnTo>
                      <a:pt x="560" y="494"/>
                    </a:lnTo>
                    <a:lnTo>
                      <a:pt x="560" y="560"/>
                    </a:lnTo>
                    <a:lnTo>
                      <a:pt x="467" y="560"/>
                    </a:lnTo>
                    <a:lnTo>
                      <a:pt x="467" y="49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" name="TextBox 30">
              <a:extLst>
                <a:ext uri="{FF2B5EF4-FFF2-40B4-BE49-F238E27FC236}">
                  <a16:creationId xmlns:a16="http://schemas.microsoft.com/office/drawing/2014/main" id="{06FCD4AC-0755-3504-72E2-313E1200D6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1005" y="1456936"/>
              <a:ext cx="2108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dirty="0"/>
                <a:t>~</a:t>
              </a:r>
              <a:endParaRPr lang="ko-KR" altLang="en-US" sz="900" dirty="0"/>
            </a:p>
          </p:txBody>
        </p:sp>
      </p:grpSp>
      <p:pic>
        <p:nvPicPr>
          <p:cNvPr id="15" name="그림 14">
            <a:extLst>
              <a:ext uri="{FF2B5EF4-FFF2-40B4-BE49-F238E27FC236}">
                <a16:creationId xmlns:a16="http://schemas.microsoft.com/office/drawing/2014/main" id="{E445A893-B457-2F2F-A4B5-A0C54E1D80E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94467" y="2978255"/>
            <a:ext cx="1047750" cy="228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717347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CC2891-C6C8-4F2A-5A4C-80B4B5D881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8B29DE21-1015-39E8-4E8F-0C20343E20E7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11.</a:t>
            </a: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 센터통계</a:t>
            </a:r>
            <a:endParaRPr lang="en-US" altLang="ko-KR" sz="36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573082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623CA35-7AF2-49F5-A1AC-019201FD04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2684260"/>
              </p:ext>
            </p:extLst>
          </p:nvPr>
        </p:nvGraphicFramePr>
        <p:xfrm>
          <a:off x="154004" y="1570149"/>
          <a:ext cx="8253952" cy="2788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374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2242048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2242048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2996116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</a:tblGrid>
              <a:tr h="1832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합계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167956"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프로그램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개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참여인원수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307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2680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장비대여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/>
                        <a:t>대여건</a:t>
                      </a:r>
                      <a:r>
                        <a:rPr lang="ko-KR" altLang="en-US" sz="800" dirty="0"/>
                        <a:t>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일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장비이용자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525933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공간대여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/>
                        <a:t>대여건</a:t>
                      </a:r>
                      <a:r>
                        <a:rPr lang="ko-KR" altLang="en-US" sz="800" dirty="0"/>
                        <a:t>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일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192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공간이용자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1526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6365579"/>
                  </a:ext>
                </a:extLst>
              </a:tr>
              <a:tr h="167956"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미디어 교육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프로그램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개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78391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창여인원수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307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897756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장비대여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/>
                        <a:t>대여건</a:t>
                      </a:r>
                      <a:r>
                        <a:rPr lang="ko-KR" altLang="en-US" sz="800" dirty="0"/>
                        <a:t>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일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8703390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장비이용자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153044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공간대여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/>
                        <a:t>대여건</a:t>
                      </a:r>
                      <a:r>
                        <a:rPr lang="ko-KR" altLang="en-US" sz="800" dirty="0"/>
                        <a:t>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일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192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1039327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공간이용자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1526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181780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CACCF62A-5422-C3C8-F1A3-E9E492BE3A23}"/>
              </a:ext>
            </a:extLst>
          </p:cNvPr>
          <p:cNvSpPr txBox="1"/>
          <p:nvPr/>
        </p:nvSpPr>
        <p:spPr>
          <a:xfrm>
            <a:off x="105269" y="81060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전체 통계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9E345841-4060-329C-F0C6-8E0FABC9AD26}"/>
              </a:ext>
            </a:extLst>
          </p:cNvPr>
          <p:cNvGrpSpPr/>
          <p:nvPr/>
        </p:nvGrpSpPr>
        <p:grpSpPr>
          <a:xfrm>
            <a:off x="122296" y="1041439"/>
            <a:ext cx="1086672" cy="369332"/>
            <a:chOff x="2778986" y="1773120"/>
            <a:chExt cx="1086672" cy="369332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3D10AE1-D977-7229-86D9-B9115286F5CC}"/>
                </a:ext>
              </a:extLst>
            </p:cNvPr>
            <p:cNvGrpSpPr/>
            <p:nvPr/>
          </p:nvGrpSpPr>
          <p:grpSpPr>
            <a:xfrm>
              <a:off x="2810694" y="1803898"/>
              <a:ext cx="1054964" cy="307777"/>
              <a:chOff x="2801353" y="1881052"/>
              <a:chExt cx="1054964" cy="30777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8083047-2F20-1EE0-3657-F47E406F726F}"/>
                  </a:ext>
                </a:extLst>
              </p:cNvPr>
              <p:cNvSpPr txBox="1"/>
              <p:nvPr/>
            </p:nvSpPr>
            <p:spPr>
              <a:xfrm>
                <a:off x="3035433" y="1881052"/>
                <a:ext cx="5822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</a:t>
                </a:r>
                <a:endParaRPr lang="ko-KR" altLang="en-US" sz="1400" dirty="0"/>
              </a:p>
            </p:txBody>
          </p:sp>
          <p:sp>
            <p:nvSpPr>
              <p:cNvPr id="9" name="Button">
                <a:extLst>
                  <a:ext uri="{FF2B5EF4-FFF2-40B4-BE49-F238E27FC236}">
                    <a16:creationId xmlns:a16="http://schemas.microsoft.com/office/drawing/2014/main" id="{B9E6A081-5F05-A342-0046-F1009159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654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" name="Button">
                <a:extLst>
                  <a:ext uri="{FF2B5EF4-FFF2-40B4-BE49-F238E27FC236}">
                    <a16:creationId xmlns:a16="http://schemas.microsoft.com/office/drawing/2014/main" id="{B2CDD9FC-3F9B-C66A-3EE4-AD46E584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7CB0DF4E-DF73-A9DC-DE0D-BAD910972C90}"/>
                </a:ext>
              </a:extLst>
            </p:cNvPr>
            <p:cNvSpPr txBox="1"/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753393EB-07D4-6EAF-507E-6754A4038BE9}"/>
                </a:ext>
              </a:extLst>
            </p:cNvPr>
            <p:cNvSpPr txBox="1"/>
            <p:nvPr/>
          </p:nvSpPr>
          <p:spPr>
            <a:xfrm>
              <a:off x="3642641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4F5BC0A-E642-0AE2-35E9-8FFFCAB93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1903030"/>
              </p:ext>
            </p:extLst>
          </p:nvPr>
        </p:nvGraphicFramePr>
        <p:xfrm>
          <a:off x="145886" y="5088442"/>
          <a:ext cx="8253952" cy="58488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374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2788300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1695796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2996116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</a:tblGrid>
              <a:tr h="292444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총합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교육연인원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장비이용자수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공간이용자수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기타이용자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이용자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1864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교육프로그램수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기타프로그램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프로그램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개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2680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A9CD5032-0A6D-5D06-7F5A-51823DABDDC7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전체통계</a:t>
            </a:r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90F9E55D-B1D5-485E-D834-A41E8B3CF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통계 </a:t>
            </a:r>
            <a:r>
              <a:rPr lang="en-US" altLang="ko-KR" sz="900" dirty="0"/>
              <a:t>&gt; </a:t>
            </a:r>
            <a:r>
              <a:rPr lang="ko-KR" altLang="en-US" sz="900" dirty="0"/>
              <a:t>전체통계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D7B6F47-DECB-79F3-91A2-3DA6EC3722E4}"/>
              </a:ext>
            </a:extLst>
          </p:cNvPr>
          <p:cNvSpPr/>
          <p:nvPr/>
        </p:nvSpPr>
        <p:spPr>
          <a:xfrm>
            <a:off x="4272863" y="4486276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B4DEC196-29E9-91B3-4E4E-0CE199DD87F1}"/>
              </a:ext>
            </a:extLst>
          </p:cNvPr>
          <p:cNvSpPr/>
          <p:nvPr/>
        </p:nvSpPr>
        <p:spPr>
          <a:xfrm>
            <a:off x="4272862" y="4651583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00EBF31-8151-3288-8FFD-0AC6A4B76BC4}"/>
              </a:ext>
            </a:extLst>
          </p:cNvPr>
          <p:cNvSpPr/>
          <p:nvPr/>
        </p:nvSpPr>
        <p:spPr>
          <a:xfrm>
            <a:off x="4272862" y="4816890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5A7CC32F-8846-0C7D-E984-60554D3E45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60206" y="1296471"/>
            <a:ext cx="1047750" cy="228600"/>
          </a:xfrm>
          <a:prstGeom prst="rect">
            <a:avLst/>
          </a:prstGeom>
        </p:spPr>
      </p:pic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7EAEFC6-C4E2-8C12-86E0-31D0C4B3D0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9095479"/>
              </p:ext>
            </p:extLst>
          </p:nvPr>
        </p:nvGraphicFramePr>
        <p:xfrm>
          <a:off x="9696887" y="292432"/>
          <a:ext cx="2498015" cy="3678294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교육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장비</a:t>
                      </a:r>
                      <a:r>
                        <a:rPr lang="en-US" altLang="ko-KR" sz="800" b="1" dirty="0"/>
                        <a:t>, </a:t>
                      </a:r>
                      <a:r>
                        <a:rPr lang="ko-KR" altLang="en-US" sz="800" b="1" dirty="0"/>
                        <a:t>공간 전체 연간 통계를 확인할 수 있습니다</a:t>
                      </a:r>
                      <a:r>
                        <a:rPr lang="en-US" altLang="ko-KR" sz="800" b="1" dirty="0"/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교육 </a:t>
                      </a:r>
                      <a:r>
                        <a:rPr lang="en-US" altLang="ko-KR" sz="800" b="1" dirty="0"/>
                        <a:t>– </a:t>
                      </a:r>
                      <a:r>
                        <a:rPr lang="ko-KR" altLang="en-US" sz="800" b="1" dirty="0"/>
                        <a:t>교육 신청내역 </a:t>
                      </a:r>
                      <a:r>
                        <a:rPr lang="en-US" altLang="ko-KR" sz="800" b="1" dirty="0"/>
                        <a:t>+ </a:t>
                      </a:r>
                      <a:r>
                        <a:rPr lang="ko-KR" altLang="en-US" sz="800" b="1" dirty="0"/>
                        <a:t>목록과 연동하여 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*(</a:t>
                      </a:r>
                      <a:r>
                        <a:rPr lang="ko-KR" altLang="en-US" sz="800" b="0" dirty="0"/>
                        <a:t>프로그램 수</a:t>
                      </a:r>
                      <a:r>
                        <a:rPr lang="en-US" altLang="ko-KR" sz="800" b="0" dirty="0"/>
                        <a:t>, </a:t>
                      </a:r>
                      <a:r>
                        <a:rPr lang="ko-KR" altLang="en-US" sz="800" b="0" dirty="0"/>
                        <a:t>참여인원을 통계해줍니다</a:t>
                      </a:r>
                      <a:r>
                        <a:rPr lang="en-US" altLang="ko-KR" sz="800" b="0" dirty="0"/>
                        <a:t>.)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장비 </a:t>
                      </a:r>
                      <a:r>
                        <a:rPr lang="en-US" altLang="ko-KR" sz="800" b="1" dirty="0"/>
                        <a:t>– </a:t>
                      </a:r>
                      <a:r>
                        <a:rPr lang="ko-KR" altLang="en-US" sz="800" b="1" dirty="0"/>
                        <a:t>장비 신청내역 </a:t>
                      </a:r>
                      <a:r>
                        <a:rPr lang="en-US" altLang="ko-KR" sz="800" b="1" dirty="0"/>
                        <a:t>+ </a:t>
                      </a:r>
                      <a:r>
                        <a:rPr lang="ko-KR" altLang="en-US" sz="800" b="1" dirty="0"/>
                        <a:t>목록과 연동하여</a:t>
                      </a:r>
                      <a:endParaRPr lang="en-US" altLang="ko-KR" sz="8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*(</a:t>
                      </a:r>
                      <a:r>
                        <a:rPr lang="ko-KR" altLang="en-US" sz="800" b="0" dirty="0" err="1"/>
                        <a:t>대여건</a:t>
                      </a:r>
                      <a:r>
                        <a:rPr lang="ko-KR" altLang="en-US" sz="800" b="0" dirty="0"/>
                        <a:t> 수</a:t>
                      </a:r>
                      <a:r>
                        <a:rPr lang="en-US" altLang="ko-KR" sz="800" b="0" dirty="0"/>
                        <a:t>, </a:t>
                      </a:r>
                      <a:r>
                        <a:rPr lang="ko-KR" altLang="en-US" sz="800" b="0" dirty="0"/>
                        <a:t>장비이용자 수를 통계해줍니다</a:t>
                      </a:r>
                      <a:r>
                        <a:rPr lang="en-US" altLang="ko-KR" sz="800" b="0" dirty="0"/>
                        <a:t>.)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공간</a:t>
                      </a:r>
                      <a:r>
                        <a:rPr lang="en-US" altLang="ko-KR" sz="800" b="1" dirty="0"/>
                        <a:t> – </a:t>
                      </a:r>
                      <a:r>
                        <a:rPr lang="ko-KR" altLang="en-US" sz="800" b="1" dirty="0"/>
                        <a:t>공간 신청내역 </a:t>
                      </a:r>
                      <a:r>
                        <a:rPr lang="en-US" altLang="ko-KR" sz="800" b="1" dirty="0"/>
                        <a:t>+ </a:t>
                      </a:r>
                      <a:r>
                        <a:rPr lang="ko-KR" altLang="en-US" sz="800" b="1" dirty="0"/>
                        <a:t>목록과 연동하여</a:t>
                      </a:r>
                      <a:endParaRPr lang="en-US" altLang="ko-KR" sz="800" b="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/>
                        <a:t>*(</a:t>
                      </a:r>
                      <a:r>
                        <a:rPr lang="ko-KR" altLang="en-US" sz="800" b="0" dirty="0" err="1"/>
                        <a:t>대여건</a:t>
                      </a:r>
                      <a:r>
                        <a:rPr lang="ko-KR" altLang="en-US" sz="800" b="0" dirty="0"/>
                        <a:t> 수</a:t>
                      </a:r>
                      <a:r>
                        <a:rPr lang="en-US" altLang="ko-KR" sz="800" b="0" dirty="0"/>
                        <a:t>, </a:t>
                      </a:r>
                      <a:r>
                        <a:rPr lang="ko-KR" altLang="en-US" sz="800" b="0" dirty="0"/>
                        <a:t>공간이용자 수를 통계해줍니다</a:t>
                      </a:r>
                      <a:r>
                        <a:rPr lang="en-US" altLang="ko-KR" sz="800" b="0" dirty="0"/>
                        <a:t>.)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[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엑셀파일로 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전체통계를 엑셀파일로 다운로드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구분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합계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총합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교육연이원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+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장비이용자수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+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공간이용자수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+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기타이용자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이용자명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총 합을 계산해줍니다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교육프로그램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+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기타프로그램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/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프로그램 수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총 합을 계산해줍니다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47269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1750713C-5D2E-CEB2-9BE0-5610ECFB07D2}"/>
              </a:ext>
            </a:extLst>
          </p:cNvPr>
          <p:cNvSpPr/>
          <p:nvPr/>
        </p:nvSpPr>
        <p:spPr>
          <a:xfrm>
            <a:off x="7221046" y="116926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EA2A21-BD25-BD04-ACBD-502C5B3AF033}"/>
              </a:ext>
            </a:extLst>
          </p:cNvPr>
          <p:cNvSpPr/>
          <p:nvPr/>
        </p:nvSpPr>
        <p:spPr>
          <a:xfrm>
            <a:off x="154004" y="1451317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A4F503-5CAC-B9A4-F090-A3F58303AF74}"/>
              </a:ext>
            </a:extLst>
          </p:cNvPr>
          <p:cNvSpPr/>
          <p:nvPr/>
        </p:nvSpPr>
        <p:spPr>
          <a:xfrm>
            <a:off x="99054" y="502028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358960393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F5B7AF-7864-6934-818B-04C2D47883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FD8C680-61B4-4205-4547-C659905D92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3871579"/>
              </p:ext>
            </p:extLst>
          </p:nvPr>
        </p:nvGraphicFramePr>
        <p:xfrm>
          <a:off x="136751" y="892174"/>
          <a:ext cx="6091522" cy="58754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96429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855398">
                  <a:extLst>
                    <a:ext uri="{9D8B030D-6E8A-4147-A177-3AD203B41FA5}">
                      <a16:colId xmlns:a16="http://schemas.microsoft.com/office/drawing/2014/main" val="2395347473"/>
                    </a:ext>
                  </a:extLst>
                </a:gridCol>
                <a:gridCol w="1089333">
                  <a:extLst>
                    <a:ext uri="{9D8B030D-6E8A-4147-A177-3AD203B41FA5}">
                      <a16:colId xmlns:a16="http://schemas.microsoft.com/office/drawing/2014/main" val="4073311816"/>
                    </a:ext>
                  </a:extLst>
                </a:gridCol>
                <a:gridCol w="1775181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1775181">
                  <a:extLst>
                    <a:ext uri="{9D8B030D-6E8A-4147-A177-3AD203B41FA5}">
                      <a16:colId xmlns:a16="http://schemas.microsoft.com/office/drawing/2014/main" val="866208030"/>
                    </a:ext>
                  </a:extLst>
                </a:gridCol>
              </a:tblGrid>
              <a:tr h="31903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남자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여자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292444">
                <a:tc rowSpan="1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연령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0~4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5~9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26805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10~14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15~19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5259335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20~24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243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166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062917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25~29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292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194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6365579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30~34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337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8180200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35~39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277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165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9130108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40~44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320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114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266630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45~49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341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123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218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0581525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50~54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341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225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217666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55~59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328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196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746657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60~64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257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147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90124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65~69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180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99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810384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70~74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9268393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75~79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25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192877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세 이상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466757"/>
                  </a:ext>
                </a:extLst>
              </a:tr>
              <a:tr h="29244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미집계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6459364"/>
                  </a:ext>
                </a:extLst>
              </a:tr>
              <a:tr h="292444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총합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3250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1281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1967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524772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3A2E5F6F-33F5-6E1F-4658-A45475F0B244}"/>
              </a:ext>
            </a:extLst>
          </p:cNvPr>
          <p:cNvSpPr txBox="1"/>
          <p:nvPr/>
        </p:nvSpPr>
        <p:spPr>
          <a:xfrm>
            <a:off x="62137" y="60483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성별 </a:t>
            </a:r>
            <a:r>
              <a:rPr lang="en-US" altLang="ko-KR" sz="900" b="1" dirty="0"/>
              <a:t>/ </a:t>
            </a:r>
            <a:r>
              <a:rPr lang="ko-KR" altLang="en-US" sz="900" b="1" dirty="0"/>
              <a:t>나이통계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63F7D22-96BF-8C10-76EF-6E7979E91D29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성별 </a:t>
            </a:r>
            <a:r>
              <a:rPr lang="en-US" altLang="ko-KR" sz="900" dirty="0"/>
              <a:t>/ </a:t>
            </a:r>
            <a:r>
              <a:rPr lang="ko-KR" altLang="en-US" sz="900" dirty="0"/>
              <a:t>나이통계</a:t>
            </a:r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AFB206C4-C2DF-4B87-6243-14084003D4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통계 </a:t>
            </a:r>
            <a:r>
              <a:rPr lang="en-US" altLang="ko-KR" sz="900" dirty="0"/>
              <a:t>&gt; </a:t>
            </a:r>
            <a:r>
              <a:rPr lang="ko-KR" altLang="en-US" sz="900" dirty="0"/>
              <a:t>성별 </a:t>
            </a:r>
            <a:r>
              <a:rPr lang="en-US" altLang="ko-KR" sz="900" dirty="0"/>
              <a:t>/ </a:t>
            </a:r>
            <a:r>
              <a:rPr lang="ko-KR" altLang="en-US" sz="900" dirty="0"/>
              <a:t>나이통계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47DD4AD-CE71-31B9-4848-875BF5D147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80523" y="635322"/>
            <a:ext cx="1047750" cy="228600"/>
          </a:xfrm>
          <a:prstGeom prst="rect">
            <a:avLst/>
          </a:prstGeom>
        </p:spPr>
      </p:pic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81E9205-F41C-98A6-FB09-93C4745AD6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2455339"/>
              </p:ext>
            </p:extLst>
          </p:nvPr>
        </p:nvGraphicFramePr>
        <p:xfrm>
          <a:off x="9696887" y="292432"/>
          <a:ext cx="2498015" cy="163877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성별 </a:t>
                      </a:r>
                      <a:r>
                        <a:rPr lang="en-US" altLang="ko-KR" sz="800" b="1" dirty="0"/>
                        <a:t>/ </a:t>
                      </a:r>
                      <a:r>
                        <a:rPr lang="ko-KR" altLang="en-US" sz="800" b="1" dirty="0"/>
                        <a:t>나이통계는 회원목록과 연동하여 통계를 확인합니다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[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엑셀파일로 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리스트를 엑셀파일로 다운로드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남자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여자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6472E19E-AB17-88D3-D42C-A8200D729EE1}"/>
              </a:ext>
            </a:extLst>
          </p:cNvPr>
          <p:cNvSpPr/>
          <p:nvPr/>
        </p:nvSpPr>
        <p:spPr>
          <a:xfrm>
            <a:off x="4902203" y="583435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133474431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9BB855-04E6-0BA0-FEB3-042204C708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B1DE83D-9CD7-6A5D-FC95-AB0CA9F49004}"/>
              </a:ext>
            </a:extLst>
          </p:cNvPr>
          <p:cNvSpPr txBox="1"/>
          <p:nvPr/>
        </p:nvSpPr>
        <p:spPr>
          <a:xfrm>
            <a:off x="62137" y="60483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b="1" dirty="0"/>
              <a:t>교육통계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ECD8AC2-0525-1734-E2C5-1392799C72A7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교육통계</a:t>
            </a:r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B611FD76-6EE0-A9AC-3478-7A9CECB17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통계 </a:t>
            </a:r>
            <a:r>
              <a:rPr lang="en-US" altLang="ko-KR" sz="900" dirty="0"/>
              <a:t>&gt; </a:t>
            </a:r>
            <a:r>
              <a:rPr lang="ko-KR" altLang="en-US" sz="900" dirty="0"/>
              <a:t>교육통계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4042ECD-35F7-88BB-0AE9-E7B62DA0FE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6356787"/>
              </p:ext>
            </p:extLst>
          </p:nvPr>
        </p:nvGraphicFramePr>
        <p:xfrm>
          <a:off x="97129" y="892174"/>
          <a:ext cx="1119424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424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연별 실적</a:t>
                      </a:r>
                    </a:p>
                  </a:txBody>
                  <a:tcPr marL="91524" marR="91524" marT="45682" marB="45682" anchor="ctr"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3B68A91E-BFF6-736E-A4EC-6DCE92B4F1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3897111"/>
              </p:ext>
            </p:extLst>
          </p:nvPr>
        </p:nvGraphicFramePr>
        <p:xfrm>
          <a:off x="1210541" y="892174"/>
          <a:ext cx="1192453" cy="273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453">
                  <a:extLst>
                    <a:ext uri="{9D8B030D-6E8A-4147-A177-3AD203B41FA5}">
                      <a16:colId xmlns:a16="http://schemas.microsoft.com/office/drawing/2014/main" val="4268430245"/>
                    </a:ext>
                  </a:extLst>
                </a:gridCol>
              </a:tblGrid>
              <a:tr h="273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강좌별 통계</a:t>
                      </a:r>
                    </a:p>
                  </a:txBody>
                  <a:tcPr marL="91524" marR="91524" marT="45682" marB="45682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58580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5B566F-C69B-854B-4F83-7263A14013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3769672"/>
              </p:ext>
            </p:extLst>
          </p:nvPr>
        </p:nvGraphicFramePr>
        <p:xfrm>
          <a:off x="154006" y="1768555"/>
          <a:ext cx="9404061" cy="1539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57796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807864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998601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932747685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603199797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490454802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513108129"/>
                    </a:ext>
                  </a:extLst>
                </a:gridCol>
              </a:tblGrid>
              <a:tr h="1832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건수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교육인원수</a:t>
                      </a:r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수료인원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수강율</a:t>
                      </a:r>
                      <a:r>
                        <a:rPr lang="en-US" altLang="ko-KR" sz="800" b="1" dirty="0"/>
                        <a:t>(%)</a:t>
                      </a:r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금액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16795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제작실기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767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6%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카테고리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260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12%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2680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미디어교육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13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325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18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6%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967439"/>
                  </a:ext>
                </a:extLst>
              </a:tr>
              <a:tr h="16795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상설교육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프로그램 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개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416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8%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78391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창여인원수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명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39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572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41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7%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897756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공동체교육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미디어교육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26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429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33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8%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0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8703390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57E630BE-9A85-F741-6743-53C0FF24D3C9}"/>
              </a:ext>
            </a:extLst>
          </p:cNvPr>
          <p:cNvGrpSpPr/>
          <p:nvPr/>
        </p:nvGrpSpPr>
        <p:grpSpPr>
          <a:xfrm>
            <a:off x="122296" y="1239845"/>
            <a:ext cx="1030686" cy="369332"/>
            <a:chOff x="2778986" y="1773120"/>
            <a:chExt cx="1030686" cy="369332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80343836-A228-8564-176F-ECC211794875}"/>
                </a:ext>
              </a:extLst>
            </p:cNvPr>
            <p:cNvGrpSpPr/>
            <p:nvPr/>
          </p:nvGrpSpPr>
          <p:grpSpPr>
            <a:xfrm>
              <a:off x="2810694" y="1803898"/>
              <a:ext cx="998978" cy="307777"/>
              <a:chOff x="2801353" y="1881052"/>
              <a:chExt cx="998978" cy="307777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FDD1714-D9A6-7536-59A6-FB262B0921E2}"/>
                  </a:ext>
                </a:extLst>
              </p:cNvPr>
              <p:cNvSpPr txBox="1"/>
              <p:nvPr/>
            </p:nvSpPr>
            <p:spPr>
              <a:xfrm>
                <a:off x="3035433" y="1881052"/>
                <a:ext cx="5822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</a:t>
                </a:r>
                <a:endParaRPr lang="ko-KR" altLang="en-US" sz="1400" dirty="0"/>
              </a:p>
            </p:txBody>
          </p:sp>
          <p:sp>
            <p:nvSpPr>
              <p:cNvPr id="14" name="Button">
                <a:extLst>
                  <a:ext uri="{FF2B5EF4-FFF2-40B4-BE49-F238E27FC236}">
                    <a16:creationId xmlns:a16="http://schemas.microsoft.com/office/drawing/2014/main" id="{50F209AF-260C-D693-B859-C39A8A97D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668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Button">
                <a:extLst>
                  <a:ext uri="{FF2B5EF4-FFF2-40B4-BE49-F238E27FC236}">
                    <a16:creationId xmlns:a16="http://schemas.microsoft.com/office/drawing/2014/main" id="{E5B74937-75B5-7E5A-D62C-4CA2A112E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0C6A94B-9C10-3E8A-364F-B6DE5F4FC2F9}"/>
                </a:ext>
              </a:extLst>
            </p:cNvPr>
            <p:cNvSpPr txBox="1"/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908DD1C-BC9A-C974-FD24-EC2186220DB3}"/>
                </a:ext>
              </a:extLst>
            </p:cNvPr>
            <p:cNvSpPr txBox="1"/>
            <p:nvPr/>
          </p:nvSpPr>
          <p:spPr>
            <a:xfrm>
              <a:off x="3586655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C4A842BB-8A3F-40C2-8424-E3EF06465AD6}"/>
              </a:ext>
            </a:extLst>
          </p:cNvPr>
          <p:cNvSpPr/>
          <p:nvPr/>
        </p:nvSpPr>
        <p:spPr>
          <a:xfrm>
            <a:off x="4584142" y="3429000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22E25361-655C-F182-4F99-9D2F92AAEA09}"/>
              </a:ext>
            </a:extLst>
          </p:cNvPr>
          <p:cNvSpPr/>
          <p:nvPr/>
        </p:nvSpPr>
        <p:spPr>
          <a:xfrm>
            <a:off x="4584141" y="3594307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4A221326-9BB3-064C-18A2-B491F51232F0}"/>
              </a:ext>
            </a:extLst>
          </p:cNvPr>
          <p:cNvSpPr/>
          <p:nvPr/>
        </p:nvSpPr>
        <p:spPr>
          <a:xfrm>
            <a:off x="4584141" y="3759614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87D328DD-F574-FEE5-CA7F-45BF2225A6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267596"/>
              </p:ext>
            </p:extLst>
          </p:nvPr>
        </p:nvGraphicFramePr>
        <p:xfrm>
          <a:off x="154004" y="4002883"/>
          <a:ext cx="9404061" cy="228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64261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932747685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603199797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490454802"/>
                    </a:ext>
                  </a:extLst>
                </a:gridCol>
                <a:gridCol w="1427960">
                  <a:extLst>
                    <a:ext uri="{9D8B030D-6E8A-4147-A177-3AD203B41FA5}">
                      <a16:colId xmlns:a16="http://schemas.microsoft.com/office/drawing/2014/main" val="1513108129"/>
                    </a:ext>
                  </a:extLst>
                </a:gridCol>
              </a:tblGrid>
              <a:tr h="1832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총합</a:t>
                      </a:r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845</a:t>
                      </a:r>
                      <a:endParaRPr lang="ko-KR" altLang="en-US" sz="800" b="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16133</a:t>
                      </a:r>
                      <a:endParaRPr lang="ko-KR" altLang="en-US" sz="800" b="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1214</a:t>
                      </a:r>
                      <a:endParaRPr lang="ko-KR" altLang="en-US" sz="800" b="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7%</a:t>
                      </a:r>
                      <a:endParaRPr lang="ko-KR" altLang="en-US" sz="800" b="0" dirty="0"/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0</a:t>
                      </a:r>
                      <a:r>
                        <a:rPr lang="ko-KR" altLang="en-US" sz="800" b="0" dirty="0"/>
                        <a:t>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</a:tbl>
          </a:graphicData>
        </a:graphic>
      </p:graphicFrame>
      <p:pic>
        <p:nvPicPr>
          <p:cNvPr id="21" name="그림 20">
            <a:extLst>
              <a:ext uri="{FF2B5EF4-FFF2-40B4-BE49-F238E27FC236}">
                <a16:creationId xmlns:a16="http://schemas.microsoft.com/office/drawing/2014/main" id="{81EFD046-DA65-DFD4-83FE-31554F451B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10315" y="1494877"/>
            <a:ext cx="1047750" cy="228600"/>
          </a:xfrm>
          <a:prstGeom prst="rect">
            <a:avLst/>
          </a:prstGeom>
        </p:spPr>
      </p:pic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B547E47-65DC-21A6-77D4-2323961321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938518"/>
              </p:ext>
            </p:extLst>
          </p:nvPr>
        </p:nvGraphicFramePr>
        <p:xfrm>
          <a:off x="9696887" y="292432"/>
          <a:ext cx="2498015" cy="207249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교육통계는 교육목록과 신청내역으로 연동하여 통계를 확인합니다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[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엑셀파일로 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리스트를 엑셀파일로 다운로드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남자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여자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3. </a:t>
                      </a:r>
                      <a:r>
                        <a:rPr lang="ko-KR" altLang="en-US" sz="800" b="1" baseline="0" dirty="0" err="1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교육인원수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건수*정원*차시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69751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90CC121-2970-74EE-02FA-FB04840BEAED}"/>
              </a:ext>
            </a:extLst>
          </p:cNvPr>
          <p:cNvSpPr/>
          <p:nvPr/>
        </p:nvSpPr>
        <p:spPr>
          <a:xfrm>
            <a:off x="8549681" y="138139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1</a:t>
            </a:r>
            <a:endParaRPr lang="ko-KR" altLang="en-US" sz="1050" b="1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0A74669-C773-53B1-39CD-A2C8354866FF}"/>
              </a:ext>
            </a:extLst>
          </p:cNvPr>
          <p:cNvSpPr/>
          <p:nvPr/>
        </p:nvSpPr>
        <p:spPr>
          <a:xfrm>
            <a:off x="147797" y="1649834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2</a:t>
            </a:r>
            <a:endParaRPr lang="ko-KR" altLang="en-US" sz="1050" b="1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C31AD00-B02A-A8C8-58E1-425C1B8281C7}"/>
              </a:ext>
            </a:extLst>
          </p:cNvPr>
          <p:cNvSpPr/>
          <p:nvPr/>
        </p:nvSpPr>
        <p:spPr>
          <a:xfrm>
            <a:off x="4401489" y="1655593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119913422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9203DF-68E1-D4F1-58AE-2BB577D0F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4A524CB-AE7B-D448-7A96-00C6B40D6150}"/>
              </a:ext>
            </a:extLst>
          </p:cNvPr>
          <p:cNvSpPr txBox="1"/>
          <p:nvPr/>
        </p:nvSpPr>
        <p:spPr>
          <a:xfrm>
            <a:off x="62137" y="60483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장비</a:t>
            </a:r>
            <a:r>
              <a:rPr lang="ko-KR" altLang="en-US" sz="900" b="1" dirty="0"/>
              <a:t>통계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9153568-7941-5CB7-B9AD-0DD17182A724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장비통계</a:t>
            </a:r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244777A1-5008-7D88-5235-6CEB2E386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통계 </a:t>
            </a:r>
            <a:r>
              <a:rPr lang="en-US" altLang="ko-KR" sz="900" dirty="0"/>
              <a:t>&gt; </a:t>
            </a:r>
            <a:r>
              <a:rPr lang="ko-KR" altLang="en-US" sz="900" dirty="0"/>
              <a:t>장비통계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6AB8B81-8D2E-ECBD-A2AA-DE725DCE93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8952532"/>
              </p:ext>
            </p:extLst>
          </p:nvPr>
        </p:nvGraphicFramePr>
        <p:xfrm>
          <a:off x="59271" y="1628738"/>
          <a:ext cx="9519497" cy="3139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3445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724864">
                  <a:extLst>
                    <a:ext uri="{9D8B030D-6E8A-4147-A177-3AD203B41FA5}">
                      <a16:colId xmlns:a16="http://schemas.microsoft.com/office/drawing/2014/main" val="562337957"/>
                    </a:ext>
                  </a:extLst>
                </a:gridCol>
                <a:gridCol w="506707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396201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410498">
                  <a:extLst>
                    <a:ext uri="{9D8B030D-6E8A-4147-A177-3AD203B41FA5}">
                      <a16:colId xmlns:a16="http://schemas.microsoft.com/office/drawing/2014/main" val="36167599"/>
                    </a:ext>
                  </a:extLst>
                </a:gridCol>
                <a:gridCol w="398818">
                  <a:extLst>
                    <a:ext uri="{9D8B030D-6E8A-4147-A177-3AD203B41FA5}">
                      <a16:colId xmlns:a16="http://schemas.microsoft.com/office/drawing/2014/main" val="801240660"/>
                    </a:ext>
                  </a:extLst>
                </a:gridCol>
                <a:gridCol w="506977">
                  <a:extLst>
                    <a:ext uri="{9D8B030D-6E8A-4147-A177-3AD203B41FA5}">
                      <a16:colId xmlns:a16="http://schemas.microsoft.com/office/drawing/2014/main" val="619908874"/>
                    </a:ext>
                  </a:extLst>
                </a:gridCol>
                <a:gridCol w="514904">
                  <a:extLst>
                    <a:ext uri="{9D8B030D-6E8A-4147-A177-3AD203B41FA5}">
                      <a16:colId xmlns:a16="http://schemas.microsoft.com/office/drawing/2014/main" val="3179456199"/>
                    </a:ext>
                  </a:extLst>
                </a:gridCol>
                <a:gridCol w="506028">
                  <a:extLst>
                    <a:ext uri="{9D8B030D-6E8A-4147-A177-3AD203B41FA5}">
                      <a16:colId xmlns:a16="http://schemas.microsoft.com/office/drawing/2014/main" val="2430823608"/>
                    </a:ext>
                  </a:extLst>
                </a:gridCol>
                <a:gridCol w="541537">
                  <a:extLst>
                    <a:ext uri="{9D8B030D-6E8A-4147-A177-3AD203B41FA5}">
                      <a16:colId xmlns:a16="http://schemas.microsoft.com/office/drawing/2014/main" val="2010957411"/>
                    </a:ext>
                  </a:extLst>
                </a:gridCol>
                <a:gridCol w="594804">
                  <a:extLst>
                    <a:ext uri="{9D8B030D-6E8A-4147-A177-3AD203B41FA5}">
                      <a16:colId xmlns:a16="http://schemas.microsoft.com/office/drawing/2014/main" val="1222698013"/>
                    </a:ext>
                  </a:extLst>
                </a:gridCol>
                <a:gridCol w="452762">
                  <a:extLst>
                    <a:ext uri="{9D8B030D-6E8A-4147-A177-3AD203B41FA5}">
                      <a16:colId xmlns:a16="http://schemas.microsoft.com/office/drawing/2014/main" val="958415360"/>
                    </a:ext>
                  </a:extLst>
                </a:gridCol>
                <a:gridCol w="745724">
                  <a:extLst>
                    <a:ext uri="{9D8B030D-6E8A-4147-A177-3AD203B41FA5}">
                      <a16:colId xmlns:a16="http://schemas.microsoft.com/office/drawing/2014/main" val="423177506"/>
                    </a:ext>
                  </a:extLst>
                </a:gridCol>
                <a:gridCol w="594804">
                  <a:extLst>
                    <a:ext uri="{9D8B030D-6E8A-4147-A177-3AD203B41FA5}">
                      <a16:colId xmlns:a16="http://schemas.microsoft.com/office/drawing/2014/main" val="669520301"/>
                    </a:ext>
                  </a:extLst>
                </a:gridCol>
                <a:gridCol w="503919">
                  <a:extLst>
                    <a:ext uri="{9D8B030D-6E8A-4147-A177-3AD203B41FA5}">
                      <a16:colId xmlns:a16="http://schemas.microsoft.com/office/drawing/2014/main" val="4167185009"/>
                    </a:ext>
                  </a:extLst>
                </a:gridCol>
                <a:gridCol w="565835">
                  <a:extLst>
                    <a:ext uri="{9D8B030D-6E8A-4147-A177-3AD203B41FA5}">
                      <a16:colId xmlns:a16="http://schemas.microsoft.com/office/drawing/2014/main" val="3738499663"/>
                    </a:ext>
                  </a:extLst>
                </a:gridCol>
                <a:gridCol w="565835">
                  <a:extLst>
                    <a:ext uri="{9D8B030D-6E8A-4147-A177-3AD203B41FA5}">
                      <a16:colId xmlns:a16="http://schemas.microsoft.com/office/drawing/2014/main" val="3504360747"/>
                    </a:ext>
                  </a:extLst>
                </a:gridCol>
                <a:gridCol w="565835">
                  <a:extLst>
                    <a:ext uri="{9D8B030D-6E8A-4147-A177-3AD203B41FA5}">
                      <a16:colId xmlns:a16="http://schemas.microsoft.com/office/drawing/2014/main" val="1373574253"/>
                    </a:ext>
                  </a:extLst>
                </a:gridCol>
              </a:tblGrid>
              <a:tr h="2065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건수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대여일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이용 인원</a:t>
                      </a:r>
                      <a:r>
                        <a:rPr lang="en-US" altLang="ko-KR" sz="800" b="1" dirty="0"/>
                        <a:t>(</a:t>
                      </a:r>
                      <a:r>
                        <a:rPr lang="ko-KR" altLang="en-US" sz="800" b="1" dirty="0"/>
                        <a:t>명</a:t>
                      </a:r>
                      <a:r>
                        <a:rPr lang="en-US" altLang="ko-KR" sz="800" b="1" dirty="0"/>
                        <a:t>)</a:t>
                      </a:r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2065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851526"/>
                  </a:ext>
                </a:extLst>
              </a:tr>
              <a:tr h="167956"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촬영장비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0626805"/>
                  </a:ext>
                </a:extLst>
              </a:tr>
              <a:tr h="164719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음향장비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978391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5897756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조명장비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193153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024792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특수장비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1126010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492224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기타장비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9118968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장비명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487011"/>
                  </a:ext>
                </a:extLst>
              </a:tr>
              <a:tr h="167956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소계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0904885"/>
                  </a:ext>
                </a:extLst>
              </a:tr>
              <a:tr h="167956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합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5513550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6438C630-06FA-88F2-5857-41100C4D8C9C}"/>
              </a:ext>
            </a:extLst>
          </p:cNvPr>
          <p:cNvGrpSpPr/>
          <p:nvPr/>
        </p:nvGrpSpPr>
        <p:grpSpPr>
          <a:xfrm>
            <a:off x="122296" y="998308"/>
            <a:ext cx="1030686" cy="369332"/>
            <a:chOff x="2778986" y="1773120"/>
            <a:chExt cx="1030686" cy="369332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112C4E26-40BB-28D8-9E2F-1697CA962BFA}"/>
                </a:ext>
              </a:extLst>
            </p:cNvPr>
            <p:cNvGrpSpPr/>
            <p:nvPr/>
          </p:nvGrpSpPr>
          <p:grpSpPr>
            <a:xfrm>
              <a:off x="2810694" y="1803898"/>
              <a:ext cx="998978" cy="307777"/>
              <a:chOff x="2801353" y="1881052"/>
              <a:chExt cx="998978" cy="307777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E62A452-9014-A577-04A0-788F53ABEE2E}"/>
                  </a:ext>
                </a:extLst>
              </p:cNvPr>
              <p:cNvSpPr txBox="1"/>
              <p:nvPr/>
            </p:nvSpPr>
            <p:spPr>
              <a:xfrm>
                <a:off x="3035433" y="1881052"/>
                <a:ext cx="5822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</a:t>
                </a:r>
                <a:endParaRPr lang="ko-KR" altLang="en-US" sz="1400" dirty="0"/>
              </a:p>
            </p:txBody>
          </p:sp>
          <p:sp>
            <p:nvSpPr>
              <p:cNvPr id="14" name="Button">
                <a:extLst>
                  <a:ext uri="{FF2B5EF4-FFF2-40B4-BE49-F238E27FC236}">
                    <a16:creationId xmlns:a16="http://schemas.microsoft.com/office/drawing/2014/main" id="{F2D427DD-8B4F-CF11-342A-D5C29BE2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668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Button">
                <a:extLst>
                  <a:ext uri="{FF2B5EF4-FFF2-40B4-BE49-F238E27FC236}">
                    <a16:creationId xmlns:a16="http://schemas.microsoft.com/office/drawing/2014/main" id="{750AC528-389B-1F82-6E58-D4E55FCE2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BBDE09D-6FC0-6EEA-3B9C-C411D98C9752}"/>
                </a:ext>
              </a:extLst>
            </p:cNvPr>
            <p:cNvSpPr txBox="1"/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EC05137-6C38-8AEC-6581-B4F5EB698417}"/>
                </a:ext>
              </a:extLst>
            </p:cNvPr>
            <p:cNvSpPr txBox="1"/>
            <p:nvPr/>
          </p:nvSpPr>
          <p:spPr>
            <a:xfrm>
              <a:off x="3586655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D74F9FF3-BDFD-D35D-3751-CD67D002AB70}"/>
              </a:ext>
            </a:extLst>
          </p:cNvPr>
          <p:cNvSpPr/>
          <p:nvPr/>
        </p:nvSpPr>
        <p:spPr>
          <a:xfrm>
            <a:off x="4613544" y="4812731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B6D73F2-1D68-985F-B0BC-0E7882C260D3}"/>
              </a:ext>
            </a:extLst>
          </p:cNvPr>
          <p:cNvSpPr/>
          <p:nvPr/>
        </p:nvSpPr>
        <p:spPr>
          <a:xfrm>
            <a:off x="4613543" y="4978038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A42C292B-3F45-A46A-4087-F658F49AA278}"/>
              </a:ext>
            </a:extLst>
          </p:cNvPr>
          <p:cNvSpPr/>
          <p:nvPr/>
        </p:nvSpPr>
        <p:spPr>
          <a:xfrm>
            <a:off x="4613543" y="5143345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921F08F-6654-3338-B052-FEE458BB1C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4199374"/>
              </p:ext>
            </p:extLst>
          </p:nvPr>
        </p:nvGraphicFramePr>
        <p:xfrm>
          <a:off x="46654" y="5332647"/>
          <a:ext cx="9573081" cy="228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686787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1889702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1833020">
                  <a:extLst>
                    <a:ext uri="{9D8B030D-6E8A-4147-A177-3AD203B41FA5}">
                      <a16:colId xmlns:a16="http://schemas.microsoft.com/office/drawing/2014/main" val="1932747685"/>
                    </a:ext>
                  </a:extLst>
                </a:gridCol>
                <a:gridCol w="1841316">
                  <a:extLst>
                    <a:ext uri="{9D8B030D-6E8A-4147-A177-3AD203B41FA5}">
                      <a16:colId xmlns:a16="http://schemas.microsoft.com/office/drawing/2014/main" val="1603199797"/>
                    </a:ext>
                  </a:extLst>
                </a:gridCol>
                <a:gridCol w="2322256">
                  <a:extLst>
                    <a:ext uri="{9D8B030D-6E8A-4147-A177-3AD203B41FA5}">
                      <a16:colId xmlns:a16="http://schemas.microsoft.com/office/drawing/2014/main" val="1490454802"/>
                    </a:ext>
                  </a:extLst>
                </a:gridCol>
              </a:tblGrid>
              <a:tr h="1832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2024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총합</a:t>
                      </a:r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</a:tbl>
          </a:graphicData>
        </a:graphic>
      </p:graphicFrame>
      <p:pic>
        <p:nvPicPr>
          <p:cNvPr id="16" name="그림 15">
            <a:extLst>
              <a:ext uri="{FF2B5EF4-FFF2-40B4-BE49-F238E27FC236}">
                <a16:creationId xmlns:a16="http://schemas.microsoft.com/office/drawing/2014/main" id="{4B59CCAC-2886-C480-3473-82601F88AF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10315" y="1309326"/>
            <a:ext cx="1047750" cy="228600"/>
          </a:xfrm>
          <a:prstGeom prst="rect">
            <a:avLst/>
          </a:prstGeom>
        </p:spPr>
      </p:pic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341F007-DBAB-EABE-96B1-4AA12A288C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061721"/>
              </p:ext>
            </p:extLst>
          </p:nvPr>
        </p:nvGraphicFramePr>
        <p:xfrm>
          <a:off x="9696887" y="292432"/>
          <a:ext cx="2498015" cy="209605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장비통계는 장비목록과 신청내역으로 연동하여 통계를 확인합니다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[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엑셀파일로 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리스트를 엑셀파일로 다운로드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남자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여자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r>
                        <a:rPr lang="en-US" altLang="ko-KR" sz="800" b="1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 </a:t>
                      </a:r>
                      <a:r>
                        <a:rPr lang="ko-KR" altLang="en-US" sz="800" b="1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계산식</a:t>
                      </a:r>
                    </a:p>
                    <a:p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건수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장비의 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×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일수</a:t>
                      </a:r>
                      <a:endParaRPr lang="en-US" altLang="ko-KR" sz="800" b="0" i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누적 사용자수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사용자 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×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장비의 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×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일수</a:t>
                      </a: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07501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8143462E-54AF-AAE8-089C-394BC4F265EB}"/>
              </a:ext>
            </a:extLst>
          </p:cNvPr>
          <p:cNvSpPr/>
          <p:nvPr/>
        </p:nvSpPr>
        <p:spPr>
          <a:xfrm>
            <a:off x="2648425" y="1491920"/>
            <a:ext cx="278320" cy="136818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/>
              <a:t>3</a:t>
            </a:r>
            <a:endParaRPr lang="ko-KR" altLang="en-US" sz="1050" b="1" dirty="0"/>
          </a:p>
        </p:txBody>
      </p:sp>
    </p:spTree>
    <p:extLst>
      <p:ext uri="{BB962C8B-B14F-4D97-AF65-F5344CB8AC3E}">
        <p14:creationId xmlns:p14="http://schemas.microsoft.com/office/powerpoint/2010/main" val="22903750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E9D447-854E-7648-72FD-FE1A0E3110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76C76E7-0803-8802-A0CB-3C277240B18F}"/>
              </a:ext>
            </a:extLst>
          </p:cNvPr>
          <p:cNvSpPr txBox="1"/>
          <p:nvPr/>
        </p:nvSpPr>
        <p:spPr>
          <a:xfrm>
            <a:off x="62137" y="604837"/>
            <a:ext cx="17446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900">
                <a:latin typeface="+mn-ea"/>
                <a:ea typeface="+mn-ea"/>
              </a:defRPr>
            </a:lvl1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b="1" dirty="0"/>
              <a:t>공간</a:t>
            </a:r>
            <a:r>
              <a:rPr lang="ko-KR" altLang="en-US" sz="900" b="1" dirty="0"/>
              <a:t>통계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8F39B53-18F9-3958-A0E1-9115B8163E0A}"/>
              </a:ext>
            </a:extLst>
          </p:cNvPr>
          <p:cNvSpPr txBox="1"/>
          <p:nvPr/>
        </p:nvSpPr>
        <p:spPr>
          <a:xfrm>
            <a:off x="1174191" y="30163"/>
            <a:ext cx="309867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공간통계</a:t>
            </a:r>
          </a:p>
        </p:txBody>
      </p:sp>
      <p:sp>
        <p:nvSpPr>
          <p:cNvPr id="13" name="TextBox 30">
            <a:extLst>
              <a:ext uri="{FF2B5EF4-FFF2-40B4-BE49-F238E27FC236}">
                <a16:creationId xmlns:a16="http://schemas.microsoft.com/office/drawing/2014/main" id="{A9A8CE41-5199-B882-F8B2-0C1CA399C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4191" y="317500"/>
            <a:ext cx="34099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900" dirty="0"/>
              <a:t>통계 </a:t>
            </a:r>
            <a:r>
              <a:rPr lang="en-US" altLang="ko-KR" sz="900" dirty="0"/>
              <a:t>&gt; </a:t>
            </a:r>
            <a:r>
              <a:rPr lang="ko-KR" altLang="en-US" sz="900" dirty="0"/>
              <a:t>공간통계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47FA28-C60E-524B-DE27-BCD46AC103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8264017"/>
              </p:ext>
            </p:extLst>
          </p:nvPr>
        </p:nvGraphicFramePr>
        <p:xfrm>
          <a:off x="97128" y="1721742"/>
          <a:ext cx="9262529" cy="3261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58957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529336">
                  <a:extLst>
                    <a:ext uri="{9D8B030D-6E8A-4147-A177-3AD203B41FA5}">
                      <a16:colId xmlns:a16="http://schemas.microsoft.com/office/drawing/2014/main" val="2710875613"/>
                    </a:ext>
                  </a:extLst>
                </a:gridCol>
                <a:gridCol w="443884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408373">
                  <a:extLst>
                    <a:ext uri="{9D8B030D-6E8A-4147-A177-3AD203B41FA5}">
                      <a16:colId xmlns:a16="http://schemas.microsoft.com/office/drawing/2014/main" val="36167599"/>
                    </a:ext>
                  </a:extLst>
                </a:gridCol>
                <a:gridCol w="372862">
                  <a:extLst>
                    <a:ext uri="{9D8B030D-6E8A-4147-A177-3AD203B41FA5}">
                      <a16:colId xmlns:a16="http://schemas.microsoft.com/office/drawing/2014/main" val="801240660"/>
                    </a:ext>
                  </a:extLst>
                </a:gridCol>
                <a:gridCol w="390617">
                  <a:extLst>
                    <a:ext uri="{9D8B030D-6E8A-4147-A177-3AD203B41FA5}">
                      <a16:colId xmlns:a16="http://schemas.microsoft.com/office/drawing/2014/main" val="2259317865"/>
                    </a:ext>
                  </a:extLst>
                </a:gridCol>
                <a:gridCol w="399495">
                  <a:extLst>
                    <a:ext uri="{9D8B030D-6E8A-4147-A177-3AD203B41FA5}">
                      <a16:colId xmlns:a16="http://schemas.microsoft.com/office/drawing/2014/main" val="3179456199"/>
                    </a:ext>
                  </a:extLst>
                </a:gridCol>
                <a:gridCol w="284086">
                  <a:extLst>
                    <a:ext uri="{9D8B030D-6E8A-4147-A177-3AD203B41FA5}">
                      <a16:colId xmlns:a16="http://schemas.microsoft.com/office/drawing/2014/main" val="2430823608"/>
                    </a:ext>
                  </a:extLst>
                </a:gridCol>
                <a:gridCol w="355107">
                  <a:extLst>
                    <a:ext uri="{9D8B030D-6E8A-4147-A177-3AD203B41FA5}">
                      <a16:colId xmlns:a16="http://schemas.microsoft.com/office/drawing/2014/main" val="2459043935"/>
                    </a:ext>
                  </a:extLst>
                </a:gridCol>
                <a:gridCol w="443883">
                  <a:extLst>
                    <a:ext uri="{9D8B030D-6E8A-4147-A177-3AD203B41FA5}">
                      <a16:colId xmlns:a16="http://schemas.microsoft.com/office/drawing/2014/main" val="1222698013"/>
                    </a:ext>
                  </a:extLst>
                </a:gridCol>
                <a:gridCol w="372862">
                  <a:extLst>
                    <a:ext uri="{9D8B030D-6E8A-4147-A177-3AD203B41FA5}">
                      <a16:colId xmlns:a16="http://schemas.microsoft.com/office/drawing/2014/main" val="958415360"/>
                    </a:ext>
                  </a:extLst>
                </a:gridCol>
                <a:gridCol w="479394">
                  <a:extLst>
                    <a:ext uri="{9D8B030D-6E8A-4147-A177-3AD203B41FA5}">
                      <a16:colId xmlns:a16="http://schemas.microsoft.com/office/drawing/2014/main" val="423177506"/>
                    </a:ext>
                  </a:extLst>
                </a:gridCol>
                <a:gridCol w="372863">
                  <a:extLst>
                    <a:ext uri="{9D8B030D-6E8A-4147-A177-3AD203B41FA5}">
                      <a16:colId xmlns:a16="http://schemas.microsoft.com/office/drawing/2014/main" val="950975007"/>
                    </a:ext>
                  </a:extLst>
                </a:gridCol>
                <a:gridCol w="390617">
                  <a:extLst>
                    <a:ext uri="{9D8B030D-6E8A-4147-A177-3AD203B41FA5}">
                      <a16:colId xmlns:a16="http://schemas.microsoft.com/office/drawing/2014/main" val="2026962785"/>
                    </a:ext>
                  </a:extLst>
                </a:gridCol>
                <a:gridCol w="444138">
                  <a:extLst>
                    <a:ext uri="{9D8B030D-6E8A-4147-A177-3AD203B41FA5}">
                      <a16:colId xmlns:a16="http://schemas.microsoft.com/office/drawing/2014/main" val="3907954641"/>
                    </a:ext>
                  </a:extLst>
                </a:gridCol>
                <a:gridCol w="452507">
                  <a:extLst>
                    <a:ext uri="{9D8B030D-6E8A-4147-A177-3AD203B41FA5}">
                      <a16:colId xmlns:a16="http://schemas.microsoft.com/office/drawing/2014/main" val="3906815784"/>
                    </a:ext>
                  </a:extLst>
                </a:gridCol>
                <a:gridCol w="506027">
                  <a:extLst>
                    <a:ext uri="{9D8B030D-6E8A-4147-A177-3AD203B41FA5}">
                      <a16:colId xmlns:a16="http://schemas.microsoft.com/office/drawing/2014/main" val="3608900781"/>
                    </a:ext>
                  </a:extLst>
                </a:gridCol>
                <a:gridCol w="470516">
                  <a:extLst>
                    <a:ext uri="{9D8B030D-6E8A-4147-A177-3AD203B41FA5}">
                      <a16:colId xmlns:a16="http://schemas.microsoft.com/office/drawing/2014/main" val="219048365"/>
                    </a:ext>
                  </a:extLst>
                </a:gridCol>
                <a:gridCol w="452762">
                  <a:extLst>
                    <a:ext uri="{9D8B030D-6E8A-4147-A177-3AD203B41FA5}">
                      <a16:colId xmlns:a16="http://schemas.microsoft.com/office/drawing/2014/main" val="1338560910"/>
                    </a:ext>
                  </a:extLst>
                </a:gridCol>
                <a:gridCol w="374919">
                  <a:extLst>
                    <a:ext uri="{9D8B030D-6E8A-4147-A177-3AD203B41FA5}">
                      <a16:colId xmlns:a16="http://schemas.microsoft.com/office/drawing/2014/main" val="3089870940"/>
                    </a:ext>
                  </a:extLst>
                </a:gridCol>
                <a:gridCol w="479662">
                  <a:extLst>
                    <a:ext uri="{9D8B030D-6E8A-4147-A177-3AD203B41FA5}">
                      <a16:colId xmlns:a16="http://schemas.microsoft.com/office/drawing/2014/main" val="3234417653"/>
                    </a:ext>
                  </a:extLst>
                </a:gridCol>
                <a:gridCol w="479662">
                  <a:extLst>
                    <a:ext uri="{9D8B030D-6E8A-4147-A177-3AD203B41FA5}">
                      <a16:colId xmlns:a16="http://schemas.microsoft.com/office/drawing/2014/main" val="3487849139"/>
                    </a:ext>
                  </a:extLst>
                </a:gridCol>
              </a:tblGrid>
              <a:tr h="2065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en-US" altLang="ko-KR" sz="9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건수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대여시간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이용 인원</a:t>
                      </a:r>
                      <a:r>
                        <a:rPr lang="en-US" altLang="ko-KR" sz="800" b="1" dirty="0"/>
                        <a:t>(</a:t>
                      </a:r>
                      <a:r>
                        <a:rPr lang="ko-KR" altLang="en-US" sz="800" b="1" dirty="0"/>
                        <a:t>명</a:t>
                      </a:r>
                      <a:r>
                        <a:rPr lang="en-US" altLang="ko-KR" sz="800" b="1" dirty="0"/>
                        <a:t>)</a:t>
                      </a:r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금액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  <a:tr h="2065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</a:p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</a:p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</a:p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교육 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할인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유료</a:t>
                      </a:r>
                      <a:r>
                        <a:rPr lang="en-US" altLang="ko-KR" sz="800" b="1" dirty="0"/>
                        <a:t>+</a:t>
                      </a:r>
                    </a:p>
                    <a:p>
                      <a:pPr algn="ctr" latinLnBrk="1"/>
                      <a:r>
                        <a:rPr lang="ko-KR" altLang="en-US" sz="800" b="1" dirty="0"/>
                        <a:t>지원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851526"/>
                  </a:ext>
                </a:extLst>
              </a:tr>
              <a:tr h="167956"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/>
                        <a:t>공간명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188486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lang="ko-KR" altLang="en-US" sz="800"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062680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978391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5897756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193153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0247925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1126010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492224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9118968"/>
                  </a:ext>
                </a:extLst>
              </a:tr>
              <a:tr h="1679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공간명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487011"/>
                  </a:ext>
                </a:extLst>
              </a:tr>
              <a:tr h="16795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소계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0904885"/>
                  </a:ext>
                </a:extLst>
              </a:tr>
              <a:tr h="16795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합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5513550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BB2D57CB-6B5F-AAB6-ECB4-482DE920E2BD}"/>
              </a:ext>
            </a:extLst>
          </p:cNvPr>
          <p:cNvGrpSpPr/>
          <p:nvPr/>
        </p:nvGrpSpPr>
        <p:grpSpPr>
          <a:xfrm>
            <a:off x="122296" y="998308"/>
            <a:ext cx="1030686" cy="369332"/>
            <a:chOff x="2778986" y="1773120"/>
            <a:chExt cx="1030686" cy="369332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5B9E67-7428-5A2C-871C-CC57B4EBE920}"/>
                </a:ext>
              </a:extLst>
            </p:cNvPr>
            <p:cNvGrpSpPr/>
            <p:nvPr/>
          </p:nvGrpSpPr>
          <p:grpSpPr>
            <a:xfrm>
              <a:off x="2810694" y="1803898"/>
              <a:ext cx="998978" cy="307777"/>
              <a:chOff x="2801353" y="1881052"/>
              <a:chExt cx="998978" cy="307777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0BE42ED-9EFB-A6B5-A377-40B7F98CEE58}"/>
                  </a:ext>
                </a:extLst>
              </p:cNvPr>
              <p:cNvSpPr txBox="1"/>
              <p:nvPr/>
            </p:nvSpPr>
            <p:spPr>
              <a:xfrm>
                <a:off x="3035433" y="1881052"/>
                <a:ext cx="5822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400" dirty="0"/>
                  <a:t>2024</a:t>
                </a:r>
                <a:endParaRPr lang="ko-KR" altLang="en-US" sz="1400" dirty="0"/>
              </a:p>
            </p:txBody>
          </p:sp>
          <p:sp>
            <p:nvSpPr>
              <p:cNvPr id="14" name="Button">
                <a:extLst>
                  <a:ext uri="{FF2B5EF4-FFF2-40B4-BE49-F238E27FC236}">
                    <a16:creationId xmlns:a16="http://schemas.microsoft.com/office/drawing/2014/main" id="{0BB43417-7D8F-6504-36AA-AE80A065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668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Button">
                <a:extLst>
                  <a:ext uri="{FF2B5EF4-FFF2-40B4-BE49-F238E27FC236}">
                    <a16:creationId xmlns:a16="http://schemas.microsoft.com/office/drawing/2014/main" id="{E172E6D8-A398-BC75-C40D-F54D8A0F5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353" y="1927670"/>
                <a:ext cx="193663" cy="223778"/>
              </a:xfrm>
              <a:prstGeom prst="roundRect">
                <a:avLst>
                  <a:gd name="adj" fmla="val 8776"/>
                </a:avLst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6B79287-B970-6160-3844-8F1001FE47CE}"/>
                </a:ext>
              </a:extLst>
            </p:cNvPr>
            <p:cNvSpPr txBox="1"/>
            <p:nvPr/>
          </p:nvSpPr>
          <p:spPr>
            <a:xfrm>
              <a:off x="2778986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&lt;</a:t>
              </a:r>
              <a:endParaRPr lang="ko-KR" alt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79F81B6-6E20-808B-302D-685DEE8C8F9D}"/>
                </a:ext>
              </a:extLst>
            </p:cNvPr>
            <p:cNvSpPr txBox="1"/>
            <p:nvPr/>
          </p:nvSpPr>
          <p:spPr>
            <a:xfrm>
              <a:off x="3586655" y="1773120"/>
              <a:ext cx="11075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/>
                <a:t>&gt;</a:t>
              </a:r>
              <a:endParaRPr lang="ko-KR" altLang="en-US" dirty="0"/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192785AC-D9BA-DEFF-F278-FB67A428FD5E}"/>
              </a:ext>
            </a:extLst>
          </p:cNvPr>
          <p:cNvSpPr/>
          <p:nvPr/>
        </p:nvSpPr>
        <p:spPr>
          <a:xfrm>
            <a:off x="4561777" y="4924516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B6C3F161-CE74-E837-9552-DBCF42037971}"/>
              </a:ext>
            </a:extLst>
          </p:cNvPr>
          <p:cNvSpPr/>
          <p:nvPr/>
        </p:nvSpPr>
        <p:spPr>
          <a:xfrm>
            <a:off x="4561776" y="5089823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C1F60DE-C5A4-1F78-C707-2788EDB62D77}"/>
              </a:ext>
            </a:extLst>
          </p:cNvPr>
          <p:cNvSpPr/>
          <p:nvPr/>
        </p:nvSpPr>
        <p:spPr>
          <a:xfrm>
            <a:off x="4561776" y="5255130"/>
            <a:ext cx="76200" cy="7620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C62FED30-C1FB-0463-0E45-3816E9E5B4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11907" y="1445625"/>
            <a:ext cx="1047750" cy="228600"/>
          </a:xfrm>
          <a:prstGeom prst="rect">
            <a:avLst/>
          </a:prstGeom>
        </p:spPr>
      </p:pic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A179675-3E57-E286-52B1-29E75C1F4D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938001"/>
              </p:ext>
            </p:extLst>
          </p:nvPr>
        </p:nvGraphicFramePr>
        <p:xfrm>
          <a:off x="97128" y="5490360"/>
          <a:ext cx="9279785" cy="228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5680">
                  <a:extLst>
                    <a:ext uri="{9D8B030D-6E8A-4147-A177-3AD203B41FA5}">
                      <a16:colId xmlns:a16="http://schemas.microsoft.com/office/drawing/2014/main" val="1756914708"/>
                    </a:ext>
                  </a:extLst>
                </a:gridCol>
                <a:gridCol w="2018581">
                  <a:extLst>
                    <a:ext uri="{9D8B030D-6E8A-4147-A177-3AD203B41FA5}">
                      <a16:colId xmlns:a16="http://schemas.microsoft.com/office/drawing/2014/main" val="762427101"/>
                    </a:ext>
                  </a:extLst>
                </a:gridCol>
                <a:gridCol w="1880558">
                  <a:extLst>
                    <a:ext uri="{9D8B030D-6E8A-4147-A177-3AD203B41FA5}">
                      <a16:colId xmlns:a16="http://schemas.microsoft.com/office/drawing/2014/main" val="1932747685"/>
                    </a:ext>
                  </a:extLst>
                </a:gridCol>
                <a:gridCol w="1915064">
                  <a:extLst>
                    <a:ext uri="{9D8B030D-6E8A-4147-A177-3AD203B41FA5}">
                      <a16:colId xmlns:a16="http://schemas.microsoft.com/office/drawing/2014/main" val="1603199797"/>
                    </a:ext>
                  </a:extLst>
                </a:gridCol>
                <a:gridCol w="2449902">
                  <a:extLst>
                    <a:ext uri="{9D8B030D-6E8A-4147-A177-3AD203B41FA5}">
                      <a16:colId xmlns:a16="http://schemas.microsoft.com/office/drawing/2014/main" val="1490454802"/>
                    </a:ext>
                  </a:extLst>
                </a:gridCol>
              </a:tblGrid>
              <a:tr h="1832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2024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총합</a:t>
                      </a:r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289032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36BA5C5-4154-A5DC-2767-A45F58E04F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9113201"/>
              </p:ext>
            </p:extLst>
          </p:nvPr>
        </p:nvGraphicFramePr>
        <p:xfrm>
          <a:off x="9696887" y="292432"/>
          <a:ext cx="2498015" cy="1974136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498015">
                  <a:extLst>
                    <a:ext uri="{9D8B030D-6E8A-4147-A177-3AD203B41FA5}">
                      <a16:colId xmlns:a16="http://schemas.microsoft.com/office/drawing/2014/main" val="3625766930"/>
                    </a:ext>
                  </a:extLst>
                </a:gridCol>
              </a:tblGrid>
              <a:tr h="4738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/>
                        <a:t>공간통계는 공간목록과 신청내역으로 연동하여 통계를 확인합니다</a:t>
                      </a:r>
                      <a:r>
                        <a:rPr lang="en-US" altLang="ko-KR" sz="800" b="1" dirty="0"/>
                        <a:t>.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6421491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Description</a:t>
                      </a:r>
                    </a:p>
                  </a:txBody>
                  <a:tcPr marL="91412" marR="91412" marT="45763" marB="4576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727306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1. [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엑셀파일로 저장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]&lt;button&gt;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리스트를 엑셀파일로 다운로드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205715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2. </a:t>
                      </a:r>
                      <a:r>
                        <a:rPr lang="ko-KR" altLang="en-US" sz="800" b="1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리스트항목 </a:t>
                      </a:r>
                      <a:endParaRPr lang="en-US" altLang="ko-KR" sz="800" b="1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indent="0" algn="l">
                        <a:lnSpc>
                          <a:spcPct val="150000"/>
                        </a:lnSpc>
                        <a:buFont typeface="+mj-lt"/>
                        <a:buNone/>
                      </a:pP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구분 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전체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남자</a:t>
                      </a:r>
                      <a:r>
                        <a:rPr lang="en-US" altLang="ko-KR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0" baseline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여자</a:t>
                      </a:r>
                      <a:endParaRPr lang="en-US" altLang="ko-KR" sz="800" b="0" baseline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634312"/>
                  </a:ext>
                </a:extLst>
              </a:tr>
              <a:tr h="297462">
                <a:tc>
                  <a:txBody>
                    <a:bodyPr/>
                    <a:lstStyle/>
                    <a:p>
                      <a:r>
                        <a:rPr lang="en-US" altLang="ko-KR" sz="800" b="1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 </a:t>
                      </a:r>
                      <a:r>
                        <a:rPr lang="ko-KR" altLang="en-US" sz="800" b="1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계산식</a:t>
                      </a:r>
                    </a:p>
                    <a:p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건수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장비의 수</a:t>
                      </a: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×</a:t>
                      </a:r>
                      <a:r>
                        <a:rPr lang="ko-KR" altLang="en-US" sz="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일수</a:t>
                      </a:r>
                      <a:endParaRPr lang="en-US" altLang="ko-KR" sz="800" b="0" i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12" marR="91412" marT="45763" marB="45763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0750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252070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9AAF2-726C-5F4D-F497-768473F92C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D2E3A350-5D84-403F-F2C1-02C122310E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7BF000FC-ED7D-4F01-927C-8CF38A9070FE}" type="slidenum">
              <a:rPr kumimoji="0" lang="ko-KR" altLang="en-US">
                <a:solidFill>
                  <a:srgbClr val="898989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/>
              <a:t>88</a:t>
            </a:fld>
            <a:endParaRPr kumimoji="0" lang="ko-KR" altLang="en-US">
              <a:solidFill>
                <a:srgbClr val="898989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DB01EBA-2633-350A-F104-3B67F996A31F}"/>
              </a:ext>
            </a:extLst>
          </p:cNvPr>
          <p:cNvSpPr/>
          <p:nvPr/>
        </p:nvSpPr>
        <p:spPr>
          <a:xfrm>
            <a:off x="1143793" y="2312987"/>
            <a:ext cx="9904413" cy="223202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lnSpc>
                <a:spcPts val="1000"/>
              </a:lnSpc>
              <a:defRPr/>
            </a:pPr>
            <a:r>
              <a:rPr lang="ko-KR" altLang="en-US" sz="3600" b="1" dirty="0">
                <a:solidFill>
                  <a:schemeClr val="bg1">
                    <a:lumMod val="50000"/>
                  </a:schemeClr>
                </a:solidFill>
              </a:rPr>
              <a:t>감사합니다</a:t>
            </a:r>
            <a:r>
              <a:rPr lang="en-US" altLang="ko-KR" sz="3600" b="1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54790627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4495</TotalTime>
  <Words>16149</Words>
  <Application>Microsoft Office PowerPoint</Application>
  <PresentationFormat>와이드스크린</PresentationFormat>
  <Paragraphs>6314</Paragraphs>
  <Slides>88</Slides>
  <Notes>61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88</vt:i4>
      </vt:variant>
    </vt:vector>
  </HeadingPairs>
  <TitlesOfParts>
    <vt:vector size="95" baseType="lpstr">
      <vt:lpstr>Apple SD Gothic Neo</vt:lpstr>
      <vt:lpstr>맑은 고딕</vt:lpstr>
      <vt:lpstr>Arial</vt:lpstr>
      <vt:lpstr>Segoe UI</vt:lpstr>
      <vt:lpstr>Tahoma</vt:lpstr>
      <vt:lpstr>Wingdings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Joshua Garza</dc:creator>
  <cp:lastModifiedBy>Office365</cp:lastModifiedBy>
  <cp:revision>4124</cp:revision>
  <cp:lastPrinted>2024-11-21T08:05:37Z</cp:lastPrinted>
  <dcterms:created xsi:type="dcterms:W3CDTF">2021-01-03T23:37:14Z</dcterms:created>
  <dcterms:modified xsi:type="dcterms:W3CDTF">2025-01-24T04:51:56Z</dcterms:modified>
  <cp:version/>
</cp:coreProperties>
</file>